
<file path=[Content_Types].xml><?xml version="1.0" encoding="utf-8"?>
<Types xmlns="http://schemas.openxmlformats.org/package/2006/content-types">
  <Default Extension="jpeg" ContentType="image/jpeg"/>
  <Default Extension="JPG" ContentType="image/.jp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5"/>
  </p:notesMasterIdLst>
  <p:handoutMasterIdLst>
    <p:handoutMasterId r:id="rId41"/>
  </p:handoutMasterIdLst>
  <p:sldIdLst>
    <p:sldId id="950" r:id="rId3"/>
    <p:sldId id="1064" r:id="rId4"/>
    <p:sldId id="1029" r:id="rId6"/>
    <p:sldId id="1030" r:id="rId7"/>
    <p:sldId id="1031" r:id="rId8"/>
    <p:sldId id="1032" r:id="rId9"/>
    <p:sldId id="1033" r:id="rId10"/>
    <p:sldId id="1034" r:id="rId11"/>
    <p:sldId id="1035" r:id="rId12"/>
    <p:sldId id="1036" r:id="rId13"/>
    <p:sldId id="1037" r:id="rId14"/>
    <p:sldId id="1038" r:id="rId15"/>
    <p:sldId id="1039" r:id="rId16"/>
    <p:sldId id="1040" r:id="rId17"/>
    <p:sldId id="1041" r:id="rId18"/>
    <p:sldId id="1042" r:id="rId19"/>
    <p:sldId id="1043" r:id="rId20"/>
    <p:sldId id="1044" r:id="rId21"/>
    <p:sldId id="1045" r:id="rId22"/>
    <p:sldId id="1046" r:id="rId23"/>
    <p:sldId id="1047" r:id="rId24"/>
    <p:sldId id="1048" r:id="rId25"/>
    <p:sldId id="1049" r:id="rId26"/>
    <p:sldId id="1050" r:id="rId27"/>
    <p:sldId id="1051" r:id="rId28"/>
    <p:sldId id="1052" r:id="rId29"/>
    <p:sldId id="1053" r:id="rId30"/>
    <p:sldId id="1054" r:id="rId31"/>
    <p:sldId id="1055" r:id="rId32"/>
    <p:sldId id="1056" r:id="rId33"/>
    <p:sldId id="1057" r:id="rId34"/>
    <p:sldId id="1058" r:id="rId35"/>
    <p:sldId id="1059" r:id="rId36"/>
    <p:sldId id="1060" r:id="rId37"/>
    <p:sldId id="1061" r:id="rId38"/>
    <p:sldId id="1062" r:id="rId39"/>
    <p:sldId id="1063" r:id="rId40"/>
  </p:sldIdLst>
  <p:sldSz cx="9144000" cy="6858000" type="screen4x3"/>
  <p:notesSz cx="6858000" cy="9144000"/>
  <p:defaultTextStyle>
    <a:defPPr>
      <a:defRPr lang="en-US"/>
    </a:defPPr>
    <a:lvl1pPr marL="0" lvl="0"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80604020202020204" pitchFamily="34" charset="0"/>
        <a:ea typeface="宋体" pitchFamily="2" charset="-122"/>
        <a:cs typeface="+mn-cs"/>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80604020202020204" pitchFamily="34" charset="0"/>
        <a:ea typeface="宋体"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80604020202020204" pitchFamily="34" charset="0"/>
        <a:ea typeface="宋体"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80604020202020204" pitchFamily="34" charset="0"/>
        <a:ea typeface="宋体"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80604020202020204" pitchFamily="34" charset="0"/>
        <a:ea typeface="宋体" pitchFamily="2" charset="-122"/>
        <a:cs typeface="+mn-cs"/>
      </a:defRPr>
    </a:lvl5pPr>
    <a:lvl6pPr marL="2286000" lvl="5"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80604020202020204" pitchFamily="34" charset="0"/>
        <a:ea typeface="宋体" pitchFamily="2" charset="-122"/>
        <a:cs typeface="+mn-cs"/>
      </a:defRPr>
    </a:lvl6pPr>
    <a:lvl7pPr marL="2743200" lvl="6"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80604020202020204" pitchFamily="34" charset="0"/>
        <a:ea typeface="宋体" pitchFamily="2" charset="-122"/>
        <a:cs typeface="+mn-cs"/>
      </a:defRPr>
    </a:lvl7pPr>
    <a:lvl8pPr marL="3200400" lvl="7"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80604020202020204" pitchFamily="34" charset="0"/>
        <a:ea typeface="宋体" pitchFamily="2" charset="-122"/>
        <a:cs typeface="+mn-cs"/>
      </a:defRPr>
    </a:lvl8pPr>
    <a:lvl9pPr marL="3657600" lvl="8"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80604020202020204" pitchFamily="34" charset="0"/>
        <a:ea typeface="宋体" pitchFamily="2" charset="-122"/>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chemeClr val="tx1"/>
    </p:penClr>
    <p:extLst>
      <p:ext uri="{2FDB2607-1784-4EEB-B798-7EB5836EED8A}">
        <p14:showMediaCtrls xmlns:p14="http://schemas.microsoft.com/office/powerpoint/2010/main" val="1"/>
      </p:ext>
    </p:extLst>
  </p:showPr>
  <p:clrMru>
    <a:srgbClr val="C39BE1"/>
    <a:srgbClr val="E3D0F1"/>
    <a:srgbClr val="FF3300"/>
    <a:srgbClr val="FFFF00"/>
    <a:srgbClr val="008080"/>
    <a:srgbClr val="FF9966"/>
    <a:srgbClr val="FF9933"/>
    <a:srgbClr val="757E30"/>
    <a:srgbClr val="33CCCC"/>
    <a:srgbClr val="CC006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showOutlineIcons="0">
    <p:restoredLeft sz="25655"/>
    <p:restoredTop sz="87587"/>
  </p:normalViewPr>
  <p:slideViewPr>
    <p:cSldViewPr showGuides="1">
      <p:cViewPr varScale="1">
        <p:scale>
          <a:sx n="96" d="100"/>
          <a:sy n="96" d="100"/>
        </p:scale>
        <p:origin x="392" y="48"/>
      </p:cViewPr>
      <p:guideLst>
        <p:guide orient="horz" pos="1968"/>
        <p:guide pos="2887"/>
      </p:guideLst>
    </p:cSldViewPr>
  </p:slideViewPr>
  <p:outlineViewPr>
    <p:cViewPr>
      <p:scale>
        <a:sx n="33" d="100"/>
        <a:sy n="33" d="100"/>
      </p:scale>
      <p:origin x="0" y="0"/>
    </p:cViewPr>
  </p:outlin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notesMaster" Target="notesMasters/notesMaster1.xml"/><Relationship Id="rId44" Type="http://schemas.openxmlformats.org/officeDocument/2006/relationships/tableStyles" Target="tableStyles.xml"/><Relationship Id="rId43" Type="http://schemas.openxmlformats.org/officeDocument/2006/relationships/viewProps" Target="viewProps.xml"/><Relationship Id="rId42" Type="http://schemas.openxmlformats.org/officeDocument/2006/relationships/presProps" Target="presProps.xml"/><Relationship Id="rId41" Type="http://schemas.openxmlformats.org/officeDocument/2006/relationships/handoutMaster" Target="handoutMasters/handoutMaster1.xml"/><Relationship Id="rId40" Type="http://schemas.openxmlformats.org/officeDocument/2006/relationships/slide" Target="slides/slide37.xml"/><Relationship Id="rId4" Type="http://schemas.openxmlformats.org/officeDocument/2006/relationships/slide" Target="slides/slide2.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5122" name="Rectangle 2"/>
          <p:cNvSpPr>
            <a:spLocks noGrp="1" noChangeArrowheads="1"/>
          </p:cNvSpPr>
          <p:nvPr>
            <p:ph type="hdr" sz="quarter"/>
          </p:nvPr>
        </p:nvSpPr>
        <p:spPr bwMode="auto">
          <a:xfrm>
            <a:off x="0" y="0"/>
            <a:ext cx="2971800" cy="457200"/>
          </a:xfrm>
          <a:prstGeom prst="rect">
            <a:avLst/>
          </a:prstGeom>
          <a:noFill/>
          <a:ln w="9525">
            <a:noFill/>
            <a:miter lim="800000"/>
          </a:ln>
          <a:effectLst/>
        </p:spPr>
        <p:txBody>
          <a:bodyPr vert="horz" wrap="square" lIns="91440" tIns="45720" rIns="91440" bIns="45720" numCol="1" anchor="t" anchorCtr="0" compatLnSpc="1"/>
          <a:lstStyle>
            <a:lvl1pPr>
              <a:defRPr kumimoji="1" sz="1200">
                <a:latin typeface="Times New Roman" pitchFamily="18" charset="0"/>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1200" b="0" i="0" u="none" strike="noStrike" kern="1200" cap="none" spc="0" normalizeH="0" baseline="0" noProof="0">
              <a:ln>
                <a:noFill/>
              </a:ln>
              <a:solidFill>
                <a:schemeClr val="tx1"/>
              </a:solidFill>
              <a:effectLst/>
              <a:uLnTx/>
              <a:uFillTx/>
              <a:latin typeface="Times New Roman" pitchFamily="18" charset="0"/>
              <a:ea typeface="宋体" pitchFamily="2" charset="-122"/>
              <a:cs typeface="+mn-cs"/>
            </a:endParaRPr>
          </a:p>
        </p:txBody>
      </p:sp>
      <p:sp>
        <p:nvSpPr>
          <p:cNvPr id="5123" name="Rectangle 3"/>
          <p:cNvSpPr>
            <a:spLocks noGrp="1" noChangeArrowheads="1"/>
          </p:cNvSpPr>
          <p:nvPr>
            <p:ph type="dt" sz="quarter" idx="1"/>
          </p:nvPr>
        </p:nvSpPr>
        <p:spPr bwMode="auto">
          <a:xfrm>
            <a:off x="3886200" y="0"/>
            <a:ext cx="2971800" cy="457200"/>
          </a:xfrm>
          <a:prstGeom prst="rect">
            <a:avLst/>
          </a:prstGeom>
          <a:noFill/>
          <a:ln w="9525">
            <a:noFill/>
            <a:miter lim="800000"/>
          </a:ln>
          <a:effectLst/>
        </p:spPr>
        <p:txBody>
          <a:bodyPr vert="horz" wrap="square" lIns="91440" tIns="45720" rIns="91440" bIns="45720" numCol="1" anchor="t" anchorCtr="0" compatLnSpc="1"/>
          <a:lstStyle>
            <a:lvl1pPr algn="r">
              <a:defRPr kumimoji="1" sz="1200">
                <a:latin typeface="Times New Roman" pitchFamily="18" charset="0"/>
              </a:defRPr>
            </a:lvl1pPr>
          </a:lstStyle>
          <a:p>
            <a:pPr marL="0" marR="0" lvl="0" indent="0" algn="r" defTabSz="914400" rtl="0" eaLnBrk="1" fontAlgn="base" latinLnBrk="0" hangingPunct="1">
              <a:lnSpc>
                <a:spcPct val="100000"/>
              </a:lnSpc>
              <a:spcBef>
                <a:spcPct val="0"/>
              </a:spcBef>
              <a:spcAft>
                <a:spcPct val="0"/>
              </a:spcAft>
              <a:buClrTx/>
              <a:buSzTx/>
              <a:buFontTx/>
              <a:buNone/>
              <a:defRPr/>
            </a:pPr>
            <a:endParaRPr kumimoji="1" lang="en-US" altLang="zh-CN" sz="1200" b="0" i="0" u="none" strike="noStrike" kern="1200" cap="none" spc="0" normalizeH="0" baseline="0" noProof="0">
              <a:ln>
                <a:noFill/>
              </a:ln>
              <a:solidFill>
                <a:schemeClr val="tx1"/>
              </a:solidFill>
              <a:effectLst/>
              <a:uLnTx/>
              <a:uFillTx/>
              <a:latin typeface="Times New Roman" pitchFamily="18" charset="0"/>
              <a:ea typeface="宋体" pitchFamily="2" charset="-122"/>
              <a:cs typeface="+mn-cs"/>
            </a:endParaRPr>
          </a:p>
        </p:txBody>
      </p:sp>
      <p:sp>
        <p:nvSpPr>
          <p:cNvPr id="5124" name="Rectangle 4"/>
          <p:cNvSpPr>
            <a:spLocks noGrp="1" noChangeArrowheads="1"/>
          </p:cNvSpPr>
          <p:nvPr>
            <p:ph type="ftr" sz="quarter" idx="2"/>
          </p:nvPr>
        </p:nvSpPr>
        <p:spPr bwMode="auto">
          <a:xfrm>
            <a:off x="0" y="8686800"/>
            <a:ext cx="2971800" cy="457200"/>
          </a:xfrm>
          <a:prstGeom prst="rect">
            <a:avLst/>
          </a:prstGeom>
          <a:noFill/>
          <a:ln w="9525">
            <a:noFill/>
            <a:miter lim="800000"/>
          </a:ln>
          <a:effectLst/>
        </p:spPr>
        <p:txBody>
          <a:bodyPr vert="horz" wrap="square" lIns="91440" tIns="45720" rIns="91440" bIns="45720" numCol="1" anchor="b" anchorCtr="0" compatLnSpc="1"/>
          <a:lstStyle>
            <a:lvl1pPr>
              <a:defRPr kumimoji="1" sz="1200">
                <a:latin typeface="Times New Roman" pitchFamily="18" charset="0"/>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en-US" altLang="zh-CN" sz="1200" b="0" i="0" u="none" strike="noStrike" kern="1200" cap="none" spc="0" normalizeH="0" baseline="0" noProof="0">
              <a:ln>
                <a:noFill/>
              </a:ln>
              <a:solidFill>
                <a:schemeClr val="tx1"/>
              </a:solidFill>
              <a:effectLst/>
              <a:uLnTx/>
              <a:uFillTx/>
              <a:latin typeface="Times New Roman" pitchFamily="18" charset="0"/>
              <a:ea typeface="宋体" pitchFamily="2" charset="-122"/>
              <a:cs typeface="+mn-cs"/>
            </a:endParaRPr>
          </a:p>
        </p:txBody>
      </p:sp>
      <p:sp>
        <p:nvSpPr>
          <p:cNvPr id="5125" name="Rectangle 5"/>
          <p:cNvSpPr>
            <a:spLocks noGrp="1" noChangeArrowheads="1"/>
          </p:cNvSpPr>
          <p:nvPr>
            <p:ph type="sldNum" sz="quarter" idx="3"/>
          </p:nvPr>
        </p:nvSpPr>
        <p:spPr bwMode="auto">
          <a:xfrm>
            <a:off x="3886200" y="8686800"/>
            <a:ext cx="2971800" cy="457200"/>
          </a:xfrm>
          <a:prstGeom prst="rect">
            <a:avLst/>
          </a:prstGeom>
          <a:noFill/>
          <a:ln w="9525">
            <a:noFill/>
            <a:miter lim="800000"/>
          </a:ln>
          <a:effectLst/>
        </p:spPr>
        <p:txBody>
          <a:bodyPr vert="horz" wrap="square" lIns="91440" tIns="45720" rIns="91440" bIns="45720" numCol="1" anchor="b" anchorCtr="0" compatLnSpc="1"/>
          <a:lstStyle>
            <a:lvl1pPr algn="r">
              <a:defRPr kumimoji="1" sz="1200">
                <a:latin typeface="Times New Roman" pitchFamily="18" charset="0"/>
              </a:defRPr>
            </a:lvl1pPr>
          </a:lstStyle>
          <a:p>
            <a:pPr marL="0" marR="0" lvl="0" indent="0" algn="r" defTabSz="914400" rtl="0" eaLnBrk="1" fontAlgn="base" latinLnBrk="0" hangingPunct="1">
              <a:lnSpc>
                <a:spcPct val="100000"/>
              </a:lnSpc>
              <a:spcBef>
                <a:spcPct val="0"/>
              </a:spcBef>
              <a:spcAft>
                <a:spcPct val="0"/>
              </a:spcAft>
              <a:buClrTx/>
              <a:buSzTx/>
              <a:buFontTx/>
              <a:buNone/>
              <a:defRPr/>
            </a:pPr>
            <a:fld id="{1DC051A7-3587-483F-9A84-19A57A54D702}" type="slidenum">
              <a:rPr kumimoji="1" lang="zh-CN" altLang="en-US" sz="1200" b="0" i="0" u="none" strike="noStrike" kern="1200" cap="none" spc="0" normalizeH="0" baseline="0" noProof="0" smtClean="0">
                <a:ln>
                  <a:noFill/>
                </a:ln>
                <a:solidFill>
                  <a:schemeClr val="tx1"/>
                </a:solidFill>
                <a:effectLst/>
                <a:uLnTx/>
                <a:uFillTx/>
                <a:latin typeface="Times New Roman" pitchFamily="18" charset="0"/>
                <a:ea typeface="宋体" pitchFamily="2" charset="-122"/>
                <a:cs typeface="+mn-cs"/>
              </a:rPr>
            </a:fld>
            <a:endParaRPr kumimoji="1" lang="en-US" altLang="zh-CN" sz="1200" b="0" i="0" u="none" strike="noStrike" kern="1200" cap="none" spc="0" normalizeH="0" baseline="0" noProof="0" smtClean="0">
              <a:ln>
                <a:noFill/>
              </a:ln>
              <a:solidFill>
                <a:schemeClr val="tx1"/>
              </a:solidFill>
              <a:effectLst/>
              <a:uLnTx/>
              <a:uFillTx/>
              <a:latin typeface="Times New Roman" pitchFamily="18" charset="0"/>
              <a:ea typeface="宋体" pitchFamily="2" charset="-122"/>
              <a:cs typeface="+mn-cs"/>
            </a:endParaRPr>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4098" name="Rectangle 2"/>
          <p:cNvSpPr>
            <a:spLocks noGrp="1" noChangeArrowheads="1"/>
          </p:cNvSpPr>
          <p:nvPr>
            <p:ph type="hdr" sz="quarter"/>
          </p:nvPr>
        </p:nvSpPr>
        <p:spPr bwMode="auto">
          <a:xfrm>
            <a:off x="0" y="0"/>
            <a:ext cx="2971800" cy="457200"/>
          </a:xfrm>
          <a:prstGeom prst="rect">
            <a:avLst/>
          </a:prstGeom>
          <a:noFill/>
          <a:ln w="9525">
            <a:noFill/>
            <a:miter lim="800000"/>
          </a:ln>
          <a:effectLst/>
        </p:spPr>
        <p:txBody>
          <a:bodyPr vert="horz" wrap="square" lIns="91440" tIns="45720" rIns="91440" bIns="45720" numCol="1" anchor="t" anchorCtr="0" compatLnSpc="1"/>
          <a:lstStyle>
            <a:lvl1pPr>
              <a:defRPr kumimoji="1" sz="1200">
                <a:latin typeface="Times New Roman" pitchFamily="18" charset="0"/>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1200" b="0" i="0" u="none" strike="noStrike" kern="1200" cap="none" spc="0" normalizeH="0" baseline="0" noProof="0">
              <a:ln>
                <a:noFill/>
              </a:ln>
              <a:solidFill>
                <a:schemeClr val="tx1"/>
              </a:solidFill>
              <a:effectLst/>
              <a:uLnTx/>
              <a:uFillTx/>
              <a:latin typeface="Times New Roman" pitchFamily="18" charset="0"/>
              <a:ea typeface="宋体" pitchFamily="2" charset="-122"/>
              <a:cs typeface="+mn-cs"/>
            </a:endParaRPr>
          </a:p>
        </p:txBody>
      </p:sp>
      <p:sp>
        <p:nvSpPr>
          <p:cNvPr id="4099" name="Rectangle 3"/>
          <p:cNvSpPr>
            <a:spLocks noGrp="1" noChangeArrowheads="1"/>
          </p:cNvSpPr>
          <p:nvPr>
            <p:ph type="dt" idx="1"/>
          </p:nvPr>
        </p:nvSpPr>
        <p:spPr bwMode="auto">
          <a:xfrm>
            <a:off x="3886200" y="0"/>
            <a:ext cx="2971800" cy="457200"/>
          </a:xfrm>
          <a:prstGeom prst="rect">
            <a:avLst/>
          </a:prstGeom>
          <a:noFill/>
          <a:ln w="9525">
            <a:noFill/>
            <a:miter lim="800000"/>
          </a:ln>
          <a:effectLst/>
        </p:spPr>
        <p:txBody>
          <a:bodyPr vert="horz" wrap="square" lIns="91440" tIns="45720" rIns="91440" bIns="45720" numCol="1" anchor="t" anchorCtr="0" compatLnSpc="1"/>
          <a:lstStyle>
            <a:lvl1pPr algn="r">
              <a:defRPr kumimoji="1" sz="1200">
                <a:latin typeface="Times New Roman" pitchFamily="18" charset="0"/>
              </a:defRPr>
            </a:lvl1pPr>
          </a:lstStyle>
          <a:p>
            <a:pPr marL="0" marR="0" lvl="0" indent="0" algn="r" defTabSz="914400" rtl="0" eaLnBrk="1" fontAlgn="base" latinLnBrk="0" hangingPunct="1">
              <a:lnSpc>
                <a:spcPct val="100000"/>
              </a:lnSpc>
              <a:spcBef>
                <a:spcPct val="0"/>
              </a:spcBef>
              <a:spcAft>
                <a:spcPct val="0"/>
              </a:spcAft>
              <a:buClrTx/>
              <a:buSzTx/>
              <a:buFontTx/>
              <a:buNone/>
              <a:defRPr/>
            </a:pPr>
            <a:endParaRPr kumimoji="1" lang="en-US" altLang="zh-CN" sz="1200" b="0" i="0" u="none" strike="noStrike" kern="1200" cap="none" spc="0" normalizeH="0" baseline="0" noProof="0">
              <a:ln>
                <a:noFill/>
              </a:ln>
              <a:solidFill>
                <a:schemeClr val="tx1"/>
              </a:solidFill>
              <a:effectLst/>
              <a:uLnTx/>
              <a:uFillTx/>
              <a:latin typeface="Times New Roman" pitchFamily="18" charset="0"/>
              <a:ea typeface="宋体" pitchFamily="2" charset="-122"/>
              <a:cs typeface="+mn-cs"/>
            </a:endParaRPr>
          </a:p>
        </p:txBody>
      </p:sp>
      <p:sp>
        <p:nvSpPr>
          <p:cNvPr id="3076" name="Rectangle 4"/>
          <p:cNvSpPr/>
          <p:nvPr>
            <p:ph type="sldImg" idx="2"/>
          </p:nvPr>
        </p:nvSpPr>
        <p:spPr>
          <a:xfrm>
            <a:off x="1143000" y="685800"/>
            <a:ext cx="4572000" cy="3429000"/>
          </a:xfrm>
          <a:prstGeom prst="rect">
            <a:avLst/>
          </a:prstGeom>
          <a:noFill/>
          <a:ln w="9525" cap="flat" cmpd="sng">
            <a:solidFill>
              <a:srgbClr val="000000"/>
            </a:solidFill>
            <a:prstDash val="solid"/>
            <a:miter/>
            <a:headEnd type="none" w="med" len="med"/>
            <a:tailEnd type="none" w="med" len="med"/>
          </a:ln>
        </p:spPr>
      </p:sp>
      <p:sp>
        <p:nvSpPr>
          <p:cNvPr id="4101" name="Rectangle 5"/>
          <p:cNvSpPr>
            <a:spLocks noGrp="1" noChangeArrowheads="1"/>
          </p:cNvSpPr>
          <p:nvPr>
            <p:ph type="body" sz="quarter" idx="3"/>
          </p:nvPr>
        </p:nvSpPr>
        <p:spPr bwMode="auto">
          <a:xfrm>
            <a:off x="914400" y="4343400"/>
            <a:ext cx="5029200" cy="4114800"/>
          </a:xfrm>
          <a:prstGeom prst="rect">
            <a:avLst/>
          </a:prstGeom>
          <a:noFill/>
          <a:ln w="9525">
            <a:noFill/>
            <a:miter lim="800000"/>
          </a:ln>
          <a:effectLst/>
        </p:spPr>
        <p:txBody>
          <a:bodyPr vert="horz" wrap="square" lIns="91440" tIns="45720" rIns="91440" bIns="45720" numCol="1" anchor="t" anchorCtr="0" compatLnSpc="1"/>
          <a:lstStyle/>
          <a:p>
            <a:pPr marL="0" marR="0" lvl="0"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smtClean="0">
                <a:ln>
                  <a:noFill/>
                </a:ln>
                <a:solidFill>
                  <a:schemeClr val="tx1"/>
                </a:solidFill>
                <a:effectLst/>
                <a:uLnTx/>
                <a:uFillTx/>
                <a:latin typeface="Times New Roman" pitchFamily="18" charset="0"/>
                <a:ea typeface="宋体" pitchFamily="2" charset="-122"/>
                <a:cs typeface="+mn-cs"/>
              </a:rPr>
              <a:t>单击此处编辑母版文本样式</a:t>
            </a:r>
            <a:endParaRPr kumimoji="0" lang="zh-CN" altLang="en-US" sz="1200" b="0" i="0" u="none" strike="noStrike" kern="1200" cap="none" spc="0" normalizeH="0" baseline="0" noProof="0" smtClean="0">
              <a:ln>
                <a:noFill/>
              </a:ln>
              <a:solidFill>
                <a:schemeClr val="tx1"/>
              </a:solidFill>
              <a:effectLst/>
              <a:uLnTx/>
              <a:uFillTx/>
              <a:latin typeface="Times New Roman" pitchFamily="18" charset="0"/>
              <a:ea typeface="宋体" pitchFamily="2" charset="-122"/>
              <a:cs typeface="+mn-cs"/>
            </a:endParaRPr>
          </a:p>
          <a:p>
            <a:pPr marL="457200" marR="0" lvl="1"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smtClean="0">
                <a:ln>
                  <a:noFill/>
                </a:ln>
                <a:solidFill>
                  <a:schemeClr val="tx1"/>
                </a:solidFill>
                <a:effectLst/>
                <a:uLnTx/>
                <a:uFillTx/>
                <a:latin typeface="Times New Roman" pitchFamily="18" charset="0"/>
                <a:ea typeface="宋体" pitchFamily="2" charset="-122"/>
                <a:cs typeface="+mn-cs"/>
              </a:rPr>
              <a:t>第二级</a:t>
            </a:r>
            <a:endParaRPr kumimoji="0" lang="zh-CN" altLang="en-US" sz="1200" b="0" i="0" u="none" strike="noStrike" kern="1200" cap="none" spc="0" normalizeH="0" baseline="0" noProof="0" smtClean="0">
              <a:ln>
                <a:noFill/>
              </a:ln>
              <a:solidFill>
                <a:schemeClr val="tx1"/>
              </a:solidFill>
              <a:effectLst/>
              <a:uLnTx/>
              <a:uFillTx/>
              <a:latin typeface="Times New Roman" pitchFamily="18" charset="0"/>
              <a:ea typeface="宋体" pitchFamily="2" charset="-122"/>
              <a:cs typeface="+mn-cs"/>
            </a:endParaRPr>
          </a:p>
          <a:p>
            <a:pPr marL="914400" marR="0" lvl="2"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smtClean="0">
                <a:ln>
                  <a:noFill/>
                </a:ln>
                <a:solidFill>
                  <a:schemeClr val="tx1"/>
                </a:solidFill>
                <a:effectLst/>
                <a:uLnTx/>
                <a:uFillTx/>
                <a:latin typeface="Times New Roman" pitchFamily="18" charset="0"/>
                <a:ea typeface="宋体" pitchFamily="2" charset="-122"/>
                <a:cs typeface="+mn-cs"/>
              </a:rPr>
              <a:t>第三级</a:t>
            </a:r>
            <a:endParaRPr kumimoji="0" lang="zh-CN" altLang="en-US" sz="1200" b="0" i="0" u="none" strike="noStrike" kern="1200" cap="none" spc="0" normalizeH="0" baseline="0" noProof="0" smtClean="0">
              <a:ln>
                <a:noFill/>
              </a:ln>
              <a:solidFill>
                <a:schemeClr val="tx1"/>
              </a:solidFill>
              <a:effectLst/>
              <a:uLnTx/>
              <a:uFillTx/>
              <a:latin typeface="Times New Roman" pitchFamily="18" charset="0"/>
              <a:ea typeface="宋体" pitchFamily="2" charset="-122"/>
              <a:cs typeface="+mn-cs"/>
            </a:endParaRPr>
          </a:p>
          <a:p>
            <a:pPr marL="1371600" marR="0" lvl="3"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smtClean="0">
                <a:ln>
                  <a:noFill/>
                </a:ln>
                <a:solidFill>
                  <a:schemeClr val="tx1"/>
                </a:solidFill>
                <a:effectLst/>
                <a:uLnTx/>
                <a:uFillTx/>
                <a:latin typeface="Times New Roman" pitchFamily="18" charset="0"/>
                <a:ea typeface="宋体" pitchFamily="2" charset="-122"/>
                <a:cs typeface="+mn-cs"/>
              </a:rPr>
              <a:t>第四级</a:t>
            </a:r>
            <a:endParaRPr kumimoji="0" lang="zh-CN" altLang="en-US" sz="1200" b="0" i="0" u="none" strike="noStrike" kern="1200" cap="none" spc="0" normalizeH="0" baseline="0" noProof="0" smtClean="0">
              <a:ln>
                <a:noFill/>
              </a:ln>
              <a:solidFill>
                <a:schemeClr val="tx1"/>
              </a:solidFill>
              <a:effectLst/>
              <a:uLnTx/>
              <a:uFillTx/>
              <a:latin typeface="Times New Roman" pitchFamily="18" charset="0"/>
              <a:ea typeface="宋体" pitchFamily="2" charset="-122"/>
              <a:cs typeface="+mn-cs"/>
            </a:endParaRPr>
          </a:p>
          <a:p>
            <a:pPr marL="1828800" marR="0" lvl="4"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smtClean="0">
                <a:ln>
                  <a:noFill/>
                </a:ln>
                <a:solidFill>
                  <a:schemeClr val="tx1"/>
                </a:solidFill>
                <a:effectLst/>
                <a:uLnTx/>
                <a:uFillTx/>
                <a:latin typeface="Times New Roman" pitchFamily="18" charset="0"/>
                <a:ea typeface="宋体" pitchFamily="2" charset="-122"/>
                <a:cs typeface="+mn-cs"/>
              </a:rPr>
              <a:t>第五级</a:t>
            </a:r>
            <a:endParaRPr kumimoji="0" lang="zh-CN" altLang="en-US" sz="1200" b="0" i="0" u="none" strike="noStrike" kern="1200" cap="none" spc="0" normalizeH="0" baseline="0" noProof="0" smtClean="0">
              <a:ln>
                <a:noFill/>
              </a:ln>
              <a:solidFill>
                <a:schemeClr val="tx1"/>
              </a:solidFill>
              <a:effectLst/>
              <a:uLnTx/>
              <a:uFillTx/>
              <a:latin typeface="Times New Roman" pitchFamily="18" charset="0"/>
              <a:ea typeface="宋体" pitchFamily="2" charset="-122"/>
              <a:cs typeface="+mn-cs"/>
            </a:endParaRPr>
          </a:p>
        </p:txBody>
      </p:sp>
      <p:sp>
        <p:nvSpPr>
          <p:cNvPr id="4102" name="Rectangle 6"/>
          <p:cNvSpPr>
            <a:spLocks noGrp="1" noChangeArrowheads="1"/>
          </p:cNvSpPr>
          <p:nvPr>
            <p:ph type="ftr" sz="quarter" idx="4"/>
          </p:nvPr>
        </p:nvSpPr>
        <p:spPr bwMode="auto">
          <a:xfrm>
            <a:off x="0" y="8686800"/>
            <a:ext cx="2971800" cy="457200"/>
          </a:xfrm>
          <a:prstGeom prst="rect">
            <a:avLst/>
          </a:prstGeom>
          <a:noFill/>
          <a:ln w="9525">
            <a:noFill/>
            <a:miter lim="800000"/>
          </a:ln>
          <a:effectLst/>
        </p:spPr>
        <p:txBody>
          <a:bodyPr vert="horz" wrap="square" lIns="91440" tIns="45720" rIns="91440" bIns="45720" numCol="1" anchor="b" anchorCtr="0" compatLnSpc="1"/>
          <a:lstStyle>
            <a:lvl1pPr>
              <a:defRPr kumimoji="1" sz="1200">
                <a:latin typeface="Times New Roman" pitchFamily="18" charset="0"/>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en-US" altLang="zh-CN" sz="1200" b="0" i="0" u="none" strike="noStrike" kern="1200" cap="none" spc="0" normalizeH="0" baseline="0" noProof="0">
              <a:ln>
                <a:noFill/>
              </a:ln>
              <a:solidFill>
                <a:schemeClr val="tx1"/>
              </a:solidFill>
              <a:effectLst/>
              <a:uLnTx/>
              <a:uFillTx/>
              <a:latin typeface="Times New Roman" pitchFamily="18" charset="0"/>
              <a:ea typeface="宋体" pitchFamily="2" charset="-122"/>
              <a:cs typeface="+mn-cs"/>
            </a:endParaRPr>
          </a:p>
        </p:txBody>
      </p:sp>
      <p:sp>
        <p:nvSpPr>
          <p:cNvPr id="4103" name="Rectangle 7"/>
          <p:cNvSpPr>
            <a:spLocks noGrp="1" noChangeArrowheads="1"/>
          </p:cNvSpPr>
          <p:nvPr>
            <p:ph type="sldNum" sz="quarter" idx="5"/>
          </p:nvPr>
        </p:nvSpPr>
        <p:spPr bwMode="auto">
          <a:xfrm>
            <a:off x="3886200" y="8686800"/>
            <a:ext cx="2971800" cy="457200"/>
          </a:xfrm>
          <a:prstGeom prst="rect">
            <a:avLst/>
          </a:prstGeom>
          <a:noFill/>
          <a:ln w="9525">
            <a:noFill/>
            <a:miter lim="800000"/>
          </a:ln>
          <a:effectLst/>
        </p:spPr>
        <p:txBody>
          <a:bodyPr vert="horz" wrap="square" lIns="91440" tIns="45720" rIns="91440" bIns="45720" numCol="1" anchor="b" anchorCtr="0" compatLnSpc="1"/>
          <a:lstStyle>
            <a:lvl1pPr algn="r">
              <a:defRPr kumimoji="1" sz="1200">
                <a:latin typeface="Times New Roman" pitchFamily="18" charset="0"/>
              </a:defRPr>
            </a:lvl1pPr>
          </a:lstStyle>
          <a:p>
            <a:pPr marL="0" marR="0" lvl="0" indent="0" algn="r" defTabSz="914400" rtl="0" eaLnBrk="1" fontAlgn="base" latinLnBrk="0" hangingPunct="1">
              <a:lnSpc>
                <a:spcPct val="100000"/>
              </a:lnSpc>
              <a:spcBef>
                <a:spcPct val="0"/>
              </a:spcBef>
              <a:spcAft>
                <a:spcPct val="0"/>
              </a:spcAft>
              <a:buClrTx/>
              <a:buSzTx/>
              <a:buFontTx/>
              <a:buNone/>
              <a:defRPr/>
            </a:pPr>
            <a:fld id="{E59EBB9F-ED3F-4095-BBB0-A0D8AB781BF8}" type="slidenum">
              <a:rPr kumimoji="1" lang="zh-CN" altLang="en-US" sz="1200" b="0" i="0" u="none" strike="noStrike" kern="1200" cap="none" spc="0" normalizeH="0" baseline="0" noProof="0" smtClean="0">
                <a:ln>
                  <a:noFill/>
                </a:ln>
                <a:solidFill>
                  <a:schemeClr val="tx1"/>
                </a:solidFill>
                <a:effectLst/>
                <a:uLnTx/>
                <a:uFillTx/>
                <a:latin typeface="Times New Roman" pitchFamily="18" charset="0"/>
                <a:ea typeface="宋体" pitchFamily="2" charset="-122"/>
                <a:cs typeface="+mn-cs"/>
              </a:rPr>
            </a:fld>
            <a:endParaRPr kumimoji="1" lang="en-US" altLang="zh-CN" sz="1200" b="0" i="0" u="none" strike="noStrike" kern="1200" cap="none" spc="0" normalizeH="0" baseline="0" noProof="0" smtClean="0">
              <a:ln>
                <a:noFill/>
              </a:ln>
              <a:solidFill>
                <a:schemeClr val="tx1"/>
              </a:solidFill>
              <a:effectLst/>
              <a:uLnTx/>
              <a:uFillTx/>
              <a:latin typeface="Times New Roman" pitchFamily="18" charset="0"/>
              <a:ea typeface="宋体" pitchFamily="2" charset="-122"/>
              <a:cs typeface="+mn-cs"/>
            </a:endParaRPr>
          </a:p>
        </p:txBody>
      </p:sp>
    </p:spTree>
  </p:cSld>
  <p:clrMap bg1="lt1" tx1="dk1" bg2="lt2" tx2="dk2" accent1="accent1" accent2="accent2" accent3="accent3" accent4="accent4" accent5="accent5" accent6="accent6" hlink="hlink" folHlink="folHlink"/>
  <p:hf sldNum="0" hdr="0" ftr="0" dt="0"/>
  <p:notesStyle>
    <a:lvl1pPr algn="l" rtl="0" eaLnBrk="0" fontAlgn="base" hangingPunct="0">
      <a:spcBef>
        <a:spcPct val="30000"/>
      </a:spcBef>
      <a:spcAft>
        <a:spcPct val="0"/>
      </a:spcAft>
      <a:defRPr sz="1200" kern="1200">
        <a:solidFill>
          <a:schemeClr val="tx1"/>
        </a:solidFill>
        <a:latin typeface="Times New Roman" pitchFamily="18" charset="0"/>
        <a:ea typeface="宋体" pitchFamily="2" charset="-122"/>
        <a:cs typeface="+mn-cs"/>
      </a:defRPr>
    </a:lvl1pPr>
    <a:lvl2pPr marL="457200" algn="l" rtl="0" eaLnBrk="0" fontAlgn="base" hangingPunct="0">
      <a:spcBef>
        <a:spcPct val="30000"/>
      </a:spcBef>
      <a:spcAft>
        <a:spcPct val="0"/>
      </a:spcAft>
      <a:defRPr sz="1200" kern="1200">
        <a:solidFill>
          <a:schemeClr val="tx1"/>
        </a:solidFill>
        <a:latin typeface="Times New Roman" pitchFamily="18" charset="0"/>
        <a:ea typeface="宋体" pitchFamily="2" charset="-122"/>
        <a:cs typeface="+mn-cs"/>
      </a:defRPr>
    </a:lvl2pPr>
    <a:lvl3pPr marL="914400" algn="l" rtl="0" eaLnBrk="0" fontAlgn="base" hangingPunct="0">
      <a:spcBef>
        <a:spcPct val="30000"/>
      </a:spcBef>
      <a:spcAft>
        <a:spcPct val="0"/>
      </a:spcAft>
      <a:defRPr sz="1200" kern="1200">
        <a:solidFill>
          <a:schemeClr val="tx1"/>
        </a:solidFill>
        <a:latin typeface="Times New Roman" pitchFamily="18" charset="0"/>
        <a:ea typeface="宋体" pitchFamily="2" charset="-122"/>
        <a:cs typeface="+mn-cs"/>
      </a:defRPr>
    </a:lvl3pPr>
    <a:lvl4pPr marL="1371600" algn="l" rtl="0" eaLnBrk="0" fontAlgn="base" hangingPunct="0">
      <a:spcBef>
        <a:spcPct val="30000"/>
      </a:spcBef>
      <a:spcAft>
        <a:spcPct val="0"/>
      </a:spcAft>
      <a:defRPr sz="1200" kern="1200">
        <a:solidFill>
          <a:schemeClr val="tx1"/>
        </a:solidFill>
        <a:latin typeface="Times New Roman" pitchFamily="18" charset="0"/>
        <a:ea typeface="宋体" pitchFamily="2" charset="-122"/>
        <a:cs typeface="+mn-cs"/>
      </a:defRPr>
    </a:lvl4pPr>
    <a:lvl5pPr marL="1828800" algn="l" rtl="0" eaLnBrk="0" fontAlgn="base" hangingPunct="0">
      <a:spcBef>
        <a:spcPct val="30000"/>
      </a:spcBef>
      <a:spcAft>
        <a:spcPct val="0"/>
      </a:spcAft>
      <a:defRPr sz="1200" kern="1200">
        <a:solidFill>
          <a:schemeClr val="tx1"/>
        </a:solidFill>
        <a:latin typeface="Times New Roman" pitchFamily="18" charset="0"/>
        <a:ea typeface="宋体"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2.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3.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4.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5.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6.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7.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41986" name="Rectangle 7"/>
          <p:cNvSpPr txBox="1">
            <a:spLocks noGrp="1"/>
          </p:cNvSpPr>
          <p:nvPr>
            <p:ph type="sldNum" sz="quarter"/>
          </p:nvPr>
        </p:nvSpPr>
        <p:spPr>
          <a:xfrm>
            <a:off x="3886200" y="8686800"/>
            <a:ext cx="2971800" cy="457200"/>
          </a:xfrm>
          <a:prstGeom prst="rect">
            <a:avLst/>
          </a:prstGeom>
          <a:noFill/>
          <a:ln w="9525">
            <a:noFill/>
          </a:ln>
        </p:spPr>
        <p:txBody>
          <a:bodyPr anchor="b" anchorCtr="0"/>
          <a:p>
            <a:pPr lvl="0" algn="r" eaLnBrk="1" hangingPunct="1"/>
            <a:fld id="{9A0DB2DC-4C9A-4742-B13C-FB6460FD3503}" type="slidenum">
              <a:rPr lang="zh-CN" altLang="en-US" sz="1200" dirty="0">
                <a:latin typeface="Times New Roman" pitchFamily="18" charset="0"/>
              </a:rPr>
            </a:fld>
            <a:endParaRPr lang="zh-CN" altLang="en-US" sz="1200" dirty="0">
              <a:latin typeface="Times New Roman" pitchFamily="18" charset="0"/>
            </a:endParaRPr>
          </a:p>
        </p:txBody>
      </p:sp>
      <p:sp>
        <p:nvSpPr>
          <p:cNvPr id="41987" name="Rectangle 2"/>
          <p:cNvSpPr>
            <a:spLocks noTextEdit="1"/>
          </p:cNvSpPr>
          <p:nvPr>
            <p:ph type="sldImg"/>
          </p:nvPr>
        </p:nvSpPr>
        <p:spPr/>
      </p:sp>
      <p:sp>
        <p:nvSpPr>
          <p:cNvPr id="41988" name="Rectangle 3"/>
          <p:cNvSpPr>
            <a:spLocks noGrp="1"/>
          </p:cNvSpPr>
          <p:nvPr>
            <p:ph type="body" idx="1"/>
          </p:nvPr>
        </p:nvSpPr>
        <p:spPr/>
        <p:txBody>
          <a:bodyPr wrap="square" lIns="91440" tIns="45720" rIns="91440" bIns="45720" anchor="t" anchorCtr="0"/>
          <a:p>
            <a:pPr lvl="0" eaLnBrk="1" hangingPunct="1"/>
            <a:endParaRPr lang="zh-CN" altLang="en-US"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43010" name="Rectangle 7"/>
          <p:cNvSpPr txBox="1">
            <a:spLocks noGrp="1"/>
          </p:cNvSpPr>
          <p:nvPr>
            <p:ph type="sldNum" sz="quarter"/>
          </p:nvPr>
        </p:nvSpPr>
        <p:spPr>
          <a:xfrm>
            <a:off x="3886200" y="8686800"/>
            <a:ext cx="2971800" cy="457200"/>
          </a:xfrm>
          <a:prstGeom prst="rect">
            <a:avLst/>
          </a:prstGeom>
          <a:noFill/>
          <a:ln w="9525">
            <a:noFill/>
          </a:ln>
        </p:spPr>
        <p:txBody>
          <a:bodyPr anchor="b" anchorCtr="0"/>
          <a:p>
            <a:pPr lvl="0" algn="r" eaLnBrk="1" hangingPunct="1"/>
            <a:fld id="{9A0DB2DC-4C9A-4742-B13C-FB6460FD3503}" type="slidenum">
              <a:rPr lang="zh-CN" altLang="en-US" sz="1200" dirty="0">
                <a:latin typeface="Times New Roman" pitchFamily="18" charset="0"/>
              </a:rPr>
            </a:fld>
            <a:endParaRPr lang="zh-CN" altLang="en-US" sz="1200" dirty="0">
              <a:latin typeface="Times New Roman" pitchFamily="18" charset="0"/>
            </a:endParaRPr>
          </a:p>
        </p:txBody>
      </p:sp>
      <p:sp>
        <p:nvSpPr>
          <p:cNvPr id="43011" name="Rectangle 2"/>
          <p:cNvSpPr>
            <a:spLocks noTextEdit="1"/>
          </p:cNvSpPr>
          <p:nvPr>
            <p:ph type="sldImg"/>
          </p:nvPr>
        </p:nvSpPr>
        <p:spPr/>
      </p:sp>
      <p:sp>
        <p:nvSpPr>
          <p:cNvPr id="43012" name="Rectangle 3"/>
          <p:cNvSpPr>
            <a:spLocks noGrp="1"/>
          </p:cNvSpPr>
          <p:nvPr>
            <p:ph type="body" idx="1"/>
          </p:nvPr>
        </p:nvSpPr>
        <p:spPr/>
        <p:txBody>
          <a:bodyPr wrap="square" lIns="91440" tIns="45720" rIns="91440" bIns="45720" anchor="t" anchorCtr="0"/>
          <a:p>
            <a:pPr lvl="0" eaLnBrk="1" hangingPunct="1"/>
            <a:endParaRPr lang="zh-CN" altLang="en-US"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44034" name="Rectangle 7"/>
          <p:cNvSpPr txBox="1">
            <a:spLocks noGrp="1"/>
          </p:cNvSpPr>
          <p:nvPr>
            <p:ph type="sldNum" sz="quarter"/>
          </p:nvPr>
        </p:nvSpPr>
        <p:spPr>
          <a:xfrm>
            <a:off x="3886200" y="8686800"/>
            <a:ext cx="2971800" cy="457200"/>
          </a:xfrm>
          <a:prstGeom prst="rect">
            <a:avLst/>
          </a:prstGeom>
          <a:noFill/>
          <a:ln w="9525">
            <a:noFill/>
          </a:ln>
        </p:spPr>
        <p:txBody>
          <a:bodyPr anchor="b" anchorCtr="0"/>
          <a:p>
            <a:pPr lvl="0" algn="r" eaLnBrk="1" hangingPunct="1"/>
            <a:fld id="{9A0DB2DC-4C9A-4742-B13C-FB6460FD3503}" type="slidenum">
              <a:rPr lang="zh-CN" altLang="en-US" sz="1200" dirty="0">
                <a:latin typeface="Times New Roman" pitchFamily="18" charset="0"/>
              </a:rPr>
            </a:fld>
            <a:endParaRPr lang="zh-CN" altLang="en-US" sz="1200" dirty="0">
              <a:latin typeface="Times New Roman" pitchFamily="18" charset="0"/>
            </a:endParaRPr>
          </a:p>
        </p:txBody>
      </p:sp>
      <p:sp>
        <p:nvSpPr>
          <p:cNvPr id="44035" name="Rectangle 2"/>
          <p:cNvSpPr>
            <a:spLocks noTextEdit="1"/>
          </p:cNvSpPr>
          <p:nvPr>
            <p:ph type="sldImg"/>
          </p:nvPr>
        </p:nvSpPr>
        <p:spPr/>
      </p:sp>
      <p:sp>
        <p:nvSpPr>
          <p:cNvPr id="44036" name="Rectangle 3"/>
          <p:cNvSpPr>
            <a:spLocks noGrp="1"/>
          </p:cNvSpPr>
          <p:nvPr>
            <p:ph type="body" idx="1"/>
          </p:nvPr>
        </p:nvSpPr>
        <p:spPr/>
        <p:txBody>
          <a:bodyPr wrap="square" lIns="91440" tIns="45720" rIns="91440" bIns="45720" anchor="t" anchorCtr="0"/>
          <a:p>
            <a:pPr lvl="0" eaLnBrk="1" hangingPunct="1"/>
            <a:endParaRPr lang="zh-CN" altLang="en-US"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45058" name="Rectangle 7"/>
          <p:cNvSpPr txBox="1">
            <a:spLocks noGrp="1"/>
          </p:cNvSpPr>
          <p:nvPr>
            <p:ph type="sldNum" sz="quarter"/>
          </p:nvPr>
        </p:nvSpPr>
        <p:spPr>
          <a:xfrm>
            <a:off x="3886200" y="8686800"/>
            <a:ext cx="2971800" cy="457200"/>
          </a:xfrm>
          <a:prstGeom prst="rect">
            <a:avLst/>
          </a:prstGeom>
          <a:noFill/>
          <a:ln w="9525">
            <a:noFill/>
          </a:ln>
        </p:spPr>
        <p:txBody>
          <a:bodyPr anchor="b" anchorCtr="0"/>
          <a:p>
            <a:pPr lvl="0" algn="r" eaLnBrk="1" hangingPunct="1"/>
            <a:fld id="{9A0DB2DC-4C9A-4742-B13C-FB6460FD3503}" type="slidenum">
              <a:rPr lang="zh-CN" altLang="en-US" sz="1200" dirty="0">
                <a:latin typeface="Times New Roman" pitchFamily="18" charset="0"/>
              </a:rPr>
            </a:fld>
            <a:endParaRPr lang="zh-CN" altLang="en-US" sz="1200" dirty="0">
              <a:latin typeface="Times New Roman" pitchFamily="18" charset="0"/>
            </a:endParaRPr>
          </a:p>
        </p:txBody>
      </p:sp>
      <p:sp>
        <p:nvSpPr>
          <p:cNvPr id="45059" name="Rectangle 2"/>
          <p:cNvSpPr>
            <a:spLocks noTextEdit="1"/>
          </p:cNvSpPr>
          <p:nvPr>
            <p:ph type="sldImg"/>
          </p:nvPr>
        </p:nvSpPr>
        <p:spPr/>
      </p:sp>
      <p:sp>
        <p:nvSpPr>
          <p:cNvPr id="45060" name="Rectangle 3"/>
          <p:cNvSpPr>
            <a:spLocks noGrp="1"/>
          </p:cNvSpPr>
          <p:nvPr>
            <p:ph type="body" idx="1"/>
          </p:nvPr>
        </p:nvSpPr>
        <p:spPr/>
        <p:txBody>
          <a:bodyPr wrap="square" lIns="91440" tIns="45720" rIns="91440" bIns="45720" anchor="t" anchorCtr="0"/>
          <a:p>
            <a:pPr lvl="0" eaLnBrk="1" hangingPunct="1"/>
            <a:endParaRPr lang="zh-CN" altLang="en-US"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46082" name="Rectangle 7"/>
          <p:cNvSpPr txBox="1">
            <a:spLocks noGrp="1"/>
          </p:cNvSpPr>
          <p:nvPr>
            <p:ph type="sldNum" sz="quarter"/>
          </p:nvPr>
        </p:nvSpPr>
        <p:spPr>
          <a:xfrm>
            <a:off x="3886200" y="8686800"/>
            <a:ext cx="2971800" cy="457200"/>
          </a:xfrm>
          <a:prstGeom prst="rect">
            <a:avLst/>
          </a:prstGeom>
          <a:noFill/>
          <a:ln w="9525">
            <a:noFill/>
          </a:ln>
        </p:spPr>
        <p:txBody>
          <a:bodyPr anchor="b" anchorCtr="0"/>
          <a:p>
            <a:pPr lvl="0" algn="r" eaLnBrk="1" hangingPunct="1"/>
            <a:fld id="{9A0DB2DC-4C9A-4742-B13C-FB6460FD3503}" type="slidenum">
              <a:rPr lang="zh-CN" altLang="en-US" sz="1200" dirty="0">
                <a:latin typeface="Times New Roman" pitchFamily="18" charset="0"/>
              </a:rPr>
            </a:fld>
            <a:endParaRPr lang="zh-CN" altLang="en-US" sz="1200" dirty="0">
              <a:latin typeface="Times New Roman" pitchFamily="18" charset="0"/>
            </a:endParaRPr>
          </a:p>
        </p:txBody>
      </p:sp>
      <p:sp>
        <p:nvSpPr>
          <p:cNvPr id="46083" name="Rectangle 2"/>
          <p:cNvSpPr>
            <a:spLocks noTextEdit="1"/>
          </p:cNvSpPr>
          <p:nvPr>
            <p:ph type="sldImg"/>
          </p:nvPr>
        </p:nvSpPr>
        <p:spPr/>
      </p:sp>
      <p:sp>
        <p:nvSpPr>
          <p:cNvPr id="46084" name="Rectangle 3"/>
          <p:cNvSpPr>
            <a:spLocks noGrp="1"/>
          </p:cNvSpPr>
          <p:nvPr>
            <p:ph type="body" idx="1"/>
          </p:nvPr>
        </p:nvSpPr>
        <p:spPr/>
        <p:txBody>
          <a:bodyPr wrap="square" lIns="91440" tIns="45720" rIns="91440" bIns="45720" anchor="t" anchorCtr="0"/>
          <a:p>
            <a:pPr lvl="0" eaLnBrk="1" hangingPunct="1"/>
            <a:endParaRPr lang="zh-CN" altLang="en-US" dirty="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47106" name="Rectangle 7"/>
          <p:cNvSpPr txBox="1">
            <a:spLocks noGrp="1"/>
          </p:cNvSpPr>
          <p:nvPr>
            <p:ph type="sldNum" sz="quarter"/>
          </p:nvPr>
        </p:nvSpPr>
        <p:spPr>
          <a:xfrm>
            <a:off x="3886200" y="8686800"/>
            <a:ext cx="2971800" cy="457200"/>
          </a:xfrm>
          <a:prstGeom prst="rect">
            <a:avLst/>
          </a:prstGeom>
          <a:noFill/>
          <a:ln w="9525">
            <a:noFill/>
          </a:ln>
        </p:spPr>
        <p:txBody>
          <a:bodyPr anchor="b" anchorCtr="0"/>
          <a:p>
            <a:pPr lvl="0" algn="r" eaLnBrk="1" hangingPunct="1"/>
            <a:fld id="{9A0DB2DC-4C9A-4742-B13C-FB6460FD3503}" type="slidenum">
              <a:rPr lang="zh-CN" altLang="en-US" sz="1200" dirty="0">
                <a:latin typeface="Times New Roman" pitchFamily="18" charset="0"/>
              </a:rPr>
            </a:fld>
            <a:endParaRPr lang="zh-CN" altLang="en-US" sz="1200" dirty="0">
              <a:latin typeface="Times New Roman" pitchFamily="18" charset="0"/>
            </a:endParaRPr>
          </a:p>
        </p:txBody>
      </p:sp>
      <p:sp>
        <p:nvSpPr>
          <p:cNvPr id="47107" name="Rectangle 2"/>
          <p:cNvSpPr>
            <a:spLocks noTextEdit="1"/>
          </p:cNvSpPr>
          <p:nvPr>
            <p:ph type="sldImg"/>
          </p:nvPr>
        </p:nvSpPr>
        <p:spPr/>
      </p:sp>
      <p:sp>
        <p:nvSpPr>
          <p:cNvPr id="47108" name="Rectangle 3"/>
          <p:cNvSpPr>
            <a:spLocks noGrp="1"/>
          </p:cNvSpPr>
          <p:nvPr>
            <p:ph type="body" idx="1"/>
          </p:nvPr>
        </p:nvSpPr>
        <p:spPr/>
        <p:txBody>
          <a:bodyPr wrap="square" lIns="91440" tIns="45720" rIns="91440" bIns="45720" anchor="t" anchorCtr="0"/>
          <a:p>
            <a:pPr lvl="0" eaLnBrk="1" hangingPunct="1"/>
            <a:endParaRPr lang="zh-CN" altLang="en-US" dirty="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48130" name="Rectangle 7"/>
          <p:cNvSpPr txBox="1">
            <a:spLocks noGrp="1"/>
          </p:cNvSpPr>
          <p:nvPr>
            <p:ph type="sldNum" sz="quarter"/>
          </p:nvPr>
        </p:nvSpPr>
        <p:spPr>
          <a:xfrm>
            <a:off x="3886200" y="8686800"/>
            <a:ext cx="2971800" cy="457200"/>
          </a:xfrm>
          <a:prstGeom prst="rect">
            <a:avLst/>
          </a:prstGeom>
          <a:noFill/>
          <a:ln w="9525">
            <a:noFill/>
          </a:ln>
        </p:spPr>
        <p:txBody>
          <a:bodyPr anchor="b" anchorCtr="0"/>
          <a:p>
            <a:pPr lvl="0" algn="r" eaLnBrk="1" hangingPunct="1"/>
            <a:fld id="{9A0DB2DC-4C9A-4742-B13C-FB6460FD3503}" type="slidenum">
              <a:rPr lang="zh-CN" altLang="en-US" sz="1200" dirty="0">
                <a:latin typeface="Times New Roman" pitchFamily="18" charset="0"/>
              </a:rPr>
            </a:fld>
            <a:endParaRPr lang="zh-CN" altLang="en-US" sz="1200" dirty="0">
              <a:latin typeface="Times New Roman" pitchFamily="18" charset="0"/>
            </a:endParaRPr>
          </a:p>
        </p:txBody>
      </p:sp>
      <p:sp>
        <p:nvSpPr>
          <p:cNvPr id="48131" name="Rectangle 2"/>
          <p:cNvSpPr>
            <a:spLocks noTextEdit="1"/>
          </p:cNvSpPr>
          <p:nvPr>
            <p:ph type="sldImg"/>
          </p:nvPr>
        </p:nvSpPr>
        <p:spPr/>
      </p:sp>
      <p:sp>
        <p:nvSpPr>
          <p:cNvPr id="48132" name="Rectangle 3"/>
          <p:cNvSpPr>
            <a:spLocks noGrp="1"/>
          </p:cNvSpPr>
          <p:nvPr>
            <p:ph type="body" idx="1"/>
          </p:nvPr>
        </p:nvSpPr>
        <p:spPr/>
        <p:txBody>
          <a:bodyPr wrap="square" lIns="91440" tIns="45720" rIns="91440" bIns="45720" anchor="t" anchorCtr="0"/>
          <a:p>
            <a:pPr lvl="0" eaLnBrk="1" hangingPunct="1"/>
            <a:endParaRPr lang="zh-CN" altLang="en-US" dirty="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49154" name="Rectangle 7"/>
          <p:cNvSpPr txBox="1">
            <a:spLocks noGrp="1"/>
          </p:cNvSpPr>
          <p:nvPr>
            <p:ph type="sldNum" sz="quarter"/>
          </p:nvPr>
        </p:nvSpPr>
        <p:spPr>
          <a:xfrm>
            <a:off x="3886200" y="8686800"/>
            <a:ext cx="2971800" cy="457200"/>
          </a:xfrm>
          <a:prstGeom prst="rect">
            <a:avLst/>
          </a:prstGeom>
          <a:noFill/>
          <a:ln w="9525">
            <a:noFill/>
          </a:ln>
        </p:spPr>
        <p:txBody>
          <a:bodyPr anchor="b" anchorCtr="0"/>
          <a:p>
            <a:pPr lvl="0" algn="r" eaLnBrk="1" hangingPunct="1"/>
            <a:fld id="{9A0DB2DC-4C9A-4742-B13C-FB6460FD3503}" type="slidenum">
              <a:rPr lang="zh-CN" altLang="en-US" sz="1200" dirty="0">
                <a:latin typeface="Times New Roman" pitchFamily="18" charset="0"/>
              </a:rPr>
            </a:fld>
            <a:endParaRPr lang="zh-CN" altLang="en-US" sz="1200" dirty="0">
              <a:latin typeface="Times New Roman" pitchFamily="18" charset="0"/>
            </a:endParaRPr>
          </a:p>
        </p:txBody>
      </p:sp>
      <p:sp>
        <p:nvSpPr>
          <p:cNvPr id="49155" name="Rectangle 2"/>
          <p:cNvSpPr>
            <a:spLocks noTextEdit="1"/>
          </p:cNvSpPr>
          <p:nvPr>
            <p:ph type="sldImg"/>
          </p:nvPr>
        </p:nvSpPr>
        <p:spPr/>
      </p:sp>
      <p:sp>
        <p:nvSpPr>
          <p:cNvPr id="49156" name="Rectangle 3"/>
          <p:cNvSpPr>
            <a:spLocks noGrp="1"/>
          </p:cNvSpPr>
          <p:nvPr>
            <p:ph type="body" idx="1"/>
          </p:nvPr>
        </p:nvSpPr>
        <p:spPr/>
        <p:txBody>
          <a:bodyPr wrap="square" lIns="91440" tIns="45720" rIns="91440" bIns="45720" anchor="t" anchorCtr="0"/>
          <a:p>
            <a:pPr lvl="0" eaLnBrk="1" hangingPunct="1"/>
            <a:endParaRPr lang="zh-CN" altLang="en-US" dirty="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50178" name="Rectangle 7"/>
          <p:cNvSpPr txBox="1">
            <a:spLocks noGrp="1"/>
          </p:cNvSpPr>
          <p:nvPr>
            <p:ph type="sldNum" sz="quarter"/>
          </p:nvPr>
        </p:nvSpPr>
        <p:spPr>
          <a:xfrm>
            <a:off x="3886200" y="8686800"/>
            <a:ext cx="2971800" cy="457200"/>
          </a:xfrm>
          <a:prstGeom prst="rect">
            <a:avLst/>
          </a:prstGeom>
          <a:noFill/>
          <a:ln w="9525">
            <a:noFill/>
          </a:ln>
        </p:spPr>
        <p:txBody>
          <a:bodyPr anchor="b" anchorCtr="0"/>
          <a:p>
            <a:pPr lvl="0" algn="r" eaLnBrk="1" hangingPunct="1"/>
            <a:fld id="{9A0DB2DC-4C9A-4742-B13C-FB6460FD3503}" type="slidenum">
              <a:rPr lang="zh-CN" altLang="en-US" sz="1200" dirty="0">
                <a:latin typeface="Times New Roman" pitchFamily="18" charset="0"/>
              </a:rPr>
            </a:fld>
            <a:endParaRPr lang="zh-CN" altLang="en-US" sz="1200" dirty="0">
              <a:latin typeface="Times New Roman" pitchFamily="18" charset="0"/>
            </a:endParaRPr>
          </a:p>
        </p:txBody>
      </p:sp>
      <p:sp>
        <p:nvSpPr>
          <p:cNvPr id="50179" name="Rectangle 2"/>
          <p:cNvSpPr>
            <a:spLocks noTextEdit="1"/>
          </p:cNvSpPr>
          <p:nvPr>
            <p:ph type="sldImg"/>
          </p:nvPr>
        </p:nvSpPr>
        <p:spPr/>
      </p:sp>
      <p:sp>
        <p:nvSpPr>
          <p:cNvPr id="50180" name="Rectangle 3"/>
          <p:cNvSpPr>
            <a:spLocks noGrp="1"/>
          </p:cNvSpPr>
          <p:nvPr>
            <p:ph type="body" idx="1"/>
          </p:nvPr>
        </p:nvSpPr>
        <p:spPr/>
        <p:txBody>
          <a:bodyPr wrap="square" lIns="91440" tIns="45720" rIns="91440" bIns="45720" anchor="t" anchorCtr="0"/>
          <a:p>
            <a:pPr lvl="0" eaLnBrk="1" hangingPunct="1"/>
            <a:endParaRPr lang="zh-CN" altLang="en-US" dirty="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51202" name="Rectangle 7"/>
          <p:cNvSpPr txBox="1">
            <a:spLocks noGrp="1"/>
          </p:cNvSpPr>
          <p:nvPr>
            <p:ph type="sldNum" sz="quarter"/>
          </p:nvPr>
        </p:nvSpPr>
        <p:spPr>
          <a:xfrm>
            <a:off x="3886200" y="8686800"/>
            <a:ext cx="2971800" cy="457200"/>
          </a:xfrm>
          <a:prstGeom prst="rect">
            <a:avLst/>
          </a:prstGeom>
          <a:noFill/>
          <a:ln w="9525">
            <a:noFill/>
          </a:ln>
        </p:spPr>
        <p:txBody>
          <a:bodyPr anchor="b" anchorCtr="0"/>
          <a:p>
            <a:pPr lvl="0" algn="r" eaLnBrk="1" hangingPunct="1"/>
            <a:fld id="{9A0DB2DC-4C9A-4742-B13C-FB6460FD3503}" type="slidenum">
              <a:rPr lang="zh-CN" altLang="en-US" sz="1200" dirty="0">
                <a:latin typeface="Times New Roman" pitchFamily="18" charset="0"/>
              </a:rPr>
            </a:fld>
            <a:endParaRPr lang="zh-CN" altLang="en-US" sz="1200" dirty="0">
              <a:latin typeface="Times New Roman" pitchFamily="18" charset="0"/>
            </a:endParaRPr>
          </a:p>
        </p:txBody>
      </p:sp>
      <p:sp>
        <p:nvSpPr>
          <p:cNvPr id="51203" name="Rectangle 2"/>
          <p:cNvSpPr>
            <a:spLocks noTextEdit="1"/>
          </p:cNvSpPr>
          <p:nvPr>
            <p:ph type="sldImg"/>
          </p:nvPr>
        </p:nvSpPr>
        <p:spPr/>
      </p:sp>
      <p:sp>
        <p:nvSpPr>
          <p:cNvPr id="51204" name="Rectangle 3"/>
          <p:cNvSpPr>
            <a:spLocks noGrp="1"/>
          </p:cNvSpPr>
          <p:nvPr>
            <p:ph type="body" idx="1"/>
          </p:nvPr>
        </p:nvSpPr>
        <p:spPr/>
        <p:txBody>
          <a:bodyPr wrap="square" lIns="91440" tIns="45720" rIns="91440" bIns="45720" anchor="t" anchorCtr="0"/>
          <a:p>
            <a:pPr lvl="0" eaLnBrk="1" hangingPunct="1"/>
            <a:endParaRPr lang="zh-CN" altLang="en-US" dirty="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52226" name="Rectangle 7"/>
          <p:cNvSpPr txBox="1">
            <a:spLocks noGrp="1"/>
          </p:cNvSpPr>
          <p:nvPr>
            <p:ph type="sldNum" sz="quarter"/>
          </p:nvPr>
        </p:nvSpPr>
        <p:spPr>
          <a:xfrm>
            <a:off x="3886200" y="8686800"/>
            <a:ext cx="2971800" cy="457200"/>
          </a:xfrm>
          <a:prstGeom prst="rect">
            <a:avLst/>
          </a:prstGeom>
          <a:noFill/>
          <a:ln w="9525">
            <a:noFill/>
          </a:ln>
        </p:spPr>
        <p:txBody>
          <a:bodyPr anchor="b" anchorCtr="0"/>
          <a:p>
            <a:pPr lvl="0" algn="r" eaLnBrk="1" hangingPunct="1"/>
            <a:fld id="{9A0DB2DC-4C9A-4742-B13C-FB6460FD3503}" type="slidenum">
              <a:rPr lang="zh-CN" altLang="en-US" sz="1200" dirty="0">
                <a:latin typeface="Times New Roman" pitchFamily="18" charset="0"/>
              </a:rPr>
            </a:fld>
            <a:endParaRPr lang="zh-CN" altLang="en-US" sz="1200" dirty="0">
              <a:latin typeface="Times New Roman" pitchFamily="18" charset="0"/>
            </a:endParaRPr>
          </a:p>
        </p:txBody>
      </p:sp>
      <p:sp>
        <p:nvSpPr>
          <p:cNvPr id="52227" name="Rectangle 2"/>
          <p:cNvSpPr>
            <a:spLocks noTextEdit="1"/>
          </p:cNvSpPr>
          <p:nvPr>
            <p:ph type="sldImg"/>
          </p:nvPr>
        </p:nvSpPr>
        <p:spPr/>
      </p:sp>
      <p:sp>
        <p:nvSpPr>
          <p:cNvPr id="52228" name="Rectangle 3"/>
          <p:cNvSpPr>
            <a:spLocks noGrp="1"/>
          </p:cNvSpPr>
          <p:nvPr>
            <p:ph type="body" idx="1"/>
          </p:nvPr>
        </p:nvSpPr>
        <p:spPr/>
        <p:txBody>
          <a:bodyPr wrap="square" lIns="91440" tIns="45720" rIns="91440" bIns="45720" anchor="t" anchorCtr="0"/>
          <a:p>
            <a:pPr lvl="0" eaLnBrk="1" hangingPunct="1"/>
            <a:endParaRPr lang="zh-CN" altLang="en-US" dirty="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showMasterSp="0">
  <p:cSld name="标题幻灯片">
    <p:bg>
      <p:bgPr>
        <a:solidFill>
          <a:schemeClr val="bg1"/>
        </a:solidFill>
        <a:effectLst/>
      </p:bgPr>
    </p:bg>
    <p:spTree>
      <p:nvGrpSpPr>
        <p:cNvPr id="1" name=""/>
        <p:cNvGrpSpPr/>
        <p:nvPr/>
      </p:nvGrpSpPr>
      <p:grpSpPr>
        <a:xfrm>
          <a:off x="0" y="0"/>
          <a:ext cx="0" cy="0"/>
          <a:chOff x="0" y="0"/>
          <a:chExt cx="0" cy="0"/>
        </a:xfrm>
      </p:grpSpPr>
      <p:sp>
        <p:nvSpPr>
          <p:cNvPr id="349203" name="Rectangle 19"/>
          <p:cNvSpPr>
            <a:spLocks noGrp="1" noChangeArrowheads="1"/>
          </p:cNvSpPr>
          <p:nvPr>
            <p:ph type="ctrTitle"/>
          </p:nvPr>
        </p:nvSpPr>
        <p:spPr>
          <a:xfrm>
            <a:off x="2971800" y="1828800"/>
            <a:ext cx="6019800" cy="2209800"/>
          </a:xfrm>
        </p:spPr>
        <p:txBody>
          <a:bodyPr/>
          <a:lstStyle>
            <a:lvl1pPr>
              <a:defRPr sz="5000">
                <a:solidFill>
                  <a:srgbClr val="FFFFFF"/>
                </a:solidFill>
              </a:defRPr>
            </a:lvl1pPr>
          </a:lstStyle>
          <a:p>
            <a:r>
              <a:rPr lang="zh-CN" altLang="en-US"/>
              <a:t>单击此处编辑母版标题样式</a:t>
            </a:r>
            <a:endParaRPr lang="zh-CN" altLang="en-US"/>
          </a:p>
        </p:txBody>
      </p:sp>
      <p:sp>
        <p:nvSpPr>
          <p:cNvPr id="349204" name="Rectangle 20"/>
          <p:cNvSpPr>
            <a:spLocks noGrp="1" noChangeArrowheads="1"/>
          </p:cNvSpPr>
          <p:nvPr>
            <p:ph type="subTitle" idx="1"/>
          </p:nvPr>
        </p:nvSpPr>
        <p:spPr>
          <a:xfrm>
            <a:off x="2971800" y="4267200"/>
            <a:ext cx="6019800" cy="1752600"/>
          </a:xfrm>
        </p:spPr>
        <p:txBody>
          <a:bodyPr/>
          <a:lstStyle>
            <a:lvl1pPr marL="0" indent="0">
              <a:buFont typeface="Wingdings" panose="05000000000000000000" pitchFamily="2" charset="2"/>
              <a:buNone/>
              <a:defRPr sz="3400"/>
            </a:lvl1pPr>
          </a:lstStyle>
          <a:p>
            <a:r>
              <a:rPr lang="zh-CN" altLang="en-US"/>
              <a:t>单击此处编辑母版副标题样式</a:t>
            </a:r>
            <a:endParaRPr lang="zh-CN" altLang="en-US"/>
          </a:p>
        </p:txBody>
      </p:sp>
      <p:sp>
        <p:nvSpPr>
          <p:cNvPr id="31" name="Rectangle 16"/>
          <p:cNvSpPr>
            <a:spLocks noGrp="1" noChangeArrowheads="1"/>
          </p:cNvSpPr>
          <p:nvPr>
            <p:ph type="dt" sz="half" idx="2"/>
          </p:nvPr>
        </p:nvSpPr>
        <p:spPr bwMode="auto">
          <a:xfrm>
            <a:off x="457200" y="6248400"/>
            <a:ext cx="2133600" cy="457200"/>
          </a:xfrm>
          <a:prstGeom prst="rect">
            <a:avLst/>
          </a:prstGeom>
          <a:ln>
            <a:miter lim="800000"/>
          </a:ln>
        </p:spPr>
        <p:txBody>
          <a:bodyPr vert="horz" wrap="square" lIns="91440" tIns="45720" rIns="91440" bIns="45720" numCol="1" anchor="b"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Arial" panose="02080604020202020204" pitchFamily="34" charset="0"/>
              <a:ea typeface="宋体" pitchFamily="2" charset="-122"/>
              <a:cs typeface="+mn-cs"/>
            </a:endParaRPr>
          </a:p>
        </p:txBody>
      </p:sp>
      <p:sp>
        <p:nvSpPr>
          <p:cNvPr id="32" name="Rectangle 17"/>
          <p:cNvSpPr>
            <a:spLocks noGrp="1" noChangeArrowheads="1"/>
          </p:cNvSpPr>
          <p:nvPr>
            <p:ph type="ftr" sz="quarter" idx="3"/>
          </p:nvPr>
        </p:nvSpPr>
        <p:spPr bwMode="auto">
          <a:xfrm>
            <a:off x="3124200" y="6248400"/>
            <a:ext cx="2895600" cy="457200"/>
          </a:xfrm>
          <a:prstGeom prst="rect">
            <a:avLst/>
          </a:prstGeom>
          <a:ln>
            <a:miter lim="800000"/>
          </a:ln>
        </p:spPr>
        <p:txBody>
          <a:bodyPr vert="horz" wrap="square" lIns="91440" tIns="45720" rIns="91440" bIns="45720" numCol="1" anchor="b"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Arial" panose="02080604020202020204" pitchFamily="34" charset="0"/>
              <a:ea typeface="宋体" pitchFamily="2" charset="-122"/>
              <a:cs typeface="+mn-cs"/>
            </a:endParaRPr>
          </a:p>
        </p:txBody>
      </p:sp>
      <p:sp>
        <p:nvSpPr>
          <p:cNvPr id="33" name="Rectangle 18"/>
          <p:cNvSpPr>
            <a:spLocks noGrp="1" noChangeArrowheads="1"/>
          </p:cNvSpPr>
          <p:nvPr>
            <p:ph type="sldNum" sz="quarter" idx="4"/>
          </p:nvPr>
        </p:nvSpPr>
        <p:spPr bwMode="auto">
          <a:xfrm>
            <a:off x="6553200" y="6248400"/>
            <a:ext cx="2133600" cy="457200"/>
          </a:xfrm>
          <a:prstGeom prst="rect">
            <a:avLst/>
          </a:prstGeom>
          <a:ln>
            <a:miter lim="800000"/>
          </a:ln>
        </p:spPr>
        <p:txBody>
          <a:bodyPr vert="horz" wrap="square" lIns="91440" tIns="45720" rIns="91440" bIns="45720" numCol="1" anchor="b" anchorCtr="0" compatLnSpc="1"/>
          <a:lstStyle>
            <a:lvl1pPr algn="r">
              <a:defRPr sz="1200">
                <a:latin typeface="Arial Black" pitchFamily="34" charset="0"/>
              </a:defRPr>
            </a:lvl1pPr>
          </a:lstStyle>
          <a:p>
            <a:pPr marL="0" marR="0" lvl="0" indent="0" algn="r" defTabSz="914400" rtl="0" eaLnBrk="1" fontAlgn="base" latinLnBrk="0" hangingPunct="1">
              <a:lnSpc>
                <a:spcPct val="100000"/>
              </a:lnSpc>
              <a:spcBef>
                <a:spcPct val="0"/>
              </a:spcBef>
              <a:spcAft>
                <a:spcPct val="0"/>
              </a:spcAft>
              <a:buClrTx/>
              <a:buSzTx/>
              <a:buFontTx/>
              <a:buNone/>
              <a:defRPr/>
            </a:pPr>
            <a:fld id="{1800D6FC-F8F6-4751-AF76-C915BE71AE02}" type="slidenum">
              <a:rPr kumimoji="0" lang="zh-CN" altLang="en-US" sz="1200" b="0" i="0" u="none" strike="noStrike" kern="1200" cap="none" spc="0" normalizeH="0" baseline="0" noProof="0" smtClean="0">
                <a:ln>
                  <a:noFill/>
                </a:ln>
                <a:solidFill>
                  <a:schemeClr val="tx1"/>
                </a:solidFill>
                <a:effectLst/>
                <a:uLnTx/>
                <a:uFillTx/>
                <a:latin typeface="Arial Black" pitchFamily="34" charset="0"/>
                <a:ea typeface="宋体" pitchFamily="2" charset="-122"/>
                <a:cs typeface="+mn-cs"/>
              </a:rPr>
            </a:fld>
            <a:endParaRPr kumimoji="0" lang="en-US" altLang="zh-CN" sz="1200" b="0" i="0" u="none" strike="noStrike" kern="1200" cap="none" spc="0" normalizeH="0" baseline="0" noProof="0" smtClean="0">
              <a:ln>
                <a:noFill/>
              </a:ln>
              <a:solidFill>
                <a:schemeClr val="tx1"/>
              </a:solidFill>
              <a:effectLst/>
              <a:uLnTx/>
              <a:uFillTx/>
              <a:latin typeface="Arial Black" pitchFamily="34" charset="0"/>
              <a:ea typeface="宋体" pitchFamily="2" charset="-122"/>
              <a:cs typeface="+mn-cs"/>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页脚占位符 3"/>
          <p:cNvSpPr>
            <a:spLocks noGrp="1"/>
          </p:cNvSpPr>
          <p:nvPr>
            <p:ph type="ftr" sz="quarter" idx="10"/>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Arial" panose="02080604020202020204" pitchFamily="34" charset="0"/>
              <a:ea typeface="宋体" pitchFamily="2" charset="-122"/>
              <a:cs typeface="+mn-cs"/>
            </a:endParaRPr>
          </a:p>
        </p:txBody>
      </p:sp>
      <p:sp>
        <p:nvSpPr>
          <p:cNvPr id="5" name="日期占位符 4"/>
          <p:cNvSpPr>
            <a:spLocks noGrp="1"/>
          </p:cNvSpPr>
          <p:nvPr>
            <p:ph type="dt" sz="half" idx="11"/>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Arial" panose="02080604020202020204" pitchFamily="34" charset="0"/>
              <a:ea typeface="宋体" pitchFamily="2" charset="-122"/>
              <a:cs typeface="+mn-cs"/>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smtClean="0"/>
              <a:t>单击此处编辑母版文本样式</a:t>
            </a:r>
            <a:endParaRPr lang="zh-CN" altLang="en-US" smtClean="0"/>
          </a:p>
        </p:txBody>
      </p:sp>
      <p:sp>
        <p:nvSpPr>
          <p:cNvPr id="4" name="页脚占位符 3"/>
          <p:cNvSpPr>
            <a:spLocks noGrp="1"/>
          </p:cNvSpPr>
          <p:nvPr>
            <p:ph type="ftr" sz="quarter" idx="10"/>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Arial" panose="02080604020202020204" pitchFamily="34" charset="0"/>
              <a:ea typeface="宋体" pitchFamily="2" charset="-122"/>
              <a:cs typeface="+mn-cs"/>
            </a:endParaRPr>
          </a:p>
        </p:txBody>
      </p:sp>
      <p:sp>
        <p:nvSpPr>
          <p:cNvPr id="5" name="日期占位符 4"/>
          <p:cNvSpPr>
            <a:spLocks noGrp="1"/>
          </p:cNvSpPr>
          <p:nvPr>
            <p:ph type="dt" sz="half" idx="11"/>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Arial" panose="02080604020202020204" pitchFamily="34" charset="0"/>
              <a:ea typeface="宋体" pitchFamily="2" charset="-122"/>
              <a:cs typeface="+mn-cs"/>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457200" y="1981200"/>
            <a:ext cx="4038600" cy="38862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nvPr>
        </p:nvSpPr>
        <p:spPr>
          <a:xfrm>
            <a:off x="4648200" y="1981200"/>
            <a:ext cx="4038600" cy="38862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页脚占位符 4"/>
          <p:cNvSpPr>
            <a:spLocks noGrp="1"/>
          </p:cNvSpPr>
          <p:nvPr>
            <p:ph type="ftr" sz="quarter" idx="10"/>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Arial" panose="02080604020202020204" pitchFamily="34" charset="0"/>
              <a:ea typeface="宋体" pitchFamily="2" charset="-122"/>
              <a:cs typeface="+mn-cs"/>
            </a:endParaRPr>
          </a:p>
        </p:txBody>
      </p:sp>
      <p:sp>
        <p:nvSpPr>
          <p:cNvPr id="6" name="日期占位符 5"/>
          <p:cNvSpPr>
            <a:spLocks noGrp="1"/>
          </p:cNvSpPr>
          <p:nvPr>
            <p:ph type="dt" sz="half" idx="11"/>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Arial" panose="02080604020202020204" pitchFamily="34" charset="0"/>
              <a:ea typeface="宋体" pitchFamily="2" charset="-122"/>
              <a:cs typeface="+mn-cs"/>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7" name="页脚占位符 6"/>
          <p:cNvSpPr>
            <a:spLocks noGrp="1"/>
          </p:cNvSpPr>
          <p:nvPr>
            <p:ph type="ftr" sz="quarter" idx="10"/>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Arial" panose="02080604020202020204" pitchFamily="34" charset="0"/>
              <a:ea typeface="宋体" pitchFamily="2" charset="-122"/>
              <a:cs typeface="+mn-cs"/>
            </a:endParaRPr>
          </a:p>
        </p:txBody>
      </p:sp>
      <p:sp>
        <p:nvSpPr>
          <p:cNvPr id="8" name="日期占位符 7"/>
          <p:cNvSpPr>
            <a:spLocks noGrp="1"/>
          </p:cNvSpPr>
          <p:nvPr>
            <p:ph type="dt" sz="half" idx="11"/>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Arial" panose="02080604020202020204" pitchFamily="34" charset="0"/>
              <a:ea typeface="宋体" pitchFamily="2" charset="-122"/>
              <a:cs typeface="+mn-cs"/>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页脚占位符 2"/>
          <p:cNvSpPr>
            <a:spLocks noGrp="1"/>
          </p:cNvSpPr>
          <p:nvPr>
            <p:ph type="ftr" sz="quarter" idx="10"/>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Arial" panose="02080604020202020204" pitchFamily="34" charset="0"/>
              <a:ea typeface="宋体" pitchFamily="2" charset="-122"/>
              <a:cs typeface="+mn-cs"/>
            </a:endParaRPr>
          </a:p>
        </p:txBody>
      </p:sp>
      <p:sp>
        <p:nvSpPr>
          <p:cNvPr id="4" name="日期占位符 3"/>
          <p:cNvSpPr>
            <a:spLocks noGrp="1"/>
          </p:cNvSpPr>
          <p:nvPr>
            <p:ph type="dt" sz="half" idx="11"/>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Arial" panose="02080604020202020204" pitchFamily="34" charset="0"/>
              <a:ea typeface="宋体" pitchFamily="2" charset="-122"/>
              <a:cs typeface="+mn-cs"/>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页脚占位符 1"/>
          <p:cNvSpPr>
            <a:spLocks noGrp="1"/>
          </p:cNvSpPr>
          <p:nvPr>
            <p:ph type="ftr" sz="quarter" idx="10"/>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Arial" panose="02080604020202020204" pitchFamily="34" charset="0"/>
              <a:ea typeface="宋体" pitchFamily="2" charset="-122"/>
              <a:cs typeface="+mn-cs"/>
            </a:endParaRPr>
          </a:p>
        </p:txBody>
      </p:sp>
      <p:sp>
        <p:nvSpPr>
          <p:cNvPr id="3" name="日期占位符 2"/>
          <p:cNvSpPr>
            <a:spLocks noGrp="1"/>
          </p:cNvSpPr>
          <p:nvPr>
            <p:ph type="dt" sz="half" idx="11"/>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Arial" panose="02080604020202020204" pitchFamily="34" charset="0"/>
              <a:ea typeface="宋体" pitchFamily="2" charset="-122"/>
              <a:cs typeface="+mn-cs"/>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endParaRPr lang="zh-CN" altLang="en-US" smtClean="0"/>
          </a:p>
        </p:txBody>
      </p:sp>
      <p:sp>
        <p:nvSpPr>
          <p:cNvPr id="5" name="页脚占位符 4"/>
          <p:cNvSpPr>
            <a:spLocks noGrp="1"/>
          </p:cNvSpPr>
          <p:nvPr>
            <p:ph type="ftr" sz="quarter" idx="10"/>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Arial" panose="02080604020202020204" pitchFamily="34" charset="0"/>
              <a:ea typeface="宋体" pitchFamily="2" charset="-122"/>
              <a:cs typeface="+mn-cs"/>
            </a:endParaRPr>
          </a:p>
        </p:txBody>
      </p:sp>
      <p:sp>
        <p:nvSpPr>
          <p:cNvPr id="6" name="日期占位符 5"/>
          <p:cNvSpPr>
            <a:spLocks noGrp="1"/>
          </p:cNvSpPr>
          <p:nvPr>
            <p:ph type="dt" sz="half" idx="11"/>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Arial" panose="02080604020202020204" pitchFamily="34" charset="0"/>
              <a:ea typeface="宋体" pitchFamily="2" charset="-122"/>
              <a:cs typeface="+mn-cs"/>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1792288" y="612775"/>
            <a:ext cx="5486400" cy="4114800"/>
          </a:xfrm>
        </p:spPr>
        <p:txBody>
          <a:bodyPr vert="horz" wrap="square" lIns="91440" tIns="45720" rIns="91440" bIns="45720"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00000"/>
              </a:lnSpc>
              <a:spcBef>
                <a:spcPct val="20000"/>
              </a:spcBef>
              <a:spcAft>
                <a:spcPct val="0"/>
              </a:spcAft>
              <a:buClr>
                <a:schemeClr val="bg2"/>
              </a:buClr>
              <a:buSzPct val="75000"/>
              <a:buFont typeface="Wingdings" panose="05000000000000000000" pitchFamily="2" charset="2"/>
              <a:buNone/>
              <a:defRPr/>
            </a:pPr>
            <a:endParaRPr kumimoji="0" lang="zh-CN" altLang="en-US" sz="3200" b="1" i="0" u="none" strike="noStrike" kern="0" cap="none" spc="0" normalizeH="0" baseline="0" noProof="0" smtClean="0">
              <a:ln>
                <a:noFill/>
              </a:ln>
              <a:solidFill>
                <a:schemeClr val="tx1"/>
              </a:solidFill>
              <a:effectLst/>
              <a:uLnTx/>
              <a:uFillTx/>
              <a:latin typeface="+mn-lt"/>
              <a:ea typeface="+mn-ea"/>
              <a:cs typeface="+mn-cs"/>
            </a:endParaRPr>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endParaRPr lang="zh-CN" altLang="en-US" smtClean="0"/>
          </a:p>
        </p:txBody>
      </p:sp>
      <p:sp>
        <p:nvSpPr>
          <p:cNvPr id="5" name="页脚占位符 4"/>
          <p:cNvSpPr>
            <a:spLocks noGrp="1"/>
          </p:cNvSpPr>
          <p:nvPr>
            <p:ph type="ftr" sz="quarter" idx="10"/>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Arial" panose="02080604020202020204" pitchFamily="34" charset="0"/>
              <a:ea typeface="宋体" pitchFamily="2" charset="-122"/>
              <a:cs typeface="+mn-cs"/>
            </a:endParaRPr>
          </a:p>
        </p:txBody>
      </p:sp>
      <p:sp>
        <p:nvSpPr>
          <p:cNvPr id="6" name="日期占位符 5"/>
          <p:cNvSpPr>
            <a:spLocks noGrp="1"/>
          </p:cNvSpPr>
          <p:nvPr>
            <p:ph type="dt" sz="half" idx="11"/>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Arial" panose="02080604020202020204" pitchFamily="34" charset="0"/>
              <a:ea typeface="宋体" pitchFamily="2" charset="-122"/>
              <a:cs typeface="+mn-cs"/>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页脚占位符 3"/>
          <p:cNvSpPr>
            <a:spLocks noGrp="1"/>
          </p:cNvSpPr>
          <p:nvPr>
            <p:ph type="ftr" sz="quarter" idx="10"/>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Arial" panose="02080604020202020204" pitchFamily="34" charset="0"/>
              <a:ea typeface="宋体" pitchFamily="2" charset="-122"/>
              <a:cs typeface="+mn-cs"/>
            </a:endParaRPr>
          </a:p>
        </p:txBody>
      </p:sp>
      <p:sp>
        <p:nvSpPr>
          <p:cNvPr id="5" name="日期占位符 4"/>
          <p:cNvSpPr>
            <a:spLocks noGrp="1"/>
          </p:cNvSpPr>
          <p:nvPr>
            <p:ph type="dt" sz="half" idx="11"/>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Arial" panose="02080604020202020204" pitchFamily="34" charset="0"/>
              <a:ea typeface="宋体" pitchFamily="2" charset="-122"/>
              <a:cs typeface="+mn-cs"/>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457200"/>
            <a:ext cx="2057400" cy="5410200"/>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457200" y="457200"/>
            <a:ext cx="6019800" cy="5410200"/>
          </a:xfrm>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页脚占位符 3"/>
          <p:cNvSpPr>
            <a:spLocks noGrp="1"/>
          </p:cNvSpPr>
          <p:nvPr>
            <p:ph type="ftr" sz="quarter" idx="10"/>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Arial" panose="02080604020202020204" pitchFamily="34" charset="0"/>
              <a:ea typeface="宋体" pitchFamily="2" charset="-122"/>
              <a:cs typeface="+mn-cs"/>
            </a:endParaRPr>
          </a:p>
        </p:txBody>
      </p:sp>
      <p:sp>
        <p:nvSpPr>
          <p:cNvPr id="5" name="日期占位符 4"/>
          <p:cNvSpPr>
            <a:spLocks noGrp="1"/>
          </p:cNvSpPr>
          <p:nvPr>
            <p:ph type="dt" sz="half" idx="11"/>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Arial" panose="02080604020202020204" pitchFamily="34" charset="0"/>
              <a:ea typeface="宋体" pitchFamily="2" charset="-122"/>
              <a:cs typeface="+mn-cs"/>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reserve="1">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457200"/>
            <a:ext cx="8229600" cy="1371600"/>
          </a:xfrm>
        </p:spPr>
        <p:txBody>
          <a:bodyPr/>
          <a:lstStyle/>
          <a:p>
            <a:r>
              <a:rPr lang="zh-CN" altLang="en-US" smtClean="0"/>
              <a:t>单击此处编辑母版标题样式</a:t>
            </a:r>
            <a:endParaRPr lang="zh-CN" altLang="en-US"/>
          </a:p>
        </p:txBody>
      </p:sp>
      <p:sp>
        <p:nvSpPr>
          <p:cNvPr id="3" name="文本占位符 2"/>
          <p:cNvSpPr>
            <a:spLocks noGrp="1"/>
          </p:cNvSpPr>
          <p:nvPr>
            <p:ph type="body" sz="half" idx="1"/>
          </p:nvPr>
        </p:nvSpPr>
        <p:spPr>
          <a:xfrm>
            <a:off x="457200" y="1981200"/>
            <a:ext cx="4038600" cy="3886200"/>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nvPr>
        </p:nvSpPr>
        <p:spPr>
          <a:xfrm>
            <a:off x="4648200" y="1981200"/>
            <a:ext cx="4038600" cy="3886200"/>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页脚占位符 4"/>
          <p:cNvSpPr>
            <a:spLocks noGrp="1"/>
          </p:cNvSpPr>
          <p:nvPr>
            <p:ph type="ftr" sz="quarter" idx="10"/>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Arial" panose="02080604020202020204" pitchFamily="34" charset="0"/>
              <a:ea typeface="宋体" pitchFamily="2" charset="-122"/>
              <a:cs typeface="+mn-cs"/>
            </a:endParaRPr>
          </a:p>
        </p:txBody>
      </p:sp>
      <p:sp>
        <p:nvSpPr>
          <p:cNvPr id="6" name="灯片编号占位符 5"/>
          <p:cNvSpPr>
            <a:spLocks noGrp="1"/>
          </p:cNvSpPr>
          <p:nvPr>
            <p:ph type="sldNum" sz="quarter" idx="11"/>
          </p:nvPr>
        </p:nvSpPr>
        <p:spPr>
          <a:xfrm>
            <a:off x="6553200" y="6248400"/>
            <a:ext cx="2133600" cy="457200"/>
          </a:xfrm>
        </p:spPr>
        <p:txBody>
          <a:bodyPr/>
          <a:p>
            <a:pPr marL="0" marR="0" lvl="0" indent="0" algn="r" defTabSz="914400" rtl="0" eaLnBrk="1" fontAlgn="base" latinLnBrk="0" hangingPunct="1">
              <a:lnSpc>
                <a:spcPct val="100000"/>
              </a:lnSpc>
              <a:spcBef>
                <a:spcPct val="0"/>
              </a:spcBef>
              <a:spcAft>
                <a:spcPct val="0"/>
              </a:spcAft>
              <a:buClrTx/>
              <a:buSzTx/>
              <a:buFontTx/>
              <a:buNone/>
              <a:defRPr/>
            </a:pPr>
            <a:fld id="{E54AC981-3895-42EE-8AD4-27665A5AED61}" type="slidenum">
              <a:rPr kumimoji="0" lang="zh-CN" altLang="en-US" sz="1200" b="0" i="0" u="none" strike="noStrike" kern="1200" cap="none" spc="0" normalizeH="0" baseline="0" noProof="0" smtClean="0">
                <a:ln>
                  <a:noFill/>
                </a:ln>
                <a:solidFill>
                  <a:schemeClr val="tx1"/>
                </a:solidFill>
                <a:effectLst/>
                <a:uLnTx/>
                <a:uFillTx/>
                <a:latin typeface="Arial Black" pitchFamily="34" charset="0"/>
                <a:ea typeface="宋体" pitchFamily="2" charset="-122"/>
                <a:cs typeface="+mn-cs"/>
              </a:rPr>
            </a:fld>
            <a:endParaRPr kumimoji="0" lang="en-US" altLang="zh-CN" sz="1200" b="0" i="0" u="none" strike="noStrike" kern="1200" cap="none" spc="0" normalizeH="0" baseline="0" noProof="0" smtClean="0">
              <a:ln>
                <a:noFill/>
              </a:ln>
              <a:solidFill>
                <a:schemeClr val="tx1"/>
              </a:solidFill>
              <a:effectLst/>
              <a:uLnTx/>
              <a:uFillTx/>
              <a:latin typeface="Arial Black" pitchFamily="34" charset="0"/>
              <a:ea typeface="宋体" pitchFamily="2" charset="-122"/>
              <a:cs typeface="+mn-cs"/>
            </a:endParaRPr>
          </a:p>
        </p:txBody>
      </p:sp>
      <p:sp>
        <p:nvSpPr>
          <p:cNvPr id="7" name="日期占位符 6"/>
          <p:cNvSpPr>
            <a:spLocks noGrp="1"/>
          </p:cNvSpPr>
          <p:nvPr>
            <p:ph type="dt" sz="half" idx="12"/>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Arial" panose="02080604020202020204" pitchFamily="34" charset="0"/>
              <a:ea typeface="宋体" pitchFamily="2" charset="-122"/>
              <a:cs typeface="+mn-cs"/>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fourObj" preserve="1">
  <p:cSld name="标题和四项内容">
    <p:spTree>
      <p:nvGrpSpPr>
        <p:cNvPr id="1" name=""/>
        <p:cNvGrpSpPr/>
        <p:nvPr/>
      </p:nvGrpSpPr>
      <p:grpSpPr>
        <a:xfrm>
          <a:off x="0" y="0"/>
          <a:ext cx="0" cy="0"/>
          <a:chOff x="0" y="0"/>
          <a:chExt cx="0" cy="0"/>
        </a:xfrm>
      </p:grpSpPr>
      <p:sp>
        <p:nvSpPr>
          <p:cNvPr id="2" name="标题 1"/>
          <p:cNvSpPr>
            <a:spLocks noGrp="1"/>
          </p:cNvSpPr>
          <p:nvPr>
            <p:ph type="title" sz="quarter"/>
          </p:nvPr>
        </p:nvSpPr>
        <p:spPr>
          <a:xfrm>
            <a:off x="457200" y="457200"/>
            <a:ext cx="8229600" cy="1371600"/>
          </a:xfrm>
        </p:spPr>
        <p:txBody>
          <a:bodyPr/>
          <a:lstStyle/>
          <a:p>
            <a:r>
              <a:rPr lang="zh-CN" altLang="en-US" smtClean="0"/>
              <a:t>单击此处编辑母版标题样式</a:t>
            </a:r>
            <a:endParaRPr lang="zh-CN" altLang="en-US"/>
          </a:p>
        </p:txBody>
      </p:sp>
      <p:sp>
        <p:nvSpPr>
          <p:cNvPr id="3" name="内容占位符 2"/>
          <p:cNvSpPr>
            <a:spLocks noGrp="1"/>
          </p:cNvSpPr>
          <p:nvPr>
            <p:ph sz="quarter" idx="1"/>
          </p:nvPr>
        </p:nvSpPr>
        <p:spPr>
          <a:xfrm>
            <a:off x="457200" y="1981200"/>
            <a:ext cx="4038600" cy="1866900"/>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quarter" idx="2"/>
          </p:nvPr>
        </p:nvSpPr>
        <p:spPr>
          <a:xfrm>
            <a:off x="4648200" y="1981200"/>
            <a:ext cx="4038600" cy="1866900"/>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内容占位符 4"/>
          <p:cNvSpPr>
            <a:spLocks noGrp="1"/>
          </p:cNvSpPr>
          <p:nvPr>
            <p:ph sz="quarter" idx="3"/>
          </p:nvPr>
        </p:nvSpPr>
        <p:spPr>
          <a:xfrm>
            <a:off x="457200" y="4000500"/>
            <a:ext cx="4038600" cy="1866900"/>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6" name="内容占位符 5"/>
          <p:cNvSpPr>
            <a:spLocks noGrp="1"/>
          </p:cNvSpPr>
          <p:nvPr>
            <p:ph sz="quarter" idx="4"/>
          </p:nvPr>
        </p:nvSpPr>
        <p:spPr>
          <a:xfrm>
            <a:off x="4648200" y="4000500"/>
            <a:ext cx="4038600" cy="1866900"/>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7" name="页脚占位符 6"/>
          <p:cNvSpPr>
            <a:spLocks noGrp="1"/>
          </p:cNvSpPr>
          <p:nvPr>
            <p:ph type="ftr" sz="quarter" idx="10"/>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smtClean="0">
              <a:ln>
                <a:noFill/>
              </a:ln>
              <a:solidFill>
                <a:schemeClr val="tx1"/>
              </a:solidFill>
              <a:effectLst/>
              <a:uLnTx/>
              <a:uFillTx/>
              <a:latin typeface="Arial" panose="02080604020202020204" pitchFamily="34" charset="0"/>
              <a:ea typeface="宋体" pitchFamily="2" charset="-122"/>
              <a:cs typeface="+mn-cs"/>
            </a:endParaRPr>
          </a:p>
        </p:txBody>
      </p:sp>
      <p:sp>
        <p:nvSpPr>
          <p:cNvPr id="8" name="灯片编号占位符 7"/>
          <p:cNvSpPr>
            <a:spLocks noGrp="1"/>
          </p:cNvSpPr>
          <p:nvPr>
            <p:ph type="sldNum" sz="quarter" idx="11"/>
          </p:nvPr>
        </p:nvSpPr>
        <p:spPr>
          <a:xfrm>
            <a:off x="6553200" y="6248400"/>
            <a:ext cx="2133600" cy="457200"/>
          </a:xfrm>
        </p:spPr>
        <p:txBody>
          <a:bodyPr/>
          <a:p>
            <a:pPr lvl="0" eaLnBrk="1" hangingPunct="1"/>
            <a:fld id="{9A0DB2DC-4C9A-4742-B13C-FB6460FD3503}" type="slidenum">
              <a:rPr lang="zh-CN" altLang="en-US" dirty="0"/>
            </a:fld>
            <a:endParaRPr lang="zh-CN" altLang="en-US" dirty="0">
              <a:latin typeface="Arial" panose="02080604020202020204" pitchFamily="34" charset="0"/>
            </a:endParaRPr>
          </a:p>
        </p:txBody>
      </p:sp>
      <p:sp>
        <p:nvSpPr>
          <p:cNvPr id="9" name="日期占位符 8"/>
          <p:cNvSpPr>
            <a:spLocks noGrp="1"/>
          </p:cNvSpPr>
          <p:nvPr>
            <p:ph type="dt" sz="half" idx="12"/>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smtClean="0">
              <a:ln>
                <a:noFill/>
              </a:ln>
              <a:solidFill>
                <a:schemeClr val="tx1"/>
              </a:solidFill>
              <a:effectLst/>
              <a:uLnTx/>
              <a:uFillTx/>
              <a:latin typeface="Arial" panose="02080604020202020204" pitchFamily="34" charset="0"/>
              <a:ea typeface="宋体" pitchFamily="2" charset="-122"/>
              <a:cs typeface="+mn-cs"/>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bl" preserve="1">
  <p:cSld name="标题和表格">
    <p:spTree>
      <p:nvGrpSpPr>
        <p:cNvPr id="1" name=""/>
        <p:cNvGrpSpPr/>
        <p:nvPr/>
      </p:nvGrpSpPr>
      <p:grpSpPr>
        <a:xfrm>
          <a:off x="0" y="0"/>
          <a:ext cx="0" cy="0"/>
          <a:chOff x="0" y="0"/>
          <a:chExt cx="0" cy="0"/>
        </a:xfrm>
      </p:grpSpPr>
      <p:sp>
        <p:nvSpPr>
          <p:cNvPr id="2" name="标题 1"/>
          <p:cNvSpPr>
            <a:spLocks noGrp="1"/>
          </p:cNvSpPr>
          <p:nvPr>
            <p:ph type="title"/>
          </p:nvPr>
        </p:nvSpPr>
        <p:spPr>
          <a:xfrm>
            <a:off x="457200" y="457200"/>
            <a:ext cx="8229600" cy="1371600"/>
          </a:xfrm>
        </p:spPr>
        <p:txBody>
          <a:bodyPr/>
          <a:lstStyle/>
          <a:p>
            <a:r>
              <a:rPr lang="zh-CN" altLang="en-US" smtClean="0"/>
              <a:t>单击此处编辑母版标题样式</a:t>
            </a:r>
            <a:endParaRPr lang="zh-CN" altLang="en-US"/>
          </a:p>
        </p:txBody>
      </p:sp>
      <p:sp>
        <p:nvSpPr>
          <p:cNvPr id="3" name="表格占位符 2"/>
          <p:cNvSpPr>
            <a:spLocks noGrp="1"/>
          </p:cNvSpPr>
          <p:nvPr>
            <p:ph type="tbl" idx="1"/>
          </p:nvPr>
        </p:nvSpPr>
        <p:spPr>
          <a:xfrm>
            <a:off x="457200" y="1981200"/>
            <a:ext cx="8229600" cy="3886200"/>
          </a:xfrm>
        </p:spPr>
        <p:txBody>
          <a:bodyPr vert="horz" wrap="square" lIns="91440" tIns="45720" rIns="91440" bIns="45720" numCol="1" anchor="t" anchorCtr="0" compatLnSpc="1"/>
          <a:lstStyle/>
          <a:p>
            <a:pPr marL="342900" marR="0" lvl="0" indent="-34290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Char char="n"/>
              <a:defRPr/>
            </a:pPr>
            <a:endParaRPr kumimoji="0" lang="zh-CN" altLang="en-US" sz="3200" b="1" i="0" u="none" strike="noStrike" kern="0" cap="none" spc="0" normalizeH="0" baseline="0" noProof="0" smtClean="0">
              <a:ln>
                <a:noFill/>
              </a:ln>
              <a:solidFill>
                <a:schemeClr val="tx1"/>
              </a:solidFill>
              <a:effectLst/>
              <a:uLnTx/>
              <a:uFillTx/>
              <a:latin typeface="+mn-lt"/>
              <a:ea typeface="+mn-ea"/>
              <a:cs typeface="+mn-cs"/>
            </a:endParaRPr>
          </a:p>
        </p:txBody>
      </p:sp>
      <p:sp>
        <p:nvSpPr>
          <p:cNvPr id="4" name="页脚占位符 3"/>
          <p:cNvSpPr>
            <a:spLocks noGrp="1"/>
          </p:cNvSpPr>
          <p:nvPr>
            <p:ph type="ftr" sz="quarter" idx="10"/>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smtClean="0">
              <a:ln>
                <a:noFill/>
              </a:ln>
              <a:solidFill>
                <a:schemeClr val="tx1"/>
              </a:solidFill>
              <a:effectLst/>
              <a:uLnTx/>
              <a:uFillTx/>
              <a:latin typeface="Arial" panose="02080604020202020204" pitchFamily="34" charset="0"/>
              <a:ea typeface="宋体" pitchFamily="2" charset="-122"/>
              <a:cs typeface="+mn-cs"/>
            </a:endParaRPr>
          </a:p>
        </p:txBody>
      </p:sp>
      <p:sp>
        <p:nvSpPr>
          <p:cNvPr id="5" name="灯片编号占位符 4"/>
          <p:cNvSpPr>
            <a:spLocks noGrp="1"/>
          </p:cNvSpPr>
          <p:nvPr>
            <p:ph type="sldNum" sz="quarter" idx="11"/>
          </p:nvPr>
        </p:nvSpPr>
        <p:spPr>
          <a:xfrm>
            <a:off x="6553200" y="6248400"/>
            <a:ext cx="2133600" cy="457200"/>
          </a:xfrm>
        </p:spPr>
        <p:txBody>
          <a:bodyPr/>
          <a:p>
            <a:pPr lvl="0" eaLnBrk="1" hangingPunct="1"/>
            <a:fld id="{9A0DB2DC-4C9A-4742-B13C-FB6460FD3503}" type="slidenum">
              <a:rPr lang="zh-CN" altLang="en-US" dirty="0"/>
            </a:fld>
            <a:endParaRPr lang="zh-CN" altLang="en-US" dirty="0">
              <a:latin typeface="Arial" panose="02080604020202020204" pitchFamily="34" charset="0"/>
            </a:endParaRPr>
          </a:p>
        </p:txBody>
      </p:sp>
      <p:sp>
        <p:nvSpPr>
          <p:cNvPr id="6" name="日期占位符 5"/>
          <p:cNvSpPr>
            <a:spLocks noGrp="1"/>
          </p:cNvSpPr>
          <p:nvPr>
            <p:ph type="dt" sz="half" idx="12"/>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smtClean="0">
              <a:ln>
                <a:noFill/>
              </a:ln>
              <a:solidFill>
                <a:schemeClr val="tx1"/>
              </a:solidFill>
              <a:effectLst/>
              <a:uLnTx/>
              <a:uFillTx/>
              <a:latin typeface="Arial" panose="02080604020202020204" pitchFamily="34" charset="0"/>
              <a:ea typeface="宋体" pitchFamily="2" charset="-122"/>
              <a:cs typeface="+mn-cs"/>
            </a:endParaRPr>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5" Type="http://schemas.openxmlformats.org/officeDocument/2006/relationships/theme" Target="../theme/theme1.xml"/><Relationship Id="rId14" Type="http://schemas.openxmlformats.org/officeDocument/2006/relationships/slideLayout" Target="../slideLayouts/slideLayout14.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348162" name="Rectangle 2"/>
          <p:cNvSpPr>
            <a:spLocks noGrp="1" noChangeArrowheads="1"/>
          </p:cNvSpPr>
          <p:nvPr>
            <p:ph type="ftr" sz="quarter" idx="3"/>
          </p:nvPr>
        </p:nvSpPr>
        <p:spPr bwMode="auto">
          <a:xfrm>
            <a:off x="3124200" y="6248400"/>
            <a:ext cx="2895600" cy="457200"/>
          </a:xfrm>
          <a:prstGeom prst="rect">
            <a:avLst/>
          </a:prstGeom>
          <a:noFill/>
          <a:ln w="9525">
            <a:noFill/>
            <a:miter lim="800000"/>
          </a:ln>
          <a:effectLst/>
        </p:spPr>
        <p:txBody>
          <a:bodyPr vert="horz" wrap="square" lIns="91440" tIns="45720" rIns="91440" bIns="45720" numCol="1" anchor="b" anchorCtr="0" compatLnSpc="1"/>
          <a:lstStyle>
            <a:lvl1pPr algn="ctr">
              <a:defRPr sz="1200">
                <a:latin typeface="Arial" panose="02080604020202020204" pitchFamily="34" charset="0"/>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Arial" panose="02080604020202020204" pitchFamily="34" charset="0"/>
              <a:ea typeface="宋体" pitchFamily="2" charset="-122"/>
              <a:cs typeface="+mn-cs"/>
            </a:endParaRPr>
          </a:p>
        </p:txBody>
      </p:sp>
      <p:sp>
        <p:nvSpPr>
          <p:cNvPr id="1028" name="Rectangle 14"/>
          <p:cNvSpPr>
            <a:spLocks noGrp="1"/>
          </p:cNvSpPr>
          <p:nvPr>
            <p:ph type="title"/>
          </p:nvPr>
        </p:nvSpPr>
        <p:spPr>
          <a:xfrm>
            <a:off x="457200" y="457200"/>
            <a:ext cx="8229600" cy="1371600"/>
          </a:xfrm>
          <a:prstGeom prst="rect">
            <a:avLst/>
          </a:prstGeom>
          <a:noFill/>
          <a:ln w="9525">
            <a:noFill/>
          </a:ln>
        </p:spPr>
        <p:txBody>
          <a:bodyPr anchor="ctr" anchorCtr="0"/>
          <a:p>
            <a:pPr lvl="0"/>
            <a:r>
              <a:rPr lang="zh-CN" altLang="en-US" dirty="0"/>
              <a:t>单击此处编辑母版标题样式</a:t>
            </a:r>
            <a:endParaRPr lang="zh-CN" altLang="en-US" dirty="0"/>
          </a:p>
        </p:txBody>
      </p:sp>
      <p:sp>
        <p:nvSpPr>
          <p:cNvPr id="1029" name="Rectangle 15"/>
          <p:cNvSpPr>
            <a:spLocks noGrp="1"/>
          </p:cNvSpPr>
          <p:nvPr>
            <p:ph type="body" idx="1"/>
          </p:nvPr>
        </p:nvSpPr>
        <p:spPr>
          <a:xfrm>
            <a:off x="457200" y="1981200"/>
            <a:ext cx="8229600" cy="3886200"/>
          </a:xfrm>
          <a:prstGeom prst="rect">
            <a:avLst/>
          </a:prstGeom>
          <a:noFill/>
          <a:ln w="9525">
            <a:noFill/>
          </a:ln>
        </p:spPr>
        <p:txBody>
          <a:bodyPr/>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348176" name="Rectangle 16"/>
          <p:cNvSpPr>
            <a:spLocks noGrp="1" noChangeArrowheads="1"/>
          </p:cNvSpPr>
          <p:nvPr>
            <p:ph type="dt" sz="half" idx="2"/>
          </p:nvPr>
        </p:nvSpPr>
        <p:spPr bwMode="auto">
          <a:xfrm>
            <a:off x="457200" y="6245225"/>
            <a:ext cx="2133600" cy="476250"/>
          </a:xfrm>
          <a:prstGeom prst="rect">
            <a:avLst/>
          </a:prstGeom>
          <a:noFill/>
          <a:ln w="9525">
            <a:noFill/>
            <a:miter lim="800000"/>
          </a:ln>
          <a:effectLst/>
        </p:spPr>
        <p:txBody>
          <a:bodyPr vert="horz" wrap="square" lIns="91440" tIns="45720" rIns="91440" bIns="45720" numCol="1" anchor="b" anchorCtr="0" compatLnSpc="1"/>
          <a:lstStyle>
            <a:lvl1pPr>
              <a:defRPr sz="1200">
                <a:latin typeface="Arial" panose="02080604020202020204" pitchFamily="34" charset="0"/>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Arial" panose="02080604020202020204" pitchFamily="34" charset="0"/>
              <a:ea typeface="宋体" pitchFamily="2" charset="-122"/>
              <a:cs typeface="+mn-cs"/>
            </a:endParaRPr>
          </a:p>
        </p:txBody>
      </p:sp>
      <p:sp>
        <p:nvSpPr>
          <p:cNvPr id="348177" name="Text Box 17"/>
          <p:cNvSpPr txBox="1">
            <a:spLocks noChangeArrowheads="1"/>
          </p:cNvSpPr>
          <p:nvPr/>
        </p:nvSpPr>
        <p:spPr bwMode="auto">
          <a:xfrm>
            <a:off x="8532813" y="6308725"/>
            <a:ext cx="503238" cy="366713"/>
          </a:xfrm>
          <a:prstGeom prst="rect">
            <a:avLst/>
          </a:prstGeom>
          <a:noFill/>
          <a:ln w="9525">
            <a:noFill/>
            <a:miter lim="800000"/>
          </a:ln>
          <a:effectLst/>
        </p:spPr>
        <p:txBody>
          <a:bodyPr lIns="92075" tIns="46038" rIns="92075" bIns="46038">
            <a:spAutoFit/>
          </a:bodyPr>
          <a:lstStyle>
            <a:lvl1pPr eaLnBrk="0" hangingPunct="0">
              <a:defRPr>
                <a:solidFill>
                  <a:schemeClr val="tx1"/>
                </a:solidFill>
                <a:latin typeface="Arial" panose="02080604020202020204" pitchFamily="34" charset="0"/>
                <a:ea typeface="宋体" pitchFamily="2" charset="-122"/>
              </a:defRPr>
            </a:lvl1pPr>
            <a:lvl2pPr marL="742950" indent="-285750" eaLnBrk="0" hangingPunct="0">
              <a:defRPr>
                <a:solidFill>
                  <a:schemeClr val="tx1"/>
                </a:solidFill>
                <a:latin typeface="Arial" panose="02080604020202020204" pitchFamily="34" charset="0"/>
                <a:ea typeface="宋体" pitchFamily="2" charset="-122"/>
              </a:defRPr>
            </a:lvl2pPr>
            <a:lvl3pPr marL="1143000" indent="-228600" eaLnBrk="0" hangingPunct="0">
              <a:defRPr>
                <a:solidFill>
                  <a:schemeClr val="tx1"/>
                </a:solidFill>
                <a:latin typeface="Arial" panose="02080604020202020204" pitchFamily="34" charset="0"/>
                <a:ea typeface="宋体" pitchFamily="2" charset="-122"/>
              </a:defRPr>
            </a:lvl3pPr>
            <a:lvl4pPr marL="1600200" indent="-228600" eaLnBrk="0" hangingPunct="0">
              <a:defRPr>
                <a:solidFill>
                  <a:schemeClr val="tx1"/>
                </a:solidFill>
                <a:latin typeface="Arial" panose="02080604020202020204" pitchFamily="34" charset="0"/>
                <a:ea typeface="宋体" pitchFamily="2" charset="-122"/>
              </a:defRPr>
            </a:lvl4pPr>
            <a:lvl5pPr marL="2057400" indent="-228600" eaLnBrk="0" hangingPunct="0">
              <a:defRPr>
                <a:solidFill>
                  <a:schemeClr val="tx1"/>
                </a:solidFill>
                <a:latin typeface="Arial" panose="02080604020202020204"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anose="02080604020202020204"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anose="02080604020202020204"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anose="02080604020202020204"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anose="02080604020202020204" pitchFamily="34" charset="0"/>
                <a:ea typeface="宋体"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defRPr/>
            </a:pPr>
            <a:fld id="{06D9E139-8418-4926-8889-64399745B40F}" type="slidenum">
              <a:rPr kumimoji="0" lang="zh-CN" altLang="en-US" sz="1800" b="0" i="0" u="none" strike="noStrike" kern="1200" cap="none" spc="0" normalizeH="0" baseline="0" noProof="0" smtClean="0">
                <a:ln>
                  <a:noFill/>
                </a:ln>
                <a:solidFill>
                  <a:schemeClr val="tx1"/>
                </a:solidFill>
                <a:effectLst/>
                <a:uLnTx/>
                <a:uFillTx/>
                <a:latin typeface="Arial" panose="02080604020202020204" pitchFamily="34" charset="0"/>
                <a:ea typeface="宋体" pitchFamily="2" charset="-122"/>
                <a:cs typeface="+mn-cs"/>
              </a:rPr>
            </a:fld>
            <a:endParaRPr kumimoji="0" lang="en-US" altLang="zh-CN" sz="1800" b="0" i="0" u="none" strike="noStrike" kern="1200" cap="none" spc="0" normalizeH="0" baseline="0" noProof="0" smtClean="0">
              <a:ln>
                <a:noFill/>
              </a:ln>
              <a:solidFill>
                <a:schemeClr val="tx1"/>
              </a:solidFill>
              <a:effectLst/>
              <a:uLnTx/>
              <a:uFillTx/>
              <a:latin typeface="Arial" panose="02080604020202020204" pitchFamily="34" charset="0"/>
              <a:ea typeface="宋体" pitchFamily="2" charset="-122"/>
              <a:cs typeface="+mn-cs"/>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Lst>
  <p:hf sldNum="0" hdr="0" ftr="0" dt="0"/>
  <p:txStyles>
    <p:titleStyle>
      <a:lvl1pPr algn="l" rtl="0" eaLnBrk="0" fontAlgn="base" hangingPunct="0">
        <a:spcBef>
          <a:spcPct val="0"/>
        </a:spcBef>
        <a:spcAft>
          <a:spcPct val="0"/>
        </a:spcAft>
        <a:defRPr sz="4400" b="1">
          <a:solidFill>
            <a:schemeClr val="hlink"/>
          </a:solidFill>
          <a:latin typeface="+mj-lt"/>
          <a:ea typeface="+mj-ea"/>
          <a:cs typeface="+mj-cs"/>
        </a:defRPr>
      </a:lvl1pPr>
      <a:lvl2pPr algn="l" rtl="0" eaLnBrk="0" fontAlgn="base" hangingPunct="0">
        <a:spcBef>
          <a:spcPct val="0"/>
        </a:spcBef>
        <a:spcAft>
          <a:spcPct val="0"/>
        </a:spcAft>
        <a:defRPr sz="4400" b="1">
          <a:solidFill>
            <a:schemeClr val="hlink"/>
          </a:solidFill>
          <a:latin typeface="Arial" panose="02080604020202020204" pitchFamily="34" charset="0"/>
          <a:ea typeface="宋体" pitchFamily="2" charset="-122"/>
        </a:defRPr>
      </a:lvl2pPr>
      <a:lvl3pPr algn="l" rtl="0" eaLnBrk="0" fontAlgn="base" hangingPunct="0">
        <a:spcBef>
          <a:spcPct val="0"/>
        </a:spcBef>
        <a:spcAft>
          <a:spcPct val="0"/>
        </a:spcAft>
        <a:defRPr sz="4400" b="1">
          <a:solidFill>
            <a:schemeClr val="hlink"/>
          </a:solidFill>
          <a:latin typeface="Arial" panose="02080604020202020204" pitchFamily="34" charset="0"/>
          <a:ea typeface="宋体" pitchFamily="2" charset="-122"/>
        </a:defRPr>
      </a:lvl3pPr>
      <a:lvl4pPr algn="l" rtl="0" eaLnBrk="0" fontAlgn="base" hangingPunct="0">
        <a:spcBef>
          <a:spcPct val="0"/>
        </a:spcBef>
        <a:spcAft>
          <a:spcPct val="0"/>
        </a:spcAft>
        <a:defRPr sz="4400" b="1">
          <a:solidFill>
            <a:schemeClr val="hlink"/>
          </a:solidFill>
          <a:latin typeface="Arial" panose="02080604020202020204" pitchFamily="34" charset="0"/>
          <a:ea typeface="宋体" pitchFamily="2" charset="-122"/>
        </a:defRPr>
      </a:lvl4pPr>
      <a:lvl5pPr algn="l" rtl="0" eaLnBrk="0" fontAlgn="base" hangingPunct="0">
        <a:spcBef>
          <a:spcPct val="0"/>
        </a:spcBef>
        <a:spcAft>
          <a:spcPct val="0"/>
        </a:spcAft>
        <a:defRPr sz="4400" b="1">
          <a:solidFill>
            <a:schemeClr val="hlink"/>
          </a:solidFill>
          <a:latin typeface="Arial" panose="02080604020202020204" pitchFamily="34" charset="0"/>
          <a:ea typeface="宋体" pitchFamily="2" charset="-122"/>
        </a:defRPr>
      </a:lvl5pPr>
      <a:lvl6pPr marL="457200" algn="l" rtl="0" fontAlgn="base">
        <a:spcBef>
          <a:spcPct val="0"/>
        </a:spcBef>
        <a:spcAft>
          <a:spcPct val="0"/>
        </a:spcAft>
        <a:defRPr sz="4400" b="1">
          <a:solidFill>
            <a:schemeClr val="hlink"/>
          </a:solidFill>
          <a:latin typeface="Arial" panose="02080604020202020204" pitchFamily="34" charset="0"/>
          <a:ea typeface="宋体" pitchFamily="2" charset="-122"/>
        </a:defRPr>
      </a:lvl6pPr>
      <a:lvl7pPr marL="914400" algn="l" rtl="0" fontAlgn="base">
        <a:spcBef>
          <a:spcPct val="0"/>
        </a:spcBef>
        <a:spcAft>
          <a:spcPct val="0"/>
        </a:spcAft>
        <a:defRPr sz="4400" b="1">
          <a:solidFill>
            <a:schemeClr val="hlink"/>
          </a:solidFill>
          <a:latin typeface="Arial" panose="02080604020202020204" pitchFamily="34" charset="0"/>
          <a:ea typeface="宋体" pitchFamily="2" charset="-122"/>
        </a:defRPr>
      </a:lvl7pPr>
      <a:lvl8pPr marL="1371600" algn="l" rtl="0" fontAlgn="base">
        <a:spcBef>
          <a:spcPct val="0"/>
        </a:spcBef>
        <a:spcAft>
          <a:spcPct val="0"/>
        </a:spcAft>
        <a:defRPr sz="4400" b="1">
          <a:solidFill>
            <a:schemeClr val="hlink"/>
          </a:solidFill>
          <a:latin typeface="Arial" panose="02080604020202020204" pitchFamily="34" charset="0"/>
          <a:ea typeface="宋体" pitchFamily="2" charset="-122"/>
        </a:defRPr>
      </a:lvl8pPr>
      <a:lvl9pPr marL="1828800" algn="l" rtl="0" fontAlgn="base">
        <a:spcBef>
          <a:spcPct val="0"/>
        </a:spcBef>
        <a:spcAft>
          <a:spcPct val="0"/>
        </a:spcAft>
        <a:defRPr sz="4400" b="1">
          <a:solidFill>
            <a:schemeClr val="hlink"/>
          </a:solidFill>
          <a:latin typeface="Arial" panose="02080604020202020204" pitchFamily="34" charset="0"/>
          <a:ea typeface="宋体" pitchFamily="2" charset="-122"/>
        </a:defRPr>
      </a:lvl9pPr>
    </p:titleStyle>
    <p:body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b="1">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b="1">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sz="2400" b="1">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b="1">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sz="2000" b="1">
          <a:solidFill>
            <a:schemeClr val="tx1"/>
          </a:solidFill>
          <a:latin typeface="+mn-lt"/>
          <a:ea typeface="+mn-ea"/>
        </a:defRPr>
      </a:lvl5pPr>
      <a:lvl6pPr marL="2514600" indent="-228600" algn="l" rtl="0" fontAlgn="base">
        <a:spcBef>
          <a:spcPct val="20000"/>
        </a:spcBef>
        <a:spcAft>
          <a:spcPct val="0"/>
        </a:spcAft>
        <a:buClr>
          <a:schemeClr val="bg2"/>
        </a:buClr>
        <a:buFont typeface="Wingdings" panose="05000000000000000000" pitchFamily="2" charset="2"/>
        <a:buChar char="§"/>
        <a:defRPr sz="2000" b="1">
          <a:solidFill>
            <a:schemeClr val="tx1"/>
          </a:solidFill>
          <a:latin typeface="+mn-lt"/>
          <a:ea typeface="+mn-ea"/>
        </a:defRPr>
      </a:lvl6pPr>
      <a:lvl7pPr marL="2971800" indent="-228600" algn="l" rtl="0" fontAlgn="base">
        <a:spcBef>
          <a:spcPct val="20000"/>
        </a:spcBef>
        <a:spcAft>
          <a:spcPct val="0"/>
        </a:spcAft>
        <a:buClr>
          <a:schemeClr val="bg2"/>
        </a:buClr>
        <a:buFont typeface="Wingdings" panose="05000000000000000000" pitchFamily="2" charset="2"/>
        <a:buChar char="§"/>
        <a:defRPr sz="2000" b="1">
          <a:solidFill>
            <a:schemeClr val="tx1"/>
          </a:solidFill>
          <a:latin typeface="+mn-lt"/>
          <a:ea typeface="+mn-ea"/>
        </a:defRPr>
      </a:lvl7pPr>
      <a:lvl8pPr marL="3429000" indent="-228600" algn="l" rtl="0" fontAlgn="base">
        <a:spcBef>
          <a:spcPct val="20000"/>
        </a:spcBef>
        <a:spcAft>
          <a:spcPct val="0"/>
        </a:spcAft>
        <a:buClr>
          <a:schemeClr val="bg2"/>
        </a:buClr>
        <a:buFont typeface="Wingdings" panose="05000000000000000000" pitchFamily="2" charset="2"/>
        <a:buChar char="§"/>
        <a:defRPr sz="2000" b="1">
          <a:solidFill>
            <a:schemeClr val="tx1"/>
          </a:solidFill>
          <a:latin typeface="+mn-lt"/>
          <a:ea typeface="+mn-ea"/>
        </a:defRPr>
      </a:lvl8pPr>
      <a:lvl9pPr marL="3886200" indent="-228600" algn="l" rtl="0" fontAlgn="base">
        <a:spcBef>
          <a:spcPct val="20000"/>
        </a:spcBef>
        <a:spcAft>
          <a:spcPct val="0"/>
        </a:spcAft>
        <a:buClr>
          <a:schemeClr val="bg2"/>
        </a:buClr>
        <a:buFont typeface="Wingdings" panose="05000000000000000000" pitchFamily="2" charset="2"/>
        <a:buChar char="§"/>
        <a:defRPr sz="2000" b="1">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075" name="Rectangle 2"/>
          <p:cNvSpPr>
            <a:spLocks noGrp="1"/>
          </p:cNvSpPr>
          <p:nvPr>
            <p:ph type="title"/>
          </p:nvPr>
        </p:nvSpPr>
        <p:spPr>
          <a:xfrm>
            <a:off x="1042988" y="620713"/>
            <a:ext cx="5334000" cy="838200"/>
          </a:xfrm>
        </p:spPr>
        <p:txBody>
          <a:bodyPr vert="horz" wrap="square" lIns="91440" tIns="45720" rIns="91440" bIns="45720" anchor="ctr" anchorCtr="0"/>
          <a:p>
            <a:pPr eaLnBrk="1" hangingPunct="1"/>
            <a:r>
              <a:rPr lang="en-US" altLang="zh-CN" b="0"/>
              <a:t>Chap</a:t>
            </a:r>
            <a:r>
              <a:rPr lang="zh-CN" altLang="en-US" b="0" dirty="0"/>
              <a:t> </a:t>
            </a:r>
            <a:r>
              <a:rPr lang="x-none" altLang="en-US" b="0"/>
              <a:t>9</a:t>
            </a:r>
            <a:r>
              <a:rPr lang="en-US" altLang="zh-CN" b="0"/>
              <a:t>  </a:t>
            </a:r>
            <a:r>
              <a:rPr lang="zh-CN" altLang="en-US" b="0"/>
              <a:t>结</a:t>
            </a:r>
            <a:r>
              <a:rPr lang="en-US" altLang="zh-CN" b="0"/>
              <a:t>  </a:t>
            </a:r>
            <a:r>
              <a:rPr lang="zh-CN" altLang="en-US" b="0"/>
              <a:t>构</a:t>
            </a:r>
            <a:endParaRPr lang="zh-CN" altLang="en-US" b="0" dirty="0"/>
          </a:p>
        </p:txBody>
      </p:sp>
      <p:sp>
        <p:nvSpPr>
          <p:cNvPr id="2" name="文本框 1"/>
          <p:cNvSpPr txBox="1"/>
          <p:nvPr/>
        </p:nvSpPr>
        <p:spPr>
          <a:xfrm>
            <a:off x="1187450" y="1772920"/>
            <a:ext cx="4141470" cy="2061210"/>
          </a:xfrm>
          <a:prstGeom prst="rect">
            <a:avLst/>
          </a:prstGeom>
          <a:noFill/>
        </p:spPr>
        <p:txBody>
          <a:bodyPr wrap="square" rtlCol="0" anchor="t">
            <a:spAutoFit/>
          </a:bodyPr>
          <a:p>
            <a:pPr eaLnBrk="1" hangingPunct="1">
              <a:buNone/>
            </a:pPr>
            <a:r>
              <a:rPr lang="en-US" altLang="zh-CN" sz="3200">
                <a:sym typeface="+mn-ea"/>
              </a:rPr>
              <a:t>9.1  </a:t>
            </a:r>
            <a:r>
              <a:rPr lang="zh-CN" altLang="en-US" sz="3200" dirty="0">
                <a:sym typeface="+mn-ea"/>
              </a:rPr>
              <a:t>构建手机通讯录</a:t>
            </a:r>
            <a:endParaRPr lang="en-US" altLang="zh-CN" sz="3200"/>
          </a:p>
          <a:p>
            <a:pPr eaLnBrk="1" hangingPunct="1">
              <a:buNone/>
            </a:pPr>
            <a:r>
              <a:rPr lang="en-US" altLang="zh-CN" sz="3200">
                <a:sym typeface="+mn-ea"/>
              </a:rPr>
              <a:t>9.2  </a:t>
            </a:r>
            <a:r>
              <a:rPr lang="zh-CN" altLang="en-US" sz="3200" dirty="0">
                <a:sym typeface="+mn-ea"/>
              </a:rPr>
              <a:t>结构变量</a:t>
            </a:r>
            <a:endParaRPr lang="zh-CN" altLang="en-US" sz="3200" dirty="0"/>
          </a:p>
          <a:p>
            <a:pPr eaLnBrk="1" hangingPunct="1">
              <a:buNone/>
            </a:pPr>
            <a:r>
              <a:rPr lang="en-US" altLang="zh-CN" sz="3200">
                <a:sym typeface="+mn-ea"/>
              </a:rPr>
              <a:t>9.3  </a:t>
            </a:r>
            <a:r>
              <a:rPr lang="zh-CN" altLang="en-US" sz="3200" dirty="0">
                <a:sym typeface="+mn-ea"/>
              </a:rPr>
              <a:t>结构数组</a:t>
            </a:r>
            <a:endParaRPr lang="zh-CN" altLang="en-US" sz="3200" dirty="0"/>
          </a:p>
          <a:p>
            <a:pPr eaLnBrk="1" hangingPunct="1">
              <a:buNone/>
            </a:pPr>
            <a:r>
              <a:rPr lang="en-US" altLang="zh-CN" sz="3200">
                <a:sym typeface="+mn-ea"/>
              </a:rPr>
              <a:t>9.4  </a:t>
            </a:r>
            <a:r>
              <a:rPr lang="zh-CN" altLang="en-US" sz="3200" dirty="0">
                <a:sym typeface="+mn-ea"/>
              </a:rPr>
              <a:t>结构指针</a:t>
            </a:r>
            <a:endParaRPr lang="zh-CN" altLang="en-US" sz="320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099" name="Rectangle 17"/>
          <p:cNvSpPr>
            <a:spLocks noGrp="1"/>
          </p:cNvSpPr>
          <p:nvPr>
            <p:ph type="title"/>
          </p:nvPr>
        </p:nvSpPr>
        <p:spPr/>
        <p:txBody>
          <a:bodyPr vert="horz" wrap="square" lIns="91440" tIns="45720" rIns="91440" bIns="45720" anchor="ctr" anchorCtr="0"/>
          <a:p>
            <a:pPr eaLnBrk="1" hangingPunct="1"/>
            <a:r>
              <a:rPr lang="en-US" altLang="zh-CN" b="0"/>
              <a:t>9.1  </a:t>
            </a:r>
            <a:r>
              <a:rPr lang="zh-CN" altLang="en-US" b="0" dirty="0"/>
              <a:t>构建手机通讯录</a:t>
            </a:r>
            <a:r>
              <a:rPr lang="en-US" altLang="zh-CN" b="0"/>
              <a:t> </a:t>
            </a:r>
            <a:endParaRPr lang="zh-CN" altLang="en-US" b="0" dirty="0"/>
          </a:p>
        </p:txBody>
      </p:sp>
      <p:sp>
        <p:nvSpPr>
          <p:cNvPr id="4100" name="Rectangle 18"/>
          <p:cNvSpPr>
            <a:spLocks noGrp="1"/>
          </p:cNvSpPr>
          <p:nvPr>
            <p:ph idx="1"/>
          </p:nvPr>
        </p:nvSpPr>
        <p:spPr/>
        <p:txBody>
          <a:bodyPr vert="horz" wrap="square" lIns="91440" tIns="45720" rIns="91440" bIns="45720" anchor="t" anchorCtr="0"/>
          <a:p>
            <a:pPr eaLnBrk="1" hangingPunct="1">
              <a:spcBef>
                <a:spcPct val="50000"/>
              </a:spcBef>
              <a:buNone/>
            </a:pPr>
            <a:r>
              <a:rPr lang="en-US" altLang="zh-CN" b="0"/>
              <a:t>9.1.1  </a:t>
            </a:r>
            <a:r>
              <a:rPr lang="zh-CN" altLang="en-US" b="0" dirty="0"/>
              <a:t>程序解析</a:t>
            </a:r>
            <a:endParaRPr lang="zh-CN" altLang="en-US" b="0" dirty="0"/>
          </a:p>
          <a:p>
            <a:pPr eaLnBrk="1" hangingPunct="1">
              <a:spcBef>
                <a:spcPct val="50000"/>
              </a:spcBef>
              <a:buNone/>
            </a:pPr>
            <a:r>
              <a:rPr lang="en-US" altLang="zh-CN" b="0"/>
              <a:t>9.1.2  </a:t>
            </a:r>
            <a:r>
              <a:rPr lang="zh-CN" altLang="en-US" b="0" dirty="0"/>
              <a:t>结构的概念与定义</a:t>
            </a:r>
            <a:endParaRPr lang="zh-CN" altLang="en-US" b="0" dirty="0"/>
          </a:p>
          <a:p>
            <a:pPr eaLnBrk="1" hangingPunct="1">
              <a:spcBef>
                <a:spcPct val="50000"/>
              </a:spcBef>
              <a:buNone/>
            </a:pPr>
            <a:r>
              <a:rPr lang="en-US" altLang="zh-CN" b="0"/>
              <a:t>9.1.3  </a:t>
            </a:r>
            <a:r>
              <a:rPr lang="zh-CN" altLang="en-US" b="0" dirty="0"/>
              <a:t>结构的嵌套定义</a:t>
            </a:r>
            <a:endParaRPr lang="zh-CN" altLang="en-US" b="0" dirty="0"/>
          </a:p>
        </p:txBody>
      </p:sp>
    </p:spTree>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123" name="Rectangle 20"/>
          <p:cNvSpPr>
            <a:spLocks noGrp="1"/>
          </p:cNvSpPr>
          <p:nvPr>
            <p:ph type="title"/>
          </p:nvPr>
        </p:nvSpPr>
        <p:spPr>
          <a:xfrm>
            <a:off x="468313" y="620713"/>
            <a:ext cx="5327650" cy="1008062"/>
          </a:xfrm>
        </p:spPr>
        <p:txBody>
          <a:bodyPr vert="horz" wrap="square" lIns="91440" tIns="45720" rIns="91440" bIns="45720" anchor="ctr" anchorCtr="0"/>
          <a:p>
            <a:pPr eaLnBrk="1" hangingPunct="1"/>
            <a:r>
              <a:rPr lang="en-US" altLang="zh-CN" b="0"/>
              <a:t>9.1.1  </a:t>
            </a:r>
            <a:r>
              <a:rPr lang="zh-CN" altLang="en-US" b="0" dirty="0"/>
              <a:t>程序解析</a:t>
            </a:r>
            <a:endParaRPr lang="zh-CN" altLang="en-US" b="0" dirty="0"/>
          </a:p>
        </p:txBody>
      </p:sp>
      <p:sp>
        <p:nvSpPr>
          <p:cNvPr id="5124" name="Rectangle 22"/>
          <p:cNvSpPr>
            <a:spLocks noGrp="1"/>
          </p:cNvSpPr>
          <p:nvPr>
            <p:ph idx="1"/>
          </p:nvPr>
        </p:nvSpPr>
        <p:spPr>
          <a:xfrm>
            <a:off x="457200" y="1916113"/>
            <a:ext cx="8229600" cy="3951287"/>
          </a:xfrm>
        </p:spPr>
        <p:txBody>
          <a:bodyPr vert="horz" wrap="square" lIns="91440" tIns="45720" rIns="91440" bIns="45720" anchor="t" anchorCtr="0"/>
          <a:p>
            <a:pPr eaLnBrk="1" hangingPunct="1">
              <a:buNone/>
            </a:pPr>
            <a:r>
              <a:rPr lang="zh-CN" altLang="en-US" b="0" dirty="0"/>
              <a:t>例</a:t>
            </a:r>
            <a:r>
              <a:rPr lang="en-US" altLang="zh-CN" b="0"/>
              <a:t>9-1 </a:t>
            </a:r>
            <a:r>
              <a:rPr lang="zh-CN" altLang="en-US" b="0" dirty="0"/>
              <a:t>构建简单的手机通讯录</a:t>
            </a:r>
            <a:endParaRPr lang="en-US" altLang="zh-CN" b="0"/>
          </a:p>
          <a:p>
            <a:pPr lvl="1" eaLnBrk="1" hangingPunct="1"/>
            <a:r>
              <a:rPr lang="zh-CN" altLang="en-US" b="0" dirty="0"/>
              <a:t> 联系人的基本信息：姓名、年龄和联系电话</a:t>
            </a:r>
            <a:endParaRPr lang="zh-CN" altLang="en-US" b="0" dirty="0"/>
          </a:p>
          <a:p>
            <a:pPr lvl="1" eaLnBrk="1" hangingPunct="1"/>
            <a:r>
              <a:rPr lang="zh-CN" altLang="en-US" b="0" dirty="0"/>
              <a:t> 最多容纳</a:t>
            </a:r>
            <a:r>
              <a:rPr lang="en-US" altLang="zh-CN" b="0"/>
              <a:t>50</a:t>
            </a:r>
            <a:r>
              <a:rPr lang="zh-CN" altLang="en-US" b="0" dirty="0"/>
              <a:t>名联系人的信息 </a:t>
            </a:r>
            <a:endParaRPr lang="zh-CN" altLang="en-US" b="0" dirty="0"/>
          </a:p>
          <a:p>
            <a:pPr lvl="1" eaLnBrk="1" hangingPunct="1"/>
            <a:r>
              <a:rPr lang="zh-CN" altLang="en-US" b="0" dirty="0"/>
              <a:t> 具有新建和查询功能</a:t>
            </a:r>
            <a:endParaRPr lang="zh-CN" altLang="en-US" b="0" dirty="0"/>
          </a:p>
        </p:txBody>
      </p:sp>
    </p:spTree>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7" name="Rectangle 2"/>
          <p:cNvSpPr>
            <a:spLocks noGrp="1"/>
          </p:cNvSpPr>
          <p:nvPr>
            <p:ph type="title"/>
          </p:nvPr>
        </p:nvSpPr>
        <p:spPr>
          <a:xfrm>
            <a:off x="457200" y="457200"/>
            <a:ext cx="6419850" cy="739775"/>
          </a:xfrm>
        </p:spPr>
        <p:txBody>
          <a:bodyPr vert="horz" wrap="square" lIns="91440" tIns="45720" rIns="91440" bIns="45720" anchor="ctr" anchorCtr="0"/>
          <a:p>
            <a:pPr eaLnBrk="1" hangingPunct="1"/>
            <a:r>
              <a:rPr lang="en-US" altLang="zh-CN" sz="4000"/>
              <a:t>9.1.1  </a:t>
            </a:r>
            <a:r>
              <a:rPr lang="zh-CN" altLang="en-US" sz="4000" dirty="0"/>
              <a:t>程序解析－程序结构</a:t>
            </a:r>
            <a:endParaRPr lang="zh-CN" altLang="en-US" sz="4000" dirty="0"/>
          </a:p>
        </p:txBody>
      </p:sp>
      <p:sp>
        <p:nvSpPr>
          <p:cNvPr id="6148" name="Rectangle 3"/>
          <p:cNvSpPr>
            <a:spLocks noGrp="1"/>
          </p:cNvSpPr>
          <p:nvPr>
            <p:ph idx="1"/>
          </p:nvPr>
        </p:nvSpPr>
        <p:spPr>
          <a:xfrm>
            <a:off x="755650" y="3933825"/>
            <a:ext cx="7704138" cy="2016125"/>
          </a:xfrm>
        </p:spPr>
        <p:txBody>
          <a:bodyPr vert="horz" wrap="square" lIns="91440" tIns="45720" rIns="91440" bIns="45720" anchor="t" anchorCtr="0"/>
          <a:p>
            <a:pPr eaLnBrk="1" hangingPunct="1">
              <a:lnSpc>
                <a:spcPct val="90000"/>
              </a:lnSpc>
            </a:pPr>
            <a:r>
              <a:rPr lang="zh-CN" altLang="en-US" b="0" dirty="0"/>
              <a:t>程序结构</a:t>
            </a:r>
            <a:endParaRPr lang="zh-CN" altLang="en-US" b="0" dirty="0"/>
          </a:p>
          <a:p>
            <a:pPr lvl="1" eaLnBrk="1" hangingPunct="1">
              <a:lnSpc>
                <a:spcPct val="90000"/>
              </a:lnSpc>
            </a:pPr>
            <a:r>
              <a:rPr lang="zh-CN" altLang="en-US" b="0" dirty="0"/>
              <a:t>主函数</a:t>
            </a:r>
            <a:r>
              <a:rPr lang="en-US" altLang="zh-CN" b="0"/>
              <a:t>main</a:t>
            </a:r>
            <a:r>
              <a:rPr lang="zh-CN" altLang="en-US" b="0" dirty="0"/>
              <a:t>：程序的总体控制</a:t>
            </a:r>
            <a:endParaRPr lang="zh-CN" altLang="en-US" b="0" dirty="0"/>
          </a:p>
          <a:p>
            <a:pPr lvl="1" eaLnBrk="1" hangingPunct="1">
              <a:lnSpc>
                <a:spcPct val="90000"/>
              </a:lnSpc>
            </a:pPr>
            <a:r>
              <a:rPr lang="zh-CN" altLang="en-US" b="0" dirty="0"/>
              <a:t>函数</a:t>
            </a:r>
            <a:r>
              <a:rPr lang="en-US" altLang="zh-CN" b="0" err="1">
                <a:solidFill>
                  <a:schemeClr val="bg2"/>
                </a:solidFill>
              </a:rPr>
              <a:t>new_friend</a:t>
            </a:r>
            <a:r>
              <a:rPr lang="zh-CN" altLang="en-US" b="0" dirty="0"/>
              <a:t>：新建联系人功能</a:t>
            </a:r>
            <a:endParaRPr lang="zh-CN" altLang="en-US" b="0" dirty="0"/>
          </a:p>
          <a:p>
            <a:pPr lvl="1" eaLnBrk="1" hangingPunct="1">
              <a:lnSpc>
                <a:spcPct val="90000"/>
              </a:lnSpc>
            </a:pPr>
            <a:r>
              <a:rPr lang="zh-CN" altLang="en-US" b="0" dirty="0"/>
              <a:t>函数</a:t>
            </a:r>
            <a:r>
              <a:rPr lang="en-US" altLang="zh-CN" b="0" err="1">
                <a:solidFill>
                  <a:schemeClr val="bg2"/>
                </a:solidFill>
              </a:rPr>
              <a:t>search_friend</a:t>
            </a:r>
            <a:r>
              <a:rPr lang="zh-CN" altLang="en-US" b="0" dirty="0"/>
              <a:t>：查询联系人功能 </a:t>
            </a:r>
            <a:endParaRPr lang="zh-CN" altLang="en-US" b="0" dirty="0"/>
          </a:p>
        </p:txBody>
      </p:sp>
      <p:sp>
        <p:nvSpPr>
          <p:cNvPr id="6149" name="Rectangle 4"/>
          <p:cNvSpPr/>
          <p:nvPr/>
        </p:nvSpPr>
        <p:spPr>
          <a:xfrm>
            <a:off x="2987675" y="1484313"/>
            <a:ext cx="1944688" cy="576262"/>
          </a:xfrm>
          <a:prstGeom prst="rect">
            <a:avLst/>
          </a:prstGeom>
          <a:solidFill>
            <a:schemeClr val="bg1"/>
          </a:solidFill>
          <a:ln w="9525" cap="flat" cmpd="sng">
            <a:solidFill>
              <a:schemeClr val="tx1"/>
            </a:solidFill>
            <a:prstDash val="solid"/>
            <a:miter/>
            <a:headEnd type="none" w="med" len="med"/>
            <a:tailEnd type="none" w="med" len="med"/>
          </a:ln>
        </p:spPr>
        <p:txBody>
          <a:bodyPr wrap="none" lIns="92075" tIns="46038" rIns="92075" bIns="46038" anchor="ctr" anchorCtr="0"/>
          <a:p>
            <a:pPr algn="ctr"/>
            <a:r>
              <a:rPr lang="en-US" altLang="zh-CN" sz="2400" b="1">
                <a:latin typeface="Arial" panose="02080604020202020204" pitchFamily="34" charset="0"/>
              </a:rPr>
              <a:t>main()</a:t>
            </a:r>
            <a:endParaRPr lang="en-US" altLang="zh-CN" sz="2400" b="1">
              <a:latin typeface="Arial" panose="02080604020202020204" pitchFamily="34" charset="0"/>
            </a:endParaRPr>
          </a:p>
        </p:txBody>
      </p:sp>
      <p:sp>
        <p:nvSpPr>
          <p:cNvPr id="6150" name="Rectangle 5"/>
          <p:cNvSpPr/>
          <p:nvPr/>
        </p:nvSpPr>
        <p:spPr>
          <a:xfrm>
            <a:off x="1116013" y="2708275"/>
            <a:ext cx="2232025" cy="576263"/>
          </a:xfrm>
          <a:prstGeom prst="rect">
            <a:avLst/>
          </a:prstGeom>
          <a:solidFill>
            <a:schemeClr val="bg1"/>
          </a:solidFill>
          <a:ln w="9525" cap="flat" cmpd="sng">
            <a:solidFill>
              <a:schemeClr val="tx1"/>
            </a:solidFill>
            <a:prstDash val="solid"/>
            <a:miter/>
            <a:headEnd type="none" w="med" len="med"/>
            <a:tailEnd type="none" w="med" len="med"/>
          </a:ln>
        </p:spPr>
        <p:txBody>
          <a:bodyPr wrap="none" lIns="92075" tIns="46038" rIns="92075" bIns="46038" anchor="ctr" anchorCtr="0"/>
          <a:p>
            <a:pPr algn="ctr"/>
            <a:r>
              <a:rPr lang="en-US" altLang="zh-CN" sz="2400" b="1" err="1">
                <a:latin typeface="Arial" panose="02080604020202020204" pitchFamily="34" charset="0"/>
              </a:rPr>
              <a:t>new_friend</a:t>
            </a:r>
            <a:r>
              <a:rPr lang="en-US" altLang="zh-CN" sz="2400" b="1">
                <a:latin typeface="Arial" panose="02080604020202020204" pitchFamily="34" charset="0"/>
              </a:rPr>
              <a:t>()</a:t>
            </a:r>
            <a:endParaRPr lang="en-US" altLang="zh-CN" sz="2400" b="1">
              <a:latin typeface="Arial" panose="02080604020202020204" pitchFamily="34" charset="0"/>
            </a:endParaRPr>
          </a:p>
        </p:txBody>
      </p:sp>
      <p:sp>
        <p:nvSpPr>
          <p:cNvPr id="6151" name="Rectangle 6"/>
          <p:cNvSpPr/>
          <p:nvPr/>
        </p:nvSpPr>
        <p:spPr>
          <a:xfrm>
            <a:off x="4500563" y="2708275"/>
            <a:ext cx="2592387" cy="576263"/>
          </a:xfrm>
          <a:prstGeom prst="rect">
            <a:avLst/>
          </a:prstGeom>
          <a:solidFill>
            <a:schemeClr val="bg1"/>
          </a:solidFill>
          <a:ln w="9525" cap="flat" cmpd="sng">
            <a:solidFill>
              <a:schemeClr val="tx1"/>
            </a:solidFill>
            <a:prstDash val="solid"/>
            <a:miter/>
            <a:headEnd type="none" w="med" len="med"/>
            <a:tailEnd type="none" w="med" len="med"/>
          </a:ln>
        </p:spPr>
        <p:txBody>
          <a:bodyPr wrap="none" lIns="92075" tIns="46038" rIns="92075" bIns="46038" anchor="ctr" anchorCtr="0"/>
          <a:p>
            <a:pPr algn="ctr"/>
            <a:r>
              <a:rPr lang="en-US" altLang="zh-CN" sz="2400" b="1" err="1">
                <a:latin typeface="Arial" panose="02080604020202020204" pitchFamily="34" charset="0"/>
              </a:rPr>
              <a:t>search_friend</a:t>
            </a:r>
            <a:r>
              <a:rPr lang="en-US" altLang="zh-CN" sz="2400" b="1">
                <a:latin typeface="Arial" panose="02080604020202020204" pitchFamily="34" charset="0"/>
              </a:rPr>
              <a:t>()</a:t>
            </a:r>
            <a:endParaRPr lang="en-US" altLang="zh-CN" sz="2400" b="1">
              <a:latin typeface="Arial" panose="02080604020202020204" pitchFamily="34" charset="0"/>
            </a:endParaRPr>
          </a:p>
        </p:txBody>
      </p:sp>
      <p:cxnSp>
        <p:nvCxnSpPr>
          <p:cNvPr id="6152" name="AutoShape 7"/>
          <p:cNvCxnSpPr>
            <a:stCxn id="6149" idx="2"/>
            <a:endCxn id="6150" idx="0"/>
          </p:cNvCxnSpPr>
          <p:nvPr/>
        </p:nvCxnSpPr>
        <p:spPr>
          <a:xfrm flipH="1">
            <a:off x="2232025" y="2060575"/>
            <a:ext cx="1728788" cy="647700"/>
          </a:xfrm>
          <a:prstGeom prst="straightConnector1">
            <a:avLst/>
          </a:prstGeom>
          <a:ln w="9525" cap="flat" cmpd="sng">
            <a:solidFill>
              <a:schemeClr val="tx1"/>
            </a:solidFill>
            <a:prstDash val="solid"/>
            <a:headEnd type="none" w="med" len="med"/>
            <a:tailEnd type="none" w="med" len="med"/>
          </a:ln>
        </p:spPr>
      </p:cxnSp>
      <p:cxnSp>
        <p:nvCxnSpPr>
          <p:cNvPr id="6153" name="AutoShape 8"/>
          <p:cNvCxnSpPr>
            <a:stCxn id="6149" idx="2"/>
            <a:endCxn id="6151" idx="0"/>
          </p:cNvCxnSpPr>
          <p:nvPr/>
        </p:nvCxnSpPr>
        <p:spPr>
          <a:xfrm>
            <a:off x="3960813" y="2060575"/>
            <a:ext cx="1836737" cy="647700"/>
          </a:xfrm>
          <a:prstGeom prst="straightConnector1">
            <a:avLst/>
          </a:prstGeom>
          <a:ln w="9525" cap="flat" cmpd="sng">
            <a:solidFill>
              <a:schemeClr val="tx1"/>
            </a:solidFill>
            <a:prstDash val="solid"/>
            <a:headEnd type="none" w="med" len="med"/>
            <a:tailEnd type="none" w="med" len="med"/>
          </a:ln>
        </p:spPr>
      </p:cxnSp>
    </p:spTree>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171" name="Rectangle 2"/>
          <p:cNvSpPr>
            <a:spLocks noGrp="1"/>
          </p:cNvSpPr>
          <p:nvPr>
            <p:ph type="title"/>
          </p:nvPr>
        </p:nvSpPr>
        <p:spPr>
          <a:xfrm>
            <a:off x="457200" y="457200"/>
            <a:ext cx="7643813" cy="739775"/>
          </a:xfrm>
        </p:spPr>
        <p:txBody>
          <a:bodyPr vert="horz" wrap="square" lIns="91440" tIns="45720" rIns="91440" bIns="45720" anchor="ctr" anchorCtr="0"/>
          <a:p>
            <a:pPr eaLnBrk="1" hangingPunct="1"/>
            <a:r>
              <a:rPr lang="zh-CN" altLang="en-US" sz="4000" b="0" dirty="0"/>
              <a:t>程序解析－数据类型</a:t>
            </a:r>
            <a:r>
              <a:rPr lang="en-US" altLang="zh-CN" sz="4000" b="0"/>
              <a:t>/</a:t>
            </a:r>
            <a:r>
              <a:rPr lang="zh-CN" altLang="en-US" sz="4000" b="0" dirty="0"/>
              <a:t>变量</a:t>
            </a:r>
            <a:endParaRPr lang="zh-CN" altLang="en-US" sz="4000" b="0" dirty="0"/>
          </a:p>
        </p:txBody>
      </p:sp>
      <p:sp>
        <p:nvSpPr>
          <p:cNvPr id="390147" name="Rectangle 3"/>
          <p:cNvSpPr>
            <a:spLocks noGrp="1"/>
          </p:cNvSpPr>
          <p:nvPr>
            <p:ph idx="1"/>
          </p:nvPr>
        </p:nvSpPr>
        <p:spPr>
          <a:xfrm>
            <a:off x="468313" y="1268413"/>
            <a:ext cx="8351837" cy="5184775"/>
          </a:xfrm>
        </p:spPr>
        <p:txBody>
          <a:bodyPr vert="horz" wrap="square" lIns="91440" tIns="45720" rIns="91440" bIns="45720" anchor="t" anchorCtr="0"/>
          <a:p>
            <a:pPr eaLnBrk="1" hangingPunct="1"/>
            <a:r>
              <a:rPr lang="zh-CN" altLang="en-US" b="0" dirty="0"/>
              <a:t>数据类型</a:t>
            </a:r>
            <a:r>
              <a:rPr lang="en-US" altLang="zh-CN" b="0"/>
              <a:t>/</a:t>
            </a:r>
            <a:r>
              <a:rPr lang="zh-CN" altLang="en-US" b="0" dirty="0"/>
              <a:t>变量</a:t>
            </a:r>
            <a:endParaRPr lang="zh-CN" altLang="en-US" b="0" dirty="0"/>
          </a:p>
          <a:p>
            <a:pPr lvl="1" eaLnBrk="1" hangingPunct="1"/>
            <a:r>
              <a:rPr lang="zh-CN" altLang="en-US" b="0" dirty="0"/>
              <a:t>结构类型</a:t>
            </a:r>
            <a:r>
              <a:rPr lang="en-US" altLang="zh-CN" b="0" err="1">
                <a:solidFill>
                  <a:schemeClr val="bg2"/>
                </a:solidFill>
              </a:rPr>
              <a:t>struct</a:t>
            </a:r>
            <a:r>
              <a:rPr lang="en-US" altLang="zh-CN" b="0">
                <a:solidFill>
                  <a:schemeClr val="bg2"/>
                </a:solidFill>
              </a:rPr>
              <a:t> </a:t>
            </a:r>
            <a:r>
              <a:rPr lang="en-US" altLang="zh-CN" b="0" err="1">
                <a:solidFill>
                  <a:schemeClr val="bg2"/>
                </a:solidFill>
              </a:rPr>
              <a:t>friends_list</a:t>
            </a:r>
            <a:r>
              <a:rPr lang="zh-CN" altLang="en-US" b="0" dirty="0"/>
              <a:t>：在程序首部定义，其中的成员分别代表联系人的基本信息</a:t>
            </a:r>
            <a:endParaRPr lang="zh-CN" altLang="en-US" b="0" dirty="0"/>
          </a:p>
          <a:p>
            <a:pPr lvl="2" eaLnBrk="1" hangingPunct="1">
              <a:buNone/>
            </a:pPr>
            <a:r>
              <a:rPr lang="en-US" altLang="zh-CN" b="0" err="1">
                <a:solidFill>
                  <a:schemeClr val="bg2"/>
                </a:solidFill>
              </a:rPr>
              <a:t>struct</a:t>
            </a:r>
            <a:r>
              <a:rPr lang="en-US" altLang="zh-CN" b="0">
                <a:solidFill>
                  <a:schemeClr val="bg2"/>
                </a:solidFill>
              </a:rPr>
              <a:t> </a:t>
            </a:r>
            <a:r>
              <a:rPr lang="en-US" altLang="zh-CN" b="0" err="1">
                <a:solidFill>
                  <a:schemeClr val="bg2"/>
                </a:solidFill>
              </a:rPr>
              <a:t>friends_list</a:t>
            </a:r>
            <a:r>
              <a:rPr lang="en-US" altLang="zh-CN" b="0"/>
              <a:t>{</a:t>
            </a:r>
            <a:endParaRPr lang="en-US" altLang="zh-CN" b="0"/>
          </a:p>
          <a:p>
            <a:pPr lvl="2" eaLnBrk="1" hangingPunct="1">
              <a:buNone/>
            </a:pPr>
            <a:r>
              <a:rPr lang="en-US" altLang="zh-CN" b="0"/>
              <a:t>    char name[10];              /* </a:t>
            </a:r>
            <a:r>
              <a:rPr lang="zh-CN" altLang="en-US" b="0" dirty="0"/>
              <a:t>姓名 *</a:t>
            </a:r>
            <a:r>
              <a:rPr lang="en-US" altLang="zh-CN" b="0"/>
              <a:t>/</a:t>
            </a:r>
            <a:endParaRPr lang="en-US" altLang="zh-CN" b="0"/>
          </a:p>
          <a:p>
            <a:pPr lvl="2" eaLnBrk="1" hangingPunct="1">
              <a:buNone/>
            </a:pPr>
            <a:r>
              <a:rPr lang="en-US" altLang="zh-CN" b="0"/>
              <a:t>    </a:t>
            </a:r>
            <a:r>
              <a:rPr lang="en-US" altLang="zh-CN" b="0" err="1"/>
              <a:t>int</a:t>
            </a:r>
            <a:r>
              <a:rPr lang="en-US" altLang="zh-CN" b="0"/>
              <a:t> age;                           /* </a:t>
            </a:r>
            <a:r>
              <a:rPr lang="zh-CN" altLang="en-US" b="0" dirty="0"/>
              <a:t>年龄 *</a:t>
            </a:r>
            <a:r>
              <a:rPr lang="en-US" altLang="zh-CN" b="0"/>
              <a:t>/</a:t>
            </a:r>
            <a:endParaRPr lang="en-US" altLang="zh-CN" b="0"/>
          </a:p>
          <a:p>
            <a:pPr lvl="2" eaLnBrk="1" hangingPunct="1">
              <a:buNone/>
            </a:pPr>
            <a:r>
              <a:rPr lang="en-US" altLang="zh-CN" b="0"/>
              <a:t>    char telephone[13];      /* </a:t>
            </a:r>
            <a:r>
              <a:rPr lang="zh-CN" altLang="en-US" b="0" dirty="0"/>
              <a:t>联系电话 *</a:t>
            </a:r>
            <a:r>
              <a:rPr lang="en-US" altLang="zh-CN" b="0"/>
              <a:t>/</a:t>
            </a:r>
            <a:endParaRPr lang="en-US" altLang="zh-CN" b="0"/>
          </a:p>
          <a:p>
            <a:pPr lvl="2" eaLnBrk="1" hangingPunct="1">
              <a:buNone/>
            </a:pPr>
            <a:r>
              <a:rPr lang="en-US" altLang="zh-CN" b="0"/>
              <a:t>}; </a:t>
            </a:r>
            <a:endParaRPr lang="zh-CN" altLang="en-US" b="0" dirty="0"/>
          </a:p>
          <a:p>
            <a:pPr lvl="1" eaLnBrk="1" hangingPunct="1"/>
            <a:r>
              <a:rPr lang="zh-CN" altLang="en-US" b="0" dirty="0"/>
              <a:t>结构数组</a:t>
            </a:r>
            <a:r>
              <a:rPr lang="en-US" altLang="zh-CN" b="0">
                <a:solidFill>
                  <a:schemeClr val="bg2"/>
                </a:solidFill>
              </a:rPr>
              <a:t>friends</a:t>
            </a:r>
            <a:r>
              <a:rPr lang="zh-CN" altLang="en-US" b="0" dirty="0"/>
              <a:t>：每个元素就是一个结构变量，对应一个联系人</a:t>
            </a:r>
            <a:endParaRPr lang="zh-CN" altLang="en-US" b="0" dirty="0"/>
          </a:p>
          <a:p>
            <a:pPr lvl="2" eaLnBrk="1" hangingPunct="1">
              <a:buNone/>
            </a:pPr>
            <a:r>
              <a:rPr lang="en-US" altLang="zh-CN" b="0" err="1"/>
              <a:t>struct</a:t>
            </a:r>
            <a:r>
              <a:rPr lang="en-US" altLang="zh-CN" b="0"/>
              <a:t> </a:t>
            </a:r>
            <a:r>
              <a:rPr lang="en-US" altLang="zh-CN" b="0" err="1"/>
              <a:t>friends_list</a:t>
            </a:r>
            <a:r>
              <a:rPr lang="en-US" altLang="zh-CN" b="0"/>
              <a:t> </a:t>
            </a:r>
            <a:r>
              <a:rPr lang="en-US" altLang="zh-CN" b="0">
                <a:solidFill>
                  <a:schemeClr val="bg2"/>
                </a:solidFill>
              </a:rPr>
              <a:t>friends</a:t>
            </a:r>
            <a:r>
              <a:rPr lang="en-US" altLang="zh-CN" b="0"/>
              <a:t>[50]; </a:t>
            </a:r>
            <a:r>
              <a:rPr lang="zh-CN" altLang="en-US" b="0" dirty="0"/>
              <a:t> </a:t>
            </a:r>
            <a:endParaRPr lang="zh-CN" altLang="en-US" b="0" dirty="0"/>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390147">
                                            <p:txEl>
                                              <p:charRg st="0" end="8"/>
                                            </p:txEl>
                                          </p:spTgt>
                                        </p:tgtEl>
                                        <p:attrNameLst>
                                          <p:attrName>style.visibility</p:attrName>
                                        </p:attrNameLst>
                                      </p:cBhvr>
                                      <p:to>
                                        <p:strVal val="visible"/>
                                      </p:to>
                                    </p:set>
                                    <p:animEffect transition="in" filter="wipe(down)">
                                      <p:cBhvr>
                                        <p:cTn id="7" dur="500"/>
                                        <p:tgtEl>
                                          <p:spTgt spid="390147">
                                            <p:txEl>
                                              <p:charRg st="0" end="8"/>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390147">
                                            <p:txEl>
                                              <p:charRg st="8" end="58"/>
                                            </p:txEl>
                                          </p:spTgt>
                                        </p:tgtEl>
                                        <p:attrNameLst>
                                          <p:attrName>style.visibility</p:attrName>
                                        </p:attrNameLst>
                                      </p:cBhvr>
                                      <p:to>
                                        <p:strVal val="visible"/>
                                      </p:to>
                                    </p:set>
                                    <p:animEffect transition="in" filter="wipe(down)">
                                      <p:cBhvr>
                                        <p:cTn id="12" dur="500"/>
                                        <p:tgtEl>
                                          <p:spTgt spid="390147">
                                            <p:txEl>
                                              <p:charRg st="8" end="58"/>
                                            </p:txEl>
                                          </p:spTgt>
                                        </p:tgtEl>
                                      </p:cBhvr>
                                    </p:animEffect>
                                  </p:childTnLst>
                                </p:cTn>
                              </p:par>
                              <p:par>
                                <p:cTn id="13" presetID="22" presetClass="entr" presetSubtype="4" fill="hold" grpId="0" nodeType="withEffect">
                                  <p:stCondLst>
                                    <p:cond delay="0"/>
                                  </p:stCondLst>
                                  <p:childTnLst>
                                    <p:set>
                                      <p:cBhvr>
                                        <p:cTn id="14" dur="1" fill="hold">
                                          <p:stCondLst>
                                            <p:cond delay="0"/>
                                          </p:stCondLst>
                                        </p:cTn>
                                        <p:tgtEl>
                                          <p:spTgt spid="390147">
                                            <p:txEl>
                                              <p:charRg st="58" end="79"/>
                                            </p:txEl>
                                          </p:spTgt>
                                        </p:tgtEl>
                                        <p:attrNameLst>
                                          <p:attrName>style.visibility</p:attrName>
                                        </p:attrNameLst>
                                      </p:cBhvr>
                                      <p:to>
                                        <p:strVal val="visible"/>
                                      </p:to>
                                    </p:set>
                                    <p:animEffect transition="in" filter="wipe(down)">
                                      <p:cBhvr>
                                        <p:cTn id="15" dur="500"/>
                                        <p:tgtEl>
                                          <p:spTgt spid="390147">
                                            <p:txEl>
                                              <p:charRg st="58" end="79"/>
                                            </p:txEl>
                                          </p:spTgt>
                                        </p:tgtEl>
                                      </p:cBhvr>
                                    </p:animEffect>
                                  </p:childTnLst>
                                </p:cTn>
                              </p:par>
                              <p:par>
                                <p:cTn id="16" presetID="22" presetClass="entr" presetSubtype="4" fill="hold" grpId="0" nodeType="withEffect">
                                  <p:stCondLst>
                                    <p:cond delay="0"/>
                                  </p:stCondLst>
                                  <p:childTnLst>
                                    <p:set>
                                      <p:cBhvr>
                                        <p:cTn id="17" dur="1" fill="hold">
                                          <p:stCondLst>
                                            <p:cond delay="0"/>
                                          </p:stCondLst>
                                        </p:cTn>
                                        <p:tgtEl>
                                          <p:spTgt spid="390147">
                                            <p:txEl>
                                              <p:charRg st="79" end="120"/>
                                            </p:txEl>
                                          </p:spTgt>
                                        </p:tgtEl>
                                        <p:attrNameLst>
                                          <p:attrName>style.visibility</p:attrName>
                                        </p:attrNameLst>
                                      </p:cBhvr>
                                      <p:to>
                                        <p:strVal val="visible"/>
                                      </p:to>
                                    </p:set>
                                    <p:animEffect transition="in" filter="wipe(down)">
                                      <p:cBhvr>
                                        <p:cTn id="18" dur="500"/>
                                        <p:tgtEl>
                                          <p:spTgt spid="390147">
                                            <p:txEl>
                                              <p:charRg st="79" end="120"/>
                                            </p:txEl>
                                          </p:spTgt>
                                        </p:tgtEl>
                                      </p:cBhvr>
                                    </p:animEffect>
                                  </p:childTnLst>
                                </p:cTn>
                              </p:par>
                              <p:par>
                                <p:cTn id="19" presetID="22" presetClass="entr" presetSubtype="4" fill="hold" grpId="0" nodeType="withEffect">
                                  <p:stCondLst>
                                    <p:cond delay="0"/>
                                  </p:stCondLst>
                                  <p:childTnLst>
                                    <p:set>
                                      <p:cBhvr>
                                        <p:cTn id="20" dur="1" fill="hold">
                                          <p:stCondLst>
                                            <p:cond delay="0"/>
                                          </p:stCondLst>
                                        </p:cTn>
                                        <p:tgtEl>
                                          <p:spTgt spid="390147">
                                            <p:txEl>
                                              <p:charRg st="120" end="168"/>
                                            </p:txEl>
                                          </p:spTgt>
                                        </p:tgtEl>
                                        <p:attrNameLst>
                                          <p:attrName>style.visibility</p:attrName>
                                        </p:attrNameLst>
                                      </p:cBhvr>
                                      <p:to>
                                        <p:strVal val="visible"/>
                                      </p:to>
                                    </p:set>
                                    <p:animEffect transition="in" filter="wipe(down)">
                                      <p:cBhvr>
                                        <p:cTn id="21" dur="500"/>
                                        <p:tgtEl>
                                          <p:spTgt spid="390147">
                                            <p:txEl>
                                              <p:charRg st="120" end="168"/>
                                            </p:txEl>
                                          </p:spTgt>
                                        </p:tgtEl>
                                      </p:cBhvr>
                                    </p:animEffect>
                                  </p:childTnLst>
                                </p:cTn>
                              </p:par>
                              <p:par>
                                <p:cTn id="22" presetID="22" presetClass="entr" presetSubtype="4" fill="hold" grpId="0" nodeType="withEffect">
                                  <p:stCondLst>
                                    <p:cond delay="0"/>
                                  </p:stCondLst>
                                  <p:childTnLst>
                                    <p:set>
                                      <p:cBhvr>
                                        <p:cTn id="23" dur="1" fill="hold">
                                          <p:stCondLst>
                                            <p:cond delay="0"/>
                                          </p:stCondLst>
                                        </p:cTn>
                                        <p:tgtEl>
                                          <p:spTgt spid="390147">
                                            <p:txEl>
                                              <p:charRg st="168" end="208"/>
                                            </p:txEl>
                                          </p:spTgt>
                                        </p:tgtEl>
                                        <p:attrNameLst>
                                          <p:attrName>style.visibility</p:attrName>
                                        </p:attrNameLst>
                                      </p:cBhvr>
                                      <p:to>
                                        <p:strVal val="visible"/>
                                      </p:to>
                                    </p:set>
                                    <p:animEffect transition="in" filter="wipe(down)">
                                      <p:cBhvr>
                                        <p:cTn id="24" dur="500"/>
                                        <p:tgtEl>
                                          <p:spTgt spid="390147">
                                            <p:txEl>
                                              <p:charRg st="168" end="208"/>
                                            </p:txEl>
                                          </p:spTgt>
                                        </p:tgtEl>
                                      </p:cBhvr>
                                    </p:animEffect>
                                  </p:childTnLst>
                                </p:cTn>
                              </p:par>
                              <p:par>
                                <p:cTn id="25" presetID="22" presetClass="entr" presetSubtype="4" fill="hold" grpId="0" nodeType="withEffect">
                                  <p:stCondLst>
                                    <p:cond delay="0"/>
                                  </p:stCondLst>
                                  <p:childTnLst>
                                    <p:set>
                                      <p:cBhvr>
                                        <p:cTn id="26" dur="1" fill="hold">
                                          <p:stCondLst>
                                            <p:cond delay="0"/>
                                          </p:stCondLst>
                                        </p:cTn>
                                        <p:tgtEl>
                                          <p:spTgt spid="390147">
                                            <p:txEl>
                                              <p:charRg st="208" end="212"/>
                                            </p:txEl>
                                          </p:spTgt>
                                        </p:tgtEl>
                                        <p:attrNameLst>
                                          <p:attrName>style.visibility</p:attrName>
                                        </p:attrNameLst>
                                      </p:cBhvr>
                                      <p:to>
                                        <p:strVal val="visible"/>
                                      </p:to>
                                    </p:set>
                                    <p:animEffect transition="in" filter="wipe(down)">
                                      <p:cBhvr>
                                        <p:cTn id="27" dur="500"/>
                                        <p:tgtEl>
                                          <p:spTgt spid="390147">
                                            <p:txEl>
                                              <p:charRg st="208" end="212"/>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4" fill="hold" grpId="0" nodeType="clickEffect">
                                  <p:stCondLst>
                                    <p:cond delay="0"/>
                                  </p:stCondLst>
                                  <p:childTnLst>
                                    <p:set>
                                      <p:cBhvr>
                                        <p:cTn id="31" dur="1" fill="hold">
                                          <p:stCondLst>
                                            <p:cond delay="0"/>
                                          </p:stCondLst>
                                        </p:cTn>
                                        <p:tgtEl>
                                          <p:spTgt spid="390147">
                                            <p:txEl>
                                              <p:charRg st="212" end="245"/>
                                            </p:txEl>
                                          </p:spTgt>
                                        </p:tgtEl>
                                        <p:attrNameLst>
                                          <p:attrName>style.visibility</p:attrName>
                                        </p:attrNameLst>
                                      </p:cBhvr>
                                      <p:to>
                                        <p:strVal val="visible"/>
                                      </p:to>
                                    </p:set>
                                    <p:animEffect transition="in" filter="wipe(down)">
                                      <p:cBhvr>
                                        <p:cTn id="32" dur="500"/>
                                        <p:tgtEl>
                                          <p:spTgt spid="390147">
                                            <p:txEl>
                                              <p:charRg st="212" end="245"/>
                                            </p:txEl>
                                          </p:spTgt>
                                        </p:tgtEl>
                                      </p:cBhvr>
                                    </p:animEffect>
                                  </p:childTnLst>
                                </p:cTn>
                              </p:par>
                              <p:par>
                                <p:cTn id="33" presetID="22" presetClass="entr" presetSubtype="4" fill="hold" grpId="0" nodeType="withEffect">
                                  <p:stCondLst>
                                    <p:cond delay="0"/>
                                  </p:stCondLst>
                                  <p:childTnLst>
                                    <p:set>
                                      <p:cBhvr>
                                        <p:cTn id="34" dur="1" fill="hold">
                                          <p:stCondLst>
                                            <p:cond delay="0"/>
                                          </p:stCondLst>
                                        </p:cTn>
                                        <p:tgtEl>
                                          <p:spTgt spid="390147">
                                            <p:txEl>
                                              <p:charRg st="245" end="280"/>
                                            </p:txEl>
                                          </p:spTgt>
                                        </p:tgtEl>
                                        <p:attrNameLst>
                                          <p:attrName>style.visibility</p:attrName>
                                        </p:attrNameLst>
                                      </p:cBhvr>
                                      <p:to>
                                        <p:strVal val="visible"/>
                                      </p:to>
                                    </p:set>
                                    <p:animEffect transition="in" filter="wipe(down)">
                                      <p:cBhvr>
                                        <p:cTn id="35" dur="500"/>
                                        <p:tgtEl>
                                          <p:spTgt spid="390147">
                                            <p:txEl>
                                              <p:charRg st="245" end="28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0147" grpId="0" bldLvl="2" build="p"/>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5" name="Rectangle 2"/>
          <p:cNvSpPr>
            <a:spLocks noGrp="1"/>
          </p:cNvSpPr>
          <p:nvPr>
            <p:ph type="title"/>
          </p:nvPr>
        </p:nvSpPr>
        <p:spPr>
          <a:xfrm>
            <a:off x="457200" y="457200"/>
            <a:ext cx="8435975" cy="739775"/>
          </a:xfrm>
        </p:spPr>
        <p:txBody>
          <a:bodyPr vert="horz" wrap="square" lIns="91440" tIns="45720" rIns="91440" bIns="45720" anchor="ctr" anchorCtr="0"/>
          <a:p>
            <a:pPr eaLnBrk="1" hangingPunct="1"/>
            <a:r>
              <a:rPr lang="zh-CN" altLang="en-US" sz="4000" b="0" dirty="0"/>
              <a:t>程序解析－全局变量</a:t>
            </a:r>
            <a:r>
              <a:rPr lang="en-US" altLang="zh-CN" sz="4000" b="0"/>
              <a:t>/</a:t>
            </a:r>
            <a:r>
              <a:rPr lang="zh-CN" altLang="en-US" sz="4000" b="0" dirty="0"/>
              <a:t>函数参数</a:t>
            </a:r>
            <a:endParaRPr lang="zh-CN" altLang="en-US" sz="4000" b="0" dirty="0"/>
          </a:p>
        </p:txBody>
      </p:sp>
      <p:sp>
        <p:nvSpPr>
          <p:cNvPr id="388099" name="Rectangle 3"/>
          <p:cNvSpPr>
            <a:spLocks noGrp="1"/>
          </p:cNvSpPr>
          <p:nvPr>
            <p:ph idx="1"/>
          </p:nvPr>
        </p:nvSpPr>
        <p:spPr>
          <a:xfrm>
            <a:off x="179388" y="1412875"/>
            <a:ext cx="8713787" cy="5040313"/>
          </a:xfrm>
        </p:spPr>
        <p:txBody>
          <a:bodyPr vert="horz" wrap="square" lIns="91440" tIns="45720" rIns="91440" bIns="45720" anchor="t" anchorCtr="0"/>
          <a:p>
            <a:pPr lvl="1" eaLnBrk="1" hangingPunct="1"/>
            <a:r>
              <a:rPr lang="zh-CN" altLang="en-US" b="0" dirty="0"/>
              <a:t>全局变量</a:t>
            </a:r>
            <a:r>
              <a:rPr lang="en-US" altLang="zh-CN" b="0">
                <a:solidFill>
                  <a:srgbClr val="CC0066"/>
                </a:solidFill>
              </a:rPr>
              <a:t>Count</a:t>
            </a:r>
            <a:r>
              <a:rPr lang="zh-CN" altLang="en-US" b="0" dirty="0"/>
              <a:t>：记录当前的联系人总数 </a:t>
            </a:r>
            <a:endParaRPr lang="zh-CN" altLang="en-US" b="0" dirty="0"/>
          </a:p>
          <a:p>
            <a:pPr lvl="1" eaLnBrk="1" hangingPunct="1"/>
            <a:endParaRPr lang="zh-CN" altLang="en-US" b="0" dirty="0"/>
          </a:p>
          <a:p>
            <a:pPr lvl="1" eaLnBrk="1" hangingPunct="1"/>
            <a:r>
              <a:rPr lang="zh-CN" altLang="en-US" b="0" dirty="0"/>
              <a:t>函数</a:t>
            </a:r>
            <a:r>
              <a:rPr lang="en-US" altLang="zh-CN" b="0" err="1"/>
              <a:t>new_friend</a:t>
            </a:r>
            <a:r>
              <a:rPr lang="zh-CN" altLang="en-US" b="0" dirty="0"/>
              <a:t>和</a:t>
            </a:r>
            <a:r>
              <a:rPr lang="en-US" altLang="zh-CN" b="0" err="1"/>
              <a:t>search_friend</a:t>
            </a:r>
            <a:r>
              <a:rPr lang="zh-CN" altLang="en-US" b="0" dirty="0"/>
              <a:t>的参数之一是结构数组：</a:t>
            </a:r>
            <a:endParaRPr lang="zh-CN" altLang="en-US" b="0" dirty="0"/>
          </a:p>
          <a:p>
            <a:pPr lvl="2" eaLnBrk="1" hangingPunct="1">
              <a:buNone/>
            </a:pPr>
            <a:r>
              <a:rPr lang="en-US" altLang="zh-CN" b="0"/>
              <a:t>void </a:t>
            </a:r>
            <a:r>
              <a:rPr lang="en-US" altLang="zh-CN" b="0" err="1"/>
              <a:t>new_friend(struct</a:t>
            </a:r>
            <a:r>
              <a:rPr lang="en-US" altLang="zh-CN" b="0"/>
              <a:t> </a:t>
            </a:r>
            <a:r>
              <a:rPr lang="en-US" altLang="zh-CN" b="0" err="1"/>
              <a:t>friends_list</a:t>
            </a:r>
            <a:r>
              <a:rPr lang="en-US" altLang="zh-CN" b="0"/>
              <a:t> </a:t>
            </a:r>
            <a:r>
              <a:rPr lang="en-US" altLang="zh-CN" b="0">
                <a:solidFill>
                  <a:srgbClr val="CC0066"/>
                </a:solidFill>
              </a:rPr>
              <a:t>friends</a:t>
            </a:r>
            <a:r>
              <a:rPr lang="en-US" altLang="zh-CN" b="0"/>
              <a:t>[ ] );</a:t>
            </a:r>
            <a:endParaRPr lang="en-US" altLang="zh-CN" b="0"/>
          </a:p>
          <a:p>
            <a:pPr lvl="2" eaLnBrk="1" hangingPunct="1">
              <a:buNone/>
            </a:pPr>
            <a:r>
              <a:rPr lang="en-US" altLang="zh-CN" b="0"/>
              <a:t>void </a:t>
            </a:r>
            <a:r>
              <a:rPr lang="en-US" altLang="zh-CN" b="0" err="1"/>
              <a:t>search_friend(struct</a:t>
            </a:r>
            <a:r>
              <a:rPr lang="en-US" altLang="zh-CN" b="0"/>
              <a:t> </a:t>
            </a:r>
            <a:r>
              <a:rPr lang="en-US" altLang="zh-CN" b="0" err="1"/>
              <a:t>friends_list</a:t>
            </a:r>
            <a:r>
              <a:rPr lang="en-US" altLang="zh-CN" b="0"/>
              <a:t> </a:t>
            </a:r>
            <a:r>
              <a:rPr lang="en-US" altLang="zh-CN" b="0">
                <a:solidFill>
                  <a:srgbClr val="CC0066"/>
                </a:solidFill>
              </a:rPr>
              <a:t>friends</a:t>
            </a:r>
            <a:r>
              <a:rPr lang="en-US" altLang="zh-CN" b="0"/>
              <a:t>[ ], char *name);</a:t>
            </a:r>
            <a:r>
              <a:rPr lang="zh-CN" altLang="en-US" b="0" dirty="0"/>
              <a:t> </a:t>
            </a:r>
            <a:endParaRPr lang="zh-CN" altLang="en-US" b="0" dirty="0"/>
          </a:p>
          <a:p>
            <a:pPr lvl="2" eaLnBrk="1" hangingPunct="1">
              <a:buNone/>
            </a:pPr>
            <a:r>
              <a:rPr lang="zh-CN" altLang="en-US" b="0" dirty="0"/>
              <a:t>结构数组名作为函数实参与普通数组名作函数参数一样，将数组首地址传递给函数形参</a:t>
            </a:r>
            <a:endParaRPr lang="zh-CN" altLang="en-US" b="0" dirty="0"/>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388099">
                                            <p:txEl>
                                              <p:charRg st="0" end="22"/>
                                            </p:txEl>
                                          </p:spTgt>
                                        </p:tgtEl>
                                        <p:attrNameLst>
                                          <p:attrName>style.visibility</p:attrName>
                                        </p:attrNameLst>
                                      </p:cBhvr>
                                      <p:to>
                                        <p:strVal val="visible"/>
                                      </p:to>
                                    </p:set>
                                    <p:animEffect transition="in" filter="wipe(down)">
                                      <p:cBhvr>
                                        <p:cTn id="7" dur="500"/>
                                        <p:tgtEl>
                                          <p:spTgt spid="388099">
                                            <p:txEl>
                                              <p:charRg st="0" end="22"/>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388099">
                                            <p:txEl>
                                              <p:charRg st="23" end="61"/>
                                            </p:txEl>
                                          </p:spTgt>
                                        </p:tgtEl>
                                        <p:attrNameLst>
                                          <p:attrName>style.visibility</p:attrName>
                                        </p:attrNameLst>
                                      </p:cBhvr>
                                      <p:to>
                                        <p:strVal val="visible"/>
                                      </p:to>
                                    </p:set>
                                    <p:animEffect transition="in" filter="wipe(down)">
                                      <p:cBhvr>
                                        <p:cTn id="12" dur="500"/>
                                        <p:tgtEl>
                                          <p:spTgt spid="388099">
                                            <p:txEl>
                                              <p:charRg st="23" end="61"/>
                                            </p:txEl>
                                          </p:spTgt>
                                        </p:tgtEl>
                                      </p:cBhvr>
                                    </p:animEffect>
                                  </p:childTnLst>
                                </p:cTn>
                              </p:par>
                              <p:par>
                                <p:cTn id="13" presetID="22" presetClass="entr" presetSubtype="4" fill="hold" grpId="0" nodeType="withEffect">
                                  <p:stCondLst>
                                    <p:cond delay="0"/>
                                  </p:stCondLst>
                                  <p:childTnLst>
                                    <p:set>
                                      <p:cBhvr>
                                        <p:cTn id="14" dur="1" fill="hold">
                                          <p:stCondLst>
                                            <p:cond delay="0"/>
                                          </p:stCondLst>
                                        </p:cTn>
                                        <p:tgtEl>
                                          <p:spTgt spid="388099">
                                            <p:txEl>
                                              <p:charRg st="61" end="111"/>
                                            </p:txEl>
                                          </p:spTgt>
                                        </p:tgtEl>
                                        <p:attrNameLst>
                                          <p:attrName>style.visibility</p:attrName>
                                        </p:attrNameLst>
                                      </p:cBhvr>
                                      <p:to>
                                        <p:strVal val="visible"/>
                                      </p:to>
                                    </p:set>
                                    <p:animEffect transition="in" filter="wipe(down)">
                                      <p:cBhvr>
                                        <p:cTn id="15" dur="500"/>
                                        <p:tgtEl>
                                          <p:spTgt spid="388099">
                                            <p:txEl>
                                              <p:charRg st="61" end="111"/>
                                            </p:txEl>
                                          </p:spTgt>
                                        </p:tgtEl>
                                      </p:cBhvr>
                                    </p:animEffect>
                                  </p:childTnLst>
                                </p:cTn>
                              </p:par>
                              <p:par>
                                <p:cTn id="16" presetID="22" presetClass="entr" presetSubtype="4" fill="hold" grpId="0" nodeType="withEffect">
                                  <p:stCondLst>
                                    <p:cond delay="0"/>
                                  </p:stCondLst>
                                  <p:childTnLst>
                                    <p:set>
                                      <p:cBhvr>
                                        <p:cTn id="17" dur="1" fill="hold">
                                          <p:stCondLst>
                                            <p:cond delay="0"/>
                                          </p:stCondLst>
                                        </p:cTn>
                                        <p:tgtEl>
                                          <p:spTgt spid="388099">
                                            <p:txEl>
                                              <p:charRg st="111" end="176"/>
                                            </p:txEl>
                                          </p:spTgt>
                                        </p:tgtEl>
                                        <p:attrNameLst>
                                          <p:attrName>style.visibility</p:attrName>
                                        </p:attrNameLst>
                                      </p:cBhvr>
                                      <p:to>
                                        <p:strVal val="visible"/>
                                      </p:to>
                                    </p:set>
                                    <p:animEffect transition="in" filter="wipe(down)">
                                      <p:cBhvr>
                                        <p:cTn id="18" dur="500"/>
                                        <p:tgtEl>
                                          <p:spTgt spid="388099">
                                            <p:txEl>
                                              <p:charRg st="111" end="176"/>
                                            </p:txEl>
                                          </p:spTgt>
                                        </p:tgtEl>
                                      </p:cBhvr>
                                    </p:animEffect>
                                  </p:childTnLst>
                                </p:cTn>
                              </p:par>
                              <p:par>
                                <p:cTn id="19" presetID="22" presetClass="entr" presetSubtype="4" fill="hold" grpId="0" nodeType="withEffect">
                                  <p:stCondLst>
                                    <p:cond delay="0"/>
                                  </p:stCondLst>
                                  <p:childTnLst>
                                    <p:set>
                                      <p:cBhvr>
                                        <p:cTn id="20" dur="1" fill="hold">
                                          <p:stCondLst>
                                            <p:cond delay="0"/>
                                          </p:stCondLst>
                                        </p:cTn>
                                        <p:tgtEl>
                                          <p:spTgt spid="388099">
                                            <p:txEl>
                                              <p:charRg st="176" end="215"/>
                                            </p:txEl>
                                          </p:spTgt>
                                        </p:tgtEl>
                                        <p:attrNameLst>
                                          <p:attrName>style.visibility</p:attrName>
                                        </p:attrNameLst>
                                      </p:cBhvr>
                                      <p:to>
                                        <p:strVal val="visible"/>
                                      </p:to>
                                    </p:set>
                                    <p:animEffect transition="in" filter="wipe(down)">
                                      <p:cBhvr>
                                        <p:cTn id="21" dur="500"/>
                                        <p:tgtEl>
                                          <p:spTgt spid="388099">
                                            <p:txEl>
                                              <p:charRg st="176" end="21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8099" grpId="0" bldLvl="2"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219" name="Rectangle 2"/>
          <p:cNvSpPr>
            <a:spLocks noGrp="1"/>
          </p:cNvSpPr>
          <p:nvPr>
            <p:ph type="title"/>
          </p:nvPr>
        </p:nvSpPr>
        <p:spPr>
          <a:xfrm>
            <a:off x="457200" y="457200"/>
            <a:ext cx="8435975" cy="739775"/>
          </a:xfrm>
        </p:spPr>
        <p:txBody>
          <a:bodyPr vert="horz" wrap="square" lIns="91440" tIns="45720" rIns="91440" bIns="45720" anchor="ctr" anchorCtr="0"/>
          <a:p>
            <a:pPr eaLnBrk="1" hangingPunct="1"/>
            <a:r>
              <a:rPr lang="zh-CN" altLang="en-US" sz="4000" dirty="0"/>
              <a:t>程序解析－源程序</a:t>
            </a:r>
            <a:endParaRPr lang="zh-CN" altLang="en-US" sz="4000" dirty="0"/>
          </a:p>
        </p:txBody>
      </p:sp>
      <p:sp>
        <p:nvSpPr>
          <p:cNvPr id="2" name="矩形 1"/>
          <p:cNvSpPr/>
          <p:nvPr/>
        </p:nvSpPr>
        <p:spPr>
          <a:xfrm>
            <a:off x="251460" y="1341120"/>
            <a:ext cx="8261985" cy="4461510"/>
          </a:xfrm>
          <a:prstGeom prst="rect">
            <a:avLst/>
          </a:prstGeom>
          <a:noFill/>
          <a:ln w="28575" cmpd="sng">
            <a:solidFill>
              <a:schemeClr val="accent1">
                <a:shade val="50000"/>
              </a:schemeClr>
            </a:solidFill>
            <a:prstDash val="solid"/>
          </a:ln>
        </p:spPr>
        <p:txBody>
          <a:bodyPr vert="horz" wrap="square" lIns="91440" tIns="45720" rIns="91440" bIns="45720" rtlCol="0" anchor="t" anchorCtr="0">
            <a:spAutoFit/>
          </a:bodyPr>
          <a:p>
            <a:pPr lvl="0" indent="-342900" algn="l">
              <a:spcBef>
                <a:spcPct val="20000"/>
              </a:spcBef>
              <a:buClr>
                <a:schemeClr val="bg2"/>
              </a:buClr>
              <a:buSzPct val="75000"/>
              <a:buFont typeface="Wingdings" panose="05000000000000000000" pitchFamily="2" charset="2"/>
            </a:pPr>
            <a:r>
              <a:rPr sz="2000">
                <a:latin typeface="+mn-ea"/>
                <a:cs typeface="+mn-ea"/>
                <a:sym typeface="+mn-ea"/>
              </a:rPr>
              <a:t>#include&lt;stdio.h&gt;</a:t>
            </a:r>
            <a:endParaRPr sz="2000">
              <a:latin typeface="+mn-ea"/>
              <a:cs typeface="+mn-ea"/>
              <a:sym typeface="+mn-ea"/>
            </a:endParaRPr>
          </a:p>
          <a:p>
            <a:pPr lvl="0" indent="-342900" algn="l">
              <a:spcBef>
                <a:spcPct val="20000"/>
              </a:spcBef>
              <a:buClr>
                <a:schemeClr val="bg2"/>
              </a:buClr>
              <a:buSzPct val="75000"/>
              <a:buFont typeface="Wingdings" panose="05000000000000000000" pitchFamily="2" charset="2"/>
            </a:pPr>
            <a:r>
              <a:rPr sz="2000">
                <a:latin typeface="+mn-ea"/>
                <a:cs typeface="+mn-ea"/>
                <a:sym typeface="+mn-ea"/>
              </a:rPr>
              <a:t>#include&lt;string.h&gt;</a:t>
            </a:r>
            <a:endParaRPr sz="2000">
              <a:latin typeface="+mn-ea"/>
              <a:cs typeface="+mn-ea"/>
              <a:sym typeface="+mn-ea"/>
            </a:endParaRPr>
          </a:p>
          <a:p>
            <a:pPr lvl="0" indent="-342900" algn="l">
              <a:spcBef>
                <a:spcPct val="20000"/>
              </a:spcBef>
              <a:buClr>
                <a:schemeClr val="bg2"/>
              </a:buClr>
              <a:buSzPct val="75000"/>
              <a:buFont typeface="Wingdings" panose="05000000000000000000" pitchFamily="2" charset="2"/>
            </a:pPr>
            <a:r>
              <a:rPr sz="2000">
                <a:latin typeface="+mn-ea"/>
                <a:cs typeface="+mn-ea"/>
                <a:sym typeface="+mn-ea"/>
              </a:rPr>
              <a:t>/*手机通讯录结构定义*/</a:t>
            </a:r>
            <a:endParaRPr sz="2000">
              <a:latin typeface="+mn-ea"/>
              <a:cs typeface="+mn-ea"/>
              <a:sym typeface="+mn-ea"/>
            </a:endParaRPr>
          </a:p>
          <a:p>
            <a:pPr lvl="0" indent="-342900" algn="l">
              <a:spcBef>
                <a:spcPct val="20000"/>
              </a:spcBef>
              <a:buClr>
                <a:schemeClr val="bg2"/>
              </a:buClr>
              <a:buSzPct val="75000"/>
              <a:buFont typeface="Wingdings" panose="05000000000000000000" pitchFamily="2" charset="2"/>
            </a:pPr>
            <a:r>
              <a:rPr sz="2000">
                <a:latin typeface="+mn-ea"/>
                <a:cs typeface="+mn-ea"/>
                <a:sym typeface="+mn-ea"/>
              </a:rPr>
              <a:t>struct friends_list{</a:t>
            </a:r>
            <a:endParaRPr sz="2000">
              <a:latin typeface="+mn-ea"/>
              <a:cs typeface="+mn-ea"/>
              <a:sym typeface="+mn-ea"/>
            </a:endParaRPr>
          </a:p>
          <a:p>
            <a:pPr lvl="0" indent="-342900" algn="l">
              <a:spcBef>
                <a:spcPct val="20000"/>
              </a:spcBef>
              <a:buClr>
                <a:schemeClr val="bg2"/>
              </a:buClr>
              <a:buSzPct val="75000"/>
              <a:buFont typeface="Wingdings" panose="05000000000000000000" pitchFamily="2" charset="2"/>
            </a:pPr>
            <a:r>
              <a:rPr sz="2000">
                <a:latin typeface="+mn-ea"/>
                <a:cs typeface="+mn-ea"/>
                <a:sym typeface="+mn-ea"/>
              </a:rPr>
              <a:t>    char name[10];            /* 姓名 */</a:t>
            </a:r>
            <a:endParaRPr sz="2000">
              <a:latin typeface="+mn-ea"/>
              <a:cs typeface="+mn-ea"/>
              <a:sym typeface="+mn-ea"/>
            </a:endParaRPr>
          </a:p>
          <a:p>
            <a:pPr lvl="0" indent="-342900" algn="l">
              <a:spcBef>
                <a:spcPct val="20000"/>
              </a:spcBef>
              <a:buClr>
                <a:schemeClr val="bg2"/>
              </a:buClr>
              <a:buSzPct val="75000"/>
              <a:buFont typeface="Wingdings" panose="05000000000000000000" pitchFamily="2" charset="2"/>
            </a:pPr>
            <a:r>
              <a:rPr sz="2000">
                <a:latin typeface="+mn-ea"/>
                <a:cs typeface="+mn-ea"/>
                <a:sym typeface="+mn-ea"/>
              </a:rPr>
              <a:t>    int age;                         /* 年龄 */</a:t>
            </a:r>
            <a:endParaRPr sz="2000">
              <a:latin typeface="+mn-ea"/>
              <a:cs typeface="+mn-ea"/>
              <a:sym typeface="+mn-ea"/>
            </a:endParaRPr>
          </a:p>
          <a:p>
            <a:pPr lvl="0" indent="-342900" algn="l">
              <a:spcBef>
                <a:spcPct val="20000"/>
              </a:spcBef>
              <a:buClr>
                <a:schemeClr val="bg2"/>
              </a:buClr>
              <a:buSzPct val="75000"/>
              <a:buFont typeface="Wingdings" panose="05000000000000000000" pitchFamily="2" charset="2"/>
            </a:pPr>
            <a:r>
              <a:rPr sz="2000">
                <a:latin typeface="+mn-ea"/>
                <a:cs typeface="+mn-ea"/>
                <a:sym typeface="+mn-ea"/>
              </a:rPr>
              <a:t>    char telephone[13];     /* 联系电话 */</a:t>
            </a:r>
            <a:endParaRPr sz="2000">
              <a:latin typeface="+mn-ea"/>
              <a:cs typeface="+mn-ea"/>
              <a:sym typeface="+mn-ea"/>
            </a:endParaRPr>
          </a:p>
          <a:p>
            <a:pPr lvl="0" indent="-342900" algn="l">
              <a:spcBef>
                <a:spcPct val="20000"/>
              </a:spcBef>
              <a:buClr>
                <a:schemeClr val="bg2"/>
              </a:buClr>
              <a:buSzPct val="75000"/>
              <a:buFont typeface="Wingdings" panose="05000000000000000000" pitchFamily="2" charset="2"/>
            </a:pPr>
            <a:r>
              <a:rPr sz="2000">
                <a:latin typeface="+mn-ea"/>
                <a:cs typeface="+mn-ea"/>
                <a:sym typeface="+mn-ea"/>
              </a:rPr>
              <a:t>};  </a:t>
            </a:r>
            <a:endParaRPr sz="2000">
              <a:latin typeface="+mn-ea"/>
              <a:cs typeface="+mn-ea"/>
              <a:sym typeface="+mn-ea"/>
            </a:endParaRPr>
          </a:p>
          <a:p>
            <a:pPr lvl="0" indent="-342900" algn="l">
              <a:spcBef>
                <a:spcPct val="20000"/>
              </a:spcBef>
              <a:buClr>
                <a:schemeClr val="bg2"/>
              </a:buClr>
              <a:buSzPct val="75000"/>
              <a:buFont typeface="Wingdings" panose="05000000000000000000" pitchFamily="2" charset="2"/>
            </a:pPr>
            <a:r>
              <a:rPr sz="2000">
                <a:latin typeface="+mn-ea"/>
                <a:cs typeface="+mn-ea"/>
                <a:sym typeface="+mn-ea"/>
              </a:rPr>
              <a:t>int Count = 0;      /* 全局变量记录当前联系人总数 */</a:t>
            </a:r>
            <a:endParaRPr sz="2000">
              <a:latin typeface="+mn-ea"/>
              <a:cs typeface="+mn-ea"/>
              <a:sym typeface="+mn-ea"/>
            </a:endParaRPr>
          </a:p>
          <a:p>
            <a:pPr lvl="0" indent="-342900" algn="l">
              <a:spcBef>
                <a:spcPct val="20000"/>
              </a:spcBef>
              <a:buClr>
                <a:schemeClr val="bg2"/>
              </a:buClr>
              <a:buSzPct val="75000"/>
              <a:buFont typeface="Wingdings" panose="05000000000000000000" pitchFamily="2" charset="2"/>
            </a:pPr>
            <a:endParaRPr sz="2000">
              <a:latin typeface="+mn-ea"/>
              <a:cs typeface="+mn-ea"/>
              <a:sym typeface="+mn-ea"/>
            </a:endParaRPr>
          </a:p>
          <a:p>
            <a:pPr lvl="0" indent="-342900" algn="l">
              <a:spcBef>
                <a:spcPct val="20000"/>
              </a:spcBef>
              <a:buClr>
                <a:schemeClr val="bg2"/>
              </a:buClr>
              <a:buSzPct val="75000"/>
              <a:buFont typeface="Wingdings" panose="05000000000000000000" pitchFamily="2" charset="2"/>
            </a:pPr>
            <a:r>
              <a:rPr sz="2000">
                <a:latin typeface="+mn-ea"/>
                <a:cs typeface="+mn-ea"/>
                <a:sym typeface="+mn-ea"/>
              </a:rPr>
              <a:t>void new_friend(struct friends_list friends[ ] );</a:t>
            </a:r>
            <a:endParaRPr sz="2000">
              <a:latin typeface="+mn-ea"/>
              <a:cs typeface="+mn-ea"/>
              <a:sym typeface="+mn-ea"/>
            </a:endParaRPr>
          </a:p>
          <a:p>
            <a:pPr lvl="0" indent="-342900" algn="l">
              <a:spcBef>
                <a:spcPct val="20000"/>
              </a:spcBef>
              <a:buClr>
                <a:schemeClr val="bg2"/>
              </a:buClr>
              <a:buSzPct val="75000"/>
              <a:buFont typeface="Wingdings" panose="05000000000000000000" pitchFamily="2" charset="2"/>
            </a:pPr>
            <a:r>
              <a:rPr sz="2000">
                <a:latin typeface="+mn-ea"/>
                <a:cs typeface="+mn-ea"/>
                <a:sym typeface="+mn-ea"/>
              </a:rPr>
              <a:t>void search_friend(struct friends_list friends[ ], char *name);</a:t>
            </a:r>
            <a:endParaRPr sz="2000">
              <a:latin typeface="+mn-ea"/>
              <a:cs typeface="+mn-ea"/>
              <a:sym typeface="+mn-ea"/>
            </a:endParaRPr>
          </a:p>
        </p:txBody>
      </p:sp>
    </p:spTree>
  </p:cSld>
  <p:clrMapOvr>
    <a:masterClrMapping/>
  </p:clrMapOv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242" name="Rectangle 2"/>
          <p:cNvSpPr>
            <a:spLocks noGrp="1"/>
          </p:cNvSpPr>
          <p:nvPr>
            <p:ph type="title"/>
          </p:nvPr>
        </p:nvSpPr>
        <p:spPr>
          <a:xfrm>
            <a:off x="7189788" y="0"/>
            <a:ext cx="1954212" cy="739775"/>
          </a:xfrm>
        </p:spPr>
        <p:txBody>
          <a:bodyPr vert="horz" wrap="square" lIns="91440" tIns="45720" rIns="91440" bIns="45720" anchor="ctr" anchorCtr="0"/>
          <a:p>
            <a:pPr eaLnBrk="1" hangingPunct="1"/>
            <a:r>
              <a:rPr lang="zh-CN" altLang="en-US" sz="4000" dirty="0"/>
              <a:t>源程序</a:t>
            </a:r>
            <a:endParaRPr lang="zh-CN" altLang="en-US" sz="4000" dirty="0"/>
          </a:p>
        </p:txBody>
      </p:sp>
      <p:sp>
        <p:nvSpPr>
          <p:cNvPr id="4" name="矩形 3"/>
          <p:cNvSpPr/>
          <p:nvPr/>
        </p:nvSpPr>
        <p:spPr>
          <a:xfrm>
            <a:off x="33020" y="71755"/>
            <a:ext cx="9077960" cy="6677660"/>
          </a:xfrm>
          <a:prstGeom prst="rect">
            <a:avLst/>
          </a:prstGeom>
          <a:noFill/>
          <a:ln w="28575" cmpd="sng">
            <a:solidFill>
              <a:schemeClr val="accent1">
                <a:shade val="50000"/>
              </a:schemeClr>
            </a:solidFill>
            <a:prstDash val="solid"/>
          </a:ln>
        </p:spPr>
        <p:txBody>
          <a:bodyPr vert="horz" wrap="square" lIns="91440" tIns="45720" rIns="91440" bIns="45720" rtlCol="0" anchor="t" anchorCtr="0">
            <a:spAutoFit/>
          </a:bodyPr>
          <a:p>
            <a:pPr lvl="0" indent="-342900" algn="l">
              <a:spcBef>
                <a:spcPct val="20000"/>
              </a:spcBef>
              <a:buClr>
                <a:schemeClr val="bg2"/>
              </a:buClr>
              <a:buSzPct val="75000"/>
              <a:buFont typeface="Wingdings" panose="05000000000000000000" pitchFamily="2" charset="2"/>
            </a:pPr>
            <a:r>
              <a:rPr sz="2000">
                <a:latin typeface="+mn-ea"/>
                <a:cs typeface="+mn-ea"/>
                <a:sym typeface="+mn-ea"/>
              </a:rPr>
              <a:t>int main(void)</a:t>
            </a:r>
            <a:endParaRPr sz="2000">
              <a:latin typeface="+mn-ea"/>
              <a:cs typeface="+mn-ea"/>
              <a:sym typeface="+mn-ea"/>
            </a:endParaRPr>
          </a:p>
          <a:p>
            <a:pPr lvl="0" indent="-342900" algn="l">
              <a:spcBef>
                <a:spcPct val="20000"/>
              </a:spcBef>
              <a:buClr>
                <a:schemeClr val="bg2"/>
              </a:buClr>
              <a:buSzPct val="75000"/>
              <a:buFont typeface="Wingdings" panose="05000000000000000000" pitchFamily="2" charset="2"/>
            </a:pPr>
            <a:r>
              <a:rPr sz="2000">
                <a:latin typeface="+mn-ea"/>
                <a:cs typeface="+mn-ea"/>
                <a:sym typeface="+mn-ea"/>
              </a:rPr>
              <a:t>{  int choice;   char name[10];</a:t>
            </a:r>
            <a:endParaRPr sz="2000">
              <a:latin typeface="+mn-ea"/>
              <a:cs typeface="+mn-ea"/>
              <a:sym typeface="+mn-ea"/>
            </a:endParaRPr>
          </a:p>
          <a:p>
            <a:pPr lvl="0" indent="-342900" algn="l">
              <a:spcBef>
                <a:spcPct val="20000"/>
              </a:spcBef>
              <a:buClr>
                <a:schemeClr val="bg2"/>
              </a:buClr>
              <a:buSzPct val="75000"/>
              <a:buFont typeface="Wingdings" panose="05000000000000000000" pitchFamily="2" charset="2"/>
            </a:pPr>
            <a:r>
              <a:rPr sz="2000">
                <a:latin typeface="+mn-ea"/>
                <a:cs typeface="+mn-ea"/>
                <a:sym typeface="+mn-ea"/>
              </a:rPr>
              <a:t>    struct friends_list friends[50];    /* 包含50个人的通讯录 */</a:t>
            </a:r>
            <a:endParaRPr sz="2000">
              <a:latin typeface="+mn-ea"/>
              <a:cs typeface="+mn-ea"/>
              <a:sym typeface="+mn-ea"/>
            </a:endParaRPr>
          </a:p>
          <a:p>
            <a:pPr lvl="0" indent="-342900" algn="l">
              <a:spcBef>
                <a:spcPct val="20000"/>
              </a:spcBef>
              <a:buClr>
                <a:schemeClr val="bg2"/>
              </a:buClr>
              <a:buSzPct val="75000"/>
              <a:buFont typeface="Wingdings" panose="05000000000000000000" pitchFamily="2" charset="2"/>
            </a:pPr>
            <a:r>
              <a:rPr sz="2000">
                <a:latin typeface="+mn-ea"/>
                <a:cs typeface="+mn-ea"/>
                <a:sym typeface="+mn-ea"/>
              </a:rPr>
              <a:t>    do{</a:t>
            </a:r>
            <a:endParaRPr sz="2000">
              <a:latin typeface="+mn-ea"/>
              <a:cs typeface="+mn-ea"/>
              <a:sym typeface="+mn-ea"/>
            </a:endParaRPr>
          </a:p>
          <a:p>
            <a:pPr lvl="0" indent="-342900" algn="l">
              <a:spcBef>
                <a:spcPct val="20000"/>
              </a:spcBef>
              <a:buClr>
                <a:schemeClr val="bg2"/>
              </a:buClr>
              <a:buSzPct val="75000"/>
              <a:buFont typeface="Wingdings" panose="05000000000000000000" pitchFamily="2" charset="2"/>
            </a:pPr>
            <a:r>
              <a:rPr sz="2000">
                <a:latin typeface="+mn-ea"/>
                <a:cs typeface="+mn-ea"/>
                <a:sym typeface="+mn-ea"/>
              </a:rPr>
              <a:t>        printf("手机通讯录功能选项：1:新建 2:查询 0:退出\n");</a:t>
            </a:r>
            <a:endParaRPr sz="2000">
              <a:latin typeface="+mn-ea"/>
              <a:cs typeface="+mn-ea"/>
              <a:sym typeface="+mn-ea"/>
            </a:endParaRPr>
          </a:p>
          <a:p>
            <a:pPr lvl="0" indent="-342900" algn="l">
              <a:spcBef>
                <a:spcPct val="20000"/>
              </a:spcBef>
              <a:buClr>
                <a:schemeClr val="bg2"/>
              </a:buClr>
              <a:buSzPct val="75000"/>
              <a:buFont typeface="Wingdings" panose="05000000000000000000" pitchFamily="2" charset="2"/>
            </a:pPr>
            <a:r>
              <a:rPr sz="2000">
                <a:latin typeface="+mn-ea"/>
                <a:cs typeface="+mn-ea"/>
                <a:sym typeface="+mn-ea"/>
              </a:rPr>
              <a:t>        printf("请选择功能：");    scanf("%d", &amp;choice);</a:t>
            </a:r>
            <a:endParaRPr sz="2000">
              <a:latin typeface="+mn-ea"/>
              <a:cs typeface="+mn-ea"/>
              <a:sym typeface="+mn-ea"/>
            </a:endParaRPr>
          </a:p>
          <a:p>
            <a:pPr lvl="0" indent="-342900" algn="l">
              <a:spcBef>
                <a:spcPct val="20000"/>
              </a:spcBef>
              <a:buClr>
                <a:schemeClr val="bg2"/>
              </a:buClr>
              <a:buSzPct val="75000"/>
              <a:buFont typeface="Wingdings" panose="05000000000000000000" pitchFamily="2" charset="2"/>
            </a:pPr>
            <a:r>
              <a:rPr sz="2000">
                <a:latin typeface="+mn-ea"/>
                <a:cs typeface="+mn-ea"/>
                <a:sym typeface="+mn-ea"/>
              </a:rPr>
              <a:t>        switch(choice){</a:t>
            </a:r>
            <a:endParaRPr sz="2000">
              <a:latin typeface="+mn-ea"/>
              <a:cs typeface="+mn-ea"/>
              <a:sym typeface="+mn-ea"/>
            </a:endParaRPr>
          </a:p>
          <a:p>
            <a:pPr lvl="0" indent="-342900" algn="l">
              <a:spcBef>
                <a:spcPct val="20000"/>
              </a:spcBef>
              <a:buClr>
                <a:schemeClr val="bg2"/>
              </a:buClr>
              <a:buSzPct val="75000"/>
              <a:buFont typeface="Wingdings" panose="05000000000000000000" pitchFamily="2" charset="2"/>
            </a:pPr>
            <a:r>
              <a:rPr sz="2000">
                <a:latin typeface="+mn-ea"/>
                <a:cs typeface="+mn-ea"/>
                <a:sym typeface="+mn-ea"/>
              </a:rPr>
              <a:t>	        case 1: </a:t>
            </a:r>
            <a:endParaRPr sz="2000">
              <a:latin typeface="+mn-ea"/>
              <a:cs typeface="+mn-ea"/>
              <a:sym typeface="+mn-ea"/>
            </a:endParaRPr>
          </a:p>
          <a:p>
            <a:pPr lvl="0" indent="-342900" algn="l">
              <a:spcBef>
                <a:spcPct val="20000"/>
              </a:spcBef>
              <a:buClr>
                <a:schemeClr val="bg2"/>
              </a:buClr>
              <a:buSzPct val="75000"/>
              <a:buFont typeface="Wingdings" panose="05000000000000000000" pitchFamily="2" charset="2"/>
            </a:pPr>
            <a:r>
              <a:rPr sz="2000">
                <a:latin typeface="+mn-ea"/>
                <a:cs typeface="+mn-ea"/>
                <a:sym typeface="+mn-ea"/>
              </a:rPr>
              <a:t>                 new_friend(friends);         break;</a:t>
            </a:r>
            <a:endParaRPr sz="2000">
              <a:latin typeface="+mn-ea"/>
              <a:cs typeface="+mn-ea"/>
              <a:sym typeface="+mn-ea"/>
            </a:endParaRPr>
          </a:p>
          <a:p>
            <a:pPr lvl="0" indent="-342900" algn="l">
              <a:spcBef>
                <a:spcPct val="20000"/>
              </a:spcBef>
              <a:buClr>
                <a:schemeClr val="bg2"/>
              </a:buClr>
              <a:buSzPct val="75000"/>
              <a:buFont typeface="Wingdings" panose="05000000000000000000" pitchFamily="2" charset="2"/>
            </a:pPr>
            <a:r>
              <a:rPr sz="2000">
                <a:latin typeface="+mn-ea"/>
                <a:cs typeface="+mn-ea"/>
                <a:sym typeface="+mn-ea"/>
              </a:rPr>
              <a:t>	        case 2: </a:t>
            </a:r>
            <a:endParaRPr sz="2000">
              <a:latin typeface="+mn-ea"/>
              <a:cs typeface="+mn-ea"/>
              <a:sym typeface="+mn-ea"/>
            </a:endParaRPr>
          </a:p>
          <a:p>
            <a:pPr lvl="0" indent="-342900" algn="l">
              <a:spcBef>
                <a:spcPct val="20000"/>
              </a:spcBef>
              <a:buClr>
                <a:schemeClr val="bg2"/>
              </a:buClr>
              <a:buSzPct val="75000"/>
              <a:buFont typeface="Wingdings" panose="05000000000000000000" pitchFamily="2" charset="2"/>
            </a:pPr>
            <a:r>
              <a:rPr sz="2000">
                <a:latin typeface="+mn-ea"/>
                <a:cs typeface="+mn-ea"/>
                <a:sym typeface="+mn-ea"/>
              </a:rPr>
              <a:t>                 printf("请输入要查找的联系人名:");    scanf("%s", name);</a:t>
            </a:r>
            <a:endParaRPr sz="2000">
              <a:latin typeface="+mn-ea"/>
              <a:cs typeface="+mn-ea"/>
              <a:sym typeface="+mn-ea"/>
            </a:endParaRPr>
          </a:p>
          <a:p>
            <a:pPr lvl="0" indent="-342900" algn="l">
              <a:spcBef>
                <a:spcPct val="20000"/>
              </a:spcBef>
              <a:buClr>
                <a:schemeClr val="bg2"/>
              </a:buClr>
              <a:buSzPct val="75000"/>
              <a:buFont typeface="Wingdings" panose="05000000000000000000" pitchFamily="2" charset="2"/>
            </a:pPr>
            <a:r>
              <a:rPr sz="2000">
                <a:latin typeface="+mn-ea"/>
                <a:cs typeface="+mn-ea"/>
                <a:sym typeface="+mn-ea"/>
              </a:rPr>
              <a:t>                 search_friend(friends, name);     break;</a:t>
            </a:r>
            <a:endParaRPr sz="2000">
              <a:latin typeface="+mn-ea"/>
              <a:cs typeface="+mn-ea"/>
              <a:sym typeface="+mn-ea"/>
            </a:endParaRPr>
          </a:p>
          <a:p>
            <a:pPr lvl="0" indent="-342900" algn="l">
              <a:spcBef>
                <a:spcPct val="20000"/>
              </a:spcBef>
              <a:buClr>
                <a:schemeClr val="bg2"/>
              </a:buClr>
              <a:buSzPct val="75000"/>
              <a:buFont typeface="Wingdings" panose="05000000000000000000" pitchFamily="2" charset="2"/>
            </a:pPr>
            <a:r>
              <a:rPr sz="2000">
                <a:latin typeface="+mn-ea"/>
                <a:cs typeface="+mn-ea"/>
                <a:sym typeface="+mn-ea"/>
              </a:rPr>
              <a:t>	        case 0: break;</a:t>
            </a:r>
            <a:endParaRPr sz="2000">
              <a:latin typeface="+mn-ea"/>
              <a:cs typeface="+mn-ea"/>
              <a:sym typeface="+mn-ea"/>
            </a:endParaRPr>
          </a:p>
          <a:p>
            <a:pPr lvl="0" indent="-342900" algn="l">
              <a:spcBef>
                <a:spcPct val="20000"/>
              </a:spcBef>
              <a:buClr>
                <a:schemeClr val="bg2"/>
              </a:buClr>
              <a:buSzPct val="75000"/>
              <a:buFont typeface="Wingdings" panose="05000000000000000000" pitchFamily="2" charset="2"/>
            </a:pPr>
            <a:r>
              <a:rPr sz="2000">
                <a:latin typeface="+mn-ea"/>
                <a:cs typeface="+mn-ea"/>
                <a:sym typeface="+mn-ea"/>
              </a:rPr>
              <a:t> </a:t>
            </a:r>
            <a:r>
              <a:rPr lang="en-US" sz="2000">
                <a:latin typeface="+mn-ea"/>
                <a:cs typeface="+mn-ea"/>
                <a:sym typeface="+mn-ea"/>
              </a:rPr>
              <a:t>       </a:t>
            </a:r>
            <a:r>
              <a:rPr sz="2000">
                <a:latin typeface="+mn-ea"/>
                <a:cs typeface="+mn-ea"/>
                <a:sym typeface="+mn-ea"/>
              </a:rPr>
              <a:t>}</a:t>
            </a:r>
            <a:endParaRPr sz="2000">
              <a:latin typeface="+mn-ea"/>
              <a:cs typeface="+mn-ea"/>
              <a:sym typeface="+mn-ea"/>
            </a:endParaRPr>
          </a:p>
          <a:p>
            <a:pPr lvl="0" indent="-342900" algn="l">
              <a:spcBef>
                <a:spcPct val="20000"/>
              </a:spcBef>
              <a:buClr>
                <a:schemeClr val="bg2"/>
              </a:buClr>
              <a:buSzPct val="75000"/>
              <a:buFont typeface="Wingdings" panose="05000000000000000000" pitchFamily="2" charset="2"/>
            </a:pPr>
            <a:r>
              <a:rPr sz="2000">
                <a:latin typeface="+mn-ea"/>
                <a:cs typeface="+mn-ea"/>
                <a:sym typeface="+mn-ea"/>
              </a:rPr>
              <a:t>    }while(choice != 0);</a:t>
            </a:r>
            <a:endParaRPr sz="2000">
              <a:latin typeface="+mn-ea"/>
              <a:cs typeface="+mn-ea"/>
              <a:sym typeface="+mn-ea"/>
            </a:endParaRPr>
          </a:p>
          <a:p>
            <a:pPr lvl="0" indent="-342900" algn="l">
              <a:spcBef>
                <a:spcPct val="20000"/>
              </a:spcBef>
              <a:buClr>
                <a:schemeClr val="bg2"/>
              </a:buClr>
              <a:buSzPct val="75000"/>
              <a:buFont typeface="Wingdings" panose="05000000000000000000" pitchFamily="2" charset="2"/>
            </a:pPr>
            <a:r>
              <a:rPr sz="2000">
                <a:latin typeface="+mn-ea"/>
                <a:cs typeface="+mn-ea"/>
                <a:sym typeface="+mn-ea"/>
              </a:rPr>
              <a:t>    printf("谢谢使用通讯录功能!\n");</a:t>
            </a:r>
            <a:endParaRPr sz="2000">
              <a:latin typeface="+mn-ea"/>
              <a:cs typeface="+mn-ea"/>
              <a:sym typeface="+mn-ea"/>
            </a:endParaRPr>
          </a:p>
          <a:p>
            <a:pPr lvl="0" indent="-342900" algn="l">
              <a:spcBef>
                <a:spcPct val="20000"/>
              </a:spcBef>
              <a:buClr>
                <a:schemeClr val="bg2"/>
              </a:buClr>
              <a:buSzPct val="75000"/>
              <a:buFont typeface="Wingdings" panose="05000000000000000000" pitchFamily="2" charset="2"/>
            </a:pPr>
            <a:r>
              <a:rPr sz="2000">
                <a:latin typeface="+mn-ea"/>
                <a:cs typeface="+mn-ea"/>
                <a:sym typeface="+mn-ea"/>
              </a:rPr>
              <a:t>    return 0;</a:t>
            </a:r>
            <a:endParaRPr sz="2000">
              <a:latin typeface="+mn-ea"/>
              <a:cs typeface="+mn-ea"/>
              <a:sym typeface="+mn-ea"/>
            </a:endParaRPr>
          </a:p>
          <a:p>
            <a:pPr lvl="0" indent="-342900" algn="l">
              <a:spcBef>
                <a:spcPct val="20000"/>
              </a:spcBef>
              <a:buClr>
                <a:schemeClr val="bg2"/>
              </a:buClr>
              <a:buSzPct val="75000"/>
              <a:buFont typeface="Wingdings" panose="05000000000000000000" pitchFamily="2" charset="2"/>
            </a:pPr>
            <a:r>
              <a:rPr sz="2000">
                <a:latin typeface="+mn-ea"/>
                <a:cs typeface="+mn-ea"/>
                <a:sym typeface="+mn-ea"/>
              </a:rPr>
              <a:t>}</a:t>
            </a:r>
            <a:endParaRPr sz="2000">
              <a:latin typeface="+mn-ea"/>
              <a:cs typeface="+mn-ea"/>
              <a:sym typeface="+mn-ea"/>
            </a:endParaRPr>
          </a:p>
        </p:txBody>
      </p:sp>
    </p:spTree>
  </p:cSld>
  <p:clrMapOvr>
    <a:masterClrMapping/>
  </p:clrMapOv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矩形 1"/>
          <p:cNvSpPr/>
          <p:nvPr/>
        </p:nvSpPr>
        <p:spPr>
          <a:xfrm>
            <a:off x="334645" y="227965"/>
            <a:ext cx="7537450" cy="6308725"/>
          </a:xfrm>
          <a:prstGeom prst="rect">
            <a:avLst/>
          </a:prstGeom>
          <a:noFill/>
          <a:ln w="28575" cmpd="sng">
            <a:solidFill>
              <a:schemeClr val="accent1">
                <a:shade val="50000"/>
              </a:schemeClr>
            </a:solidFill>
            <a:prstDash val="solid"/>
          </a:ln>
        </p:spPr>
        <p:txBody>
          <a:bodyPr vert="horz" wrap="square" lIns="91440" tIns="45720" rIns="91440" bIns="45720" rtlCol="0" anchor="t" anchorCtr="0">
            <a:spAutoFit/>
          </a:bodyPr>
          <a:p>
            <a:pPr lvl="0" indent="-342900" algn="l">
              <a:spcBef>
                <a:spcPct val="20000"/>
              </a:spcBef>
              <a:buClr>
                <a:schemeClr val="bg2"/>
              </a:buClr>
              <a:buSzPct val="75000"/>
              <a:buFont typeface="Wingdings" panose="05000000000000000000" pitchFamily="2" charset="2"/>
            </a:pPr>
            <a:r>
              <a:rPr sz="2000">
                <a:latin typeface="+mn-ea"/>
                <a:cs typeface="+mn-ea"/>
                <a:sym typeface="+mn-ea"/>
              </a:rPr>
              <a:t>/*新建联系人*/</a:t>
            </a:r>
            <a:endParaRPr sz="2000">
              <a:latin typeface="+mn-ea"/>
              <a:cs typeface="+mn-ea"/>
              <a:sym typeface="+mn-ea"/>
            </a:endParaRPr>
          </a:p>
          <a:p>
            <a:pPr lvl="0" indent="-342900" algn="l">
              <a:spcBef>
                <a:spcPct val="20000"/>
              </a:spcBef>
              <a:buClr>
                <a:schemeClr val="bg2"/>
              </a:buClr>
              <a:buSzPct val="75000"/>
              <a:buFont typeface="Wingdings" panose="05000000000000000000" pitchFamily="2" charset="2"/>
            </a:pPr>
            <a:r>
              <a:rPr sz="2000">
                <a:latin typeface="+mn-ea"/>
                <a:cs typeface="+mn-ea"/>
                <a:sym typeface="+mn-ea"/>
              </a:rPr>
              <a:t>void new_friend(struct friends_list friends[ ])</a:t>
            </a:r>
            <a:endParaRPr sz="2000">
              <a:latin typeface="+mn-ea"/>
              <a:cs typeface="+mn-ea"/>
              <a:sym typeface="+mn-ea"/>
            </a:endParaRPr>
          </a:p>
          <a:p>
            <a:pPr lvl="0" indent="-342900" algn="l">
              <a:spcBef>
                <a:spcPct val="20000"/>
              </a:spcBef>
              <a:buClr>
                <a:schemeClr val="bg2"/>
              </a:buClr>
              <a:buSzPct val="75000"/>
              <a:buFont typeface="Wingdings" panose="05000000000000000000" pitchFamily="2" charset="2"/>
            </a:pPr>
            <a:r>
              <a:rPr sz="2000">
                <a:latin typeface="+mn-ea"/>
                <a:cs typeface="+mn-ea"/>
                <a:sym typeface="+mn-ea"/>
              </a:rPr>
              <a:t>{</a:t>
            </a:r>
            <a:endParaRPr sz="2000">
              <a:latin typeface="+mn-ea"/>
              <a:cs typeface="+mn-ea"/>
              <a:sym typeface="+mn-ea"/>
            </a:endParaRPr>
          </a:p>
          <a:p>
            <a:pPr lvl="0" indent="-342900" algn="l">
              <a:spcBef>
                <a:spcPct val="20000"/>
              </a:spcBef>
              <a:buClr>
                <a:schemeClr val="bg2"/>
              </a:buClr>
              <a:buSzPct val="75000"/>
              <a:buFont typeface="Wingdings" panose="05000000000000000000" pitchFamily="2" charset="2"/>
            </a:pPr>
            <a:r>
              <a:rPr sz="2000">
                <a:latin typeface="+mn-ea"/>
                <a:cs typeface="+mn-ea"/>
                <a:sym typeface="+mn-ea"/>
              </a:rPr>
              <a:t>    struct friends_list f;</a:t>
            </a:r>
            <a:endParaRPr sz="2000">
              <a:latin typeface="+mn-ea"/>
              <a:cs typeface="+mn-ea"/>
              <a:sym typeface="+mn-ea"/>
            </a:endParaRPr>
          </a:p>
          <a:p>
            <a:pPr lvl="0" indent="-342900" algn="l">
              <a:spcBef>
                <a:spcPct val="20000"/>
              </a:spcBef>
              <a:buClr>
                <a:schemeClr val="bg2"/>
              </a:buClr>
              <a:buSzPct val="75000"/>
              <a:buFont typeface="Wingdings" panose="05000000000000000000" pitchFamily="2" charset="2"/>
            </a:pPr>
            <a:r>
              <a:rPr sz="2000">
                <a:latin typeface="+mn-ea"/>
                <a:cs typeface="+mn-ea"/>
                <a:sym typeface="+mn-ea"/>
              </a:rPr>
              <a:t>    if(Count == 50){</a:t>
            </a:r>
            <a:endParaRPr sz="2000">
              <a:latin typeface="+mn-ea"/>
              <a:cs typeface="+mn-ea"/>
              <a:sym typeface="+mn-ea"/>
            </a:endParaRPr>
          </a:p>
          <a:p>
            <a:pPr lvl="0" indent="-342900" algn="l">
              <a:spcBef>
                <a:spcPct val="20000"/>
              </a:spcBef>
              <a:buClr>
                <a:schemeClr val="bg2"/>
              </a:buClr>
              <a:buSzPct val="75000"/>
              <a:buFont typeface="Wingdings" panose="05000000000000000000" pitchFamily="2" charset="2"/>
            </a:pPr>
            <a:r>
              <a:rPr sz="2000">
                <a:latin typeface="+mn-ea"/>
                <a:cs typeface="+mn-ea"/>
                <a:sym typeface="+mn-ea"/>
              </a:rPr>
              <a:t>        printf("通讯录已满!\n");</a:t>
            </a:r>
            <a:endParaRPr sz="2000">
              <a:latin typeface="+mn-ea"/>
              <a:cs typeface="+mn-ea"/>
              <a:sym typeface="+mn-ea"/>
            </a:endParaRPr>
          </a:p>
          <a:p>
            <a:pPr lvl="0" indent="-342900" algn="l">
              <a:spcBef>
                <a:spcPct val="20000"/>
              </a:spcBef>
              <a:buClr>
                <a:schemeClr val="bg2"/>
              </a:buClr>
              <a:buSzPct val="75000"/>
              <a:buFont typeface="Wingdings" panose="05000000000000000000" pitchFamily="2" charset="2"/>
            </a:pPr>
            <a:r>
              <a:rPr sz="2000">
                <a:latin typeface="+mn-ea"/>
                <a:cs typeface="+mn-ea"/>
                <a:sym typeface="+mn-ea"/>
              </a:rPr>
              <a:t>        return;</a:t>
            </a:r>
            <a:endParaRPr sz="2000">
              <a:latin typeface="+mn-ea"/>
              <a:cs typeface="+mn-ea"/>
              <a:sym typeface="+mn-ea"/>
            </a:endParaRPr>
          </a:p>
          <a:p>
            <a:pPr lvl="0" indent="-342900" algn="l">
              <a:spcBef>
                <a:spcPct val="20000"/>
              </a:spcBef>
              <a:buClr>
                <a:schemeClr val="bg2"/>
              </a:buClr>
              <a:buSzPct val="75000"/>
              <a:buFont typeface="Wingdings" panose="05000000000000000000" pitchFamily="2" charset="2"/>
            </a:pPr>
            <a:r>
              <a:rPr sz="2000">
                <a:latin typeface="+mn-ea"/>
                <a:cs typeface="+mn-ea"/>
                <a:sym typeface="+mn-ea"/>
              </a:rPr>
              <a:t>    }</a:t>
            </a:r>
            <a:endParaRPr sz="2000">
              <a:latin typeface="+mn-ea"/>
              <a:cs typeface="+mn-ea"/>
              <a:sym typeface="+mn-ea"/>
            </a:endParaRPr>
          </a:p>
          <a:p>
            <a:pPr lvl="0" indent="-342900" algn="l">
              <a:spcBef>
                <a:spcPct val="20000"/>
              </a:spcBef>
              <a:buClr>
                <a:schemeClr val="bg2"/>
              </a:buClr>
              <a:buSzPct val="75000"/>
              <a:buFont typeface="Wingdings" panose="05000000000000000000" pitchFamily="2" charset="2"/>
            </a:pPr>
            <a:r>
              <a:rPr sz="2000">
                <a:latin typeface="+mn-ea"/>
                <a:cs typeface="+mn-ea"/>
                <a:sym typeface="+mn-ea"/>
              </a:rPr>
              <a:t>    printf("请输入新联系人的姓名:");</a:t>
            </a:r>
            <a:endParaRPr sz="2000">
              <a:latin typeface="+mn-ea"/>
              <a:cs typeface="+mn-ea"/>
              <a:sym typeface="+mn-ea"/>
            </a:endParaRPr>
          </a:p>
          <a:p>
            <a:pPr lvl="0" indent="-342900" algn="l">
              <a:spcBef>
                <a:spcPct val="20000"/>
              </a:spcBef>
              <a:buClr>
                <a:schemeClr val="bg2"/>
              </a:buClr>
              <a:buSzPct val="75000"/>
              <a:buFont typeface="Wingdings" panose="05000000000000000000" pitchFamily="2" charset="2"/>
            </a:pPr>
            <a:r>
              <a:rPr sz="2000">
                <a:latin typeface="+mn-ea"/>
                <a:cs typeface="+mn-ea"/>
                <a:sym typeface="+mn-ea"/>
              </a:rPr>
              <a:t>    scanf("%s", f.name);</a:t>
            </a:r>
            <a:endParaRPr sz="2000">
              <a:latin typeface="+mn-ea"/>
              <a:cs typeface="+mn-ea"/>
              <a:sym typeface="+mn-ea"/>
            </a:endParaRPr>
          </a:p>
          <a:p>
            <a:pPr lvl="0" indent="-342900" algn="l">
              <a:spcBef>
                <a:spcPct val="20000"/>
              </a:spcBef>
              <a:buClr>
                <a:schemeClr val="bg2"/>
              </a:buClr>
              <a:buSzPct val="75000"/>
              <a:buFont typeface="Wingdings" panose="05000000000000000000" pitchFamily="2" charset="2"/>
            </a:pPr>
            <a:r>
              <a:rPr sz="2000">
                <a:latin typeface="+mn-ea"/>
                <a:cs typeface="+mn-ea"/>
                <a:sym typeface="+mn-ea"/>
              </a:rPr>
              <a:t>    printf("请输入新联系人的年龄:");</a:t>
            </a:r>
            <a:endParaRPr sz="2000">
              <a:latin typeface="+mn-ea"/>
              <a:cs typeface="+mn-ea"/>
              <a:sym typeface="+mn-ea"/>
            </a:endParaRPr>
          </a:p>
          <a:p>
            <a:pPr lvl="0" indent="-342900" algn="l">
              <a:spcBef>
                <a:spcPct val="20000"/>
              </a:spcBef>
              <a:buClr>
                <a:schemeClr val="bg2"/>
              </a:buClr>
              <a:buSzPct val="75000"/>
              <a:buFont typeface="Wingdings" panose="05000000000000000000" pitchFamily="2" charset="2"/>
            </a:pPr>
            <a:r>
              <a:rPr sz="2000">
                <a:latin typeface="+mn-ea"/>
                <a:cs typeface="+mn-ea"/>
                <a:sym typeface="+mn-ea"/>
              </a:rPr>
              <a:t>    scanf("%d", &amp;f.age);</a:t>
            </a:r>
            <a:endParaRPr sz="2000">
              <a:latin typeface="+mn-ea"/>
              <a:cs typeface="+mn-ea"/>
              <a:sym typeface="+mn-ea"/>
            </a:endParaRPr>
          </a:p>
          <a:p>
            <a:pPr lvl="0" indent="-342900" algn="l">
              <a:spcBef>
                <a:spcPct val="20000"/>
              </a:spcBef>
              <a:buClr>
                <a:schemeClr val="bg2"/>
              </a:buClr>
              <a:buSzPct val="75000"/>
              <a:buFont typeface="Wingdings" panose="05000000000000000000" pitchFamily="2" charset="2"/>
            </a:pPr>
            <a:r>
              <a:rPr sz="2000">
                <a:latin typeface="+mn-ea"/>
                <a:cs typeface="+mn-ea"/>
                <a:sym typeface="+mn-ea"/>
              </a:rPr>
              <a:t>    printf("请输入新联系人的联系电话:");</a:t>
            </a:r>
            <a:endParaRPr sz="2000">
              <a:latin typeface="+mn-ea"/>
              <a:cs typeface="+mn-ea"/>
              <a:sym typeface="+mn-ea"/>
            </a:endParaRPr>
          </a:p>
          <a:p>
            <a:pPr lvl="0" indent="-342900" algn="l">
              <a:spcBef>
                <a:spcPct val="20000"/>
              </a:spcBef>
              <a:buClr>
                <a:schemeClr val="bg2"/>
              </a:buClr>
              <a:buSzPct val="75000"/>
              <a:buFont typeface="Wingdings" panose="05000000000000000000" pitchFamily="2" charset="2"/>
            </a:pPr>
            <a:r>
              <a:rPr sz="2000">
                <a:latin typeface="+mn-ea"/>
                <a:cs typeface="+mn-ea"/>
                <a:sym typeface="+mn-ea"/>
              </a:rPr>
              <a:t>    scanf("%s", f.telephone);</a:t>
            </a:r>
            <a:endParaRPr sz="2000">
              <a:latin typeface="+mn-ea"/>
              <a:cs typeface="+mn-ea"/>
              <a:sym typeface="+mn-ea"/>
            </a:endParaRPr>
          </a:p>
          <a:p>
            <a:pPr lvl="0" indent="-342900" algn="l">
              <a:spcBef>
                <a:spcPct val="20000"/>
              </a:spcBef>
              <a:buClr>
                <a:schemeClr val="bg2"/>
              </a:buClr>
              <a:buSzPct val="75000"/>
              <a:buFont typeface="Wingdings" panose="05000000000000000000" pitchFamily="2" charset="2"/>
            </a:pPr>
            <a:r>
              <a:rPr sz="2000">
                <a:latin typeface="+mn-ea"/>
                <a:cs typeface="+mn-ea"/>
                <a:sym typeface="+mn-ea"/>
              </a:rPr>
              <a:t>    friends[Count] = f;</a:t>
            </a:r>
            <a:endParaRPr sz="2000">
              <a:latin typeface="+mn-ea"/>
              <a:cs typeface="+mn-ea"/>
              <a:sym typeface="+mn-ea"/>
            </a:endParaRPr>
          </a:p>
          <a:p>
            <a:pPr lvl="0" indent="-342900" algn="l">
              <a:spcBef>
                <a:spcPct val="20000"/>
              </a:spcBef>
              <a:buClr>
                <a:schemeClr val="bg2"/>
              </a:buClr>
              <a:buSzPct val="75000"/>
              <a:buFont typeface="Wingdings" panose="05000000000000000000" pitchFamily="2" charset="2"/>
            </a:pPr>
            <a:r>
              <a:rPr sz="2000">
                <a:latin typeface="+mn-ea"/>
                <a:cs typeface="+mn-ea"/>
                <a:sym typeface="+mn-ea"/>
              </a:rPr>
              <a:t>    Count++;</a:t>
            </a:r>
            <a:endParaRPr sz="2000">
              <a:latin typeface="+mn-ea"/>
              <a:cs typeface="+mn-ea"/>
              <a:sym typeface="+mn-ea"/>
            </a:endParaRPr>
          </a:p>
          <a:p>
            <a:pPr lvl="0" indent="-342900" algn="l">
              <a:spcBef>
                <a:spcPct val="20000"/>
              </a:spcBef>
              <a:buClr>
                <a:schemeClr val="bg2"/>
              </a:buClr>
              <a:buSzPct val="75000"/>
              <a:buFont typeface="Wingdings" panose="05000000000000000000" pitchFamily="2" charset="2"/>
            </a:pPr>
            <a:r>
              <a:rPr sz="2000">
                <a:latin typeface="+mn-ea"/>
                <a:cs typeface="+mn-ea"/>
                <a:sym typeface="+mn-ea"/>
              </a:rPr>
              <a:t>}</a:t>
            </a:r>
            <a:endParaRPr sz="2000">
              <a:latin typeface="+mn-ea"/>
              <a:cs typeface="+mn-ea"/>
              <a:sym typeface="+mn-ea"/>
            </a:endParaRPr>
          </a:p>
        </p:txBody>
      </p:sp>
    </p:spTree>
  </p:cSld>
  <p:clrMapOvr>
    <a:masterClrMapping/>
  </p:clrMapOv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矩形 2"/>
          <p:cNvSpPr/>
          <p:nvPr/>
        </p:nvSpPr>
        <p:spPr>
          <a:xfrm>
            <a:off x="179070" y="330200"/>
            <a:ext cx="8831580" cy="5939155"/>
          </a:xfrm>
          <a:prstGeom prst="rect">
            <a:avLst/>
          </a:prstGeom>
          <a:noFill/>
          <a:ln w="28575" cmpd="sng">
            <a:solidFill>
              <a:schemeClr val="accent1">
                <a:shade val="50000"/>
              </a:schemeClr>
            </a:solidFill>
            <a:prstDash val="solid"/>
          </a:ln>
        </p:spPr>
        <p:txBody>
          <a:bodyPr vert="horz" wrap="square" lIns="91440" tIns="45720" rIns="91440" bIns="45720" rtlCol="0" anchor="t" anchorCtr="0">
            <a:spAutoFit/>
          </a:bodyPr>
          <a:p>
            <a:pPr lvl="0" indent="-342900" algn="l">
              <a:spcBef>
                <a:spcPct val="20000"/>
              </a:spcBef>
              <a:buClr>
                <a:schemeClr val="bg2"/>
              </a:buClr>
              <a:buSzPct val="75000"/>
              <a:buFont typeface="Wingdings" panose="05000000000000000000" pitchFamily="2" charset="2"/>
            </a:pPr>
            <a:r>
              <a:rPr sz="2000">
                <a:latin typeface="+mn-ea"/>
                <a:cs typeface="+mn-ea"/>
                <a:sym typeface="+mn-ea"/>
              </a:rPr>
              <a:t>/*查询联系人*/</a:t>
            </a:r>
            <a:endParaRPr sz="2000">
              <a:latin typeface="+mn-ea"/>
              <a:cs typeface="+mn-ea"/>
              <a:sym typeface="+mn-ea"/>
            </a:endParaRPr>
          </a:p>
          <a:p>
            <a:pPr lvl="0" indent="-342900" algn="l">
              <a:spcBef>
                <a:spcPct val="20000"/>
              </a:spcBef>
              <a:buClr>
                <a:schemeClr val="bg2"/>
              </a:buClr>
              <a:buSzPct val="75000"/>
              <a:buFont typeface="Wingdings" panose="05000000000000000000" pitchFamily="2" charset="2"/>
            </a:pPr>
            <a:r>
              <a:rPr sz="2000">
                <a:latin typeface="+mn-ea"/>
                <a:cs typeface="+mn-ea"/>
                <a:sym typeface="+mn-ea"/>
              </a:rPr>
              <a:t>void search_friend(struct friends_list friends[ ], char *name)</a:t>
            </a:r>
            <a:endParaRPr sz="2000">
              <a:latin typeface="+mn-ea"/>
              <a:cs typeface="+mn-ea"/>
              <a:sym typeface="+mn-ea"/>
            </a:endParaRPr>
          </a:p>
          <a:p>
            <a:pPr lvl="0" indent="-342900" algn="l">
              <a:spcBef>
                <a:spcPct val="20000"/>
              </a:spcBef>
              <a:buClr>
                <a:schemeClr val="bg2"/>
              </a:buClr>
              <a:buSzPct val="75000"/>
              <a:buFont typeface="Wingdings" panose="05000000000000000000" pitchFamily="2" charset="2"/>
            </a:pPr>
            <a:r>
              <a:rPr sz="2000">
                <a:latin typeface="+mn-ea"/>
                <a:cs typeface="+mn-ea"/>
                <a:sym typeface="+mn-ea"/>
              </a:rPr>
              <a:t>{   </a:t>
            </a:r>
            <a:endParaRPr sz="2000">
              <a:latin typeface="+mn-ea"/>
              <a:cs typeface="+mn-ea"/>
              <a:sym typeface="+mn-ea"/>
            </a:endParaRPr>
          </a:p>
          <a:p>
            <a:pPr lvl="0" indent="-342900" algn="l">
              <a:spcBef>
                <a:spcPct val="20000"/>
              </a:spcBef>
              <a:buClr>
                <a:schemeClr val="bg2"/>
              </a:buClr>
              <a:buSzPct val="75000"/>
              <a:buFont typeface="Wingdings" panose="05000000000000000000" pitchFamily="2" charset="2"/>
            </a:pPr>
            <a:r>
              <a:rPr lang="en-US" sz="2000">
                <a:latin typeface="+mn-ea"/>
                <a:cs typeface="+mn-ea"/>
                <a:sym typeface="+mn-ea"/>
              </a:rPr>
              <a:t>    </a:t>
            </a:r>
            <a:r>
              <a:rPr sz="2000">
                <a:latin typeface="+mn-ea"/>
                <a:cs typeface="+mn-ea"/>
                <a:sym typeface="+mn-ea"/>
              </a:rPr>
              <a:t>int i, flag = 0;</a:t>
            </a:r>
            <a:endParaRPr sz="2000">
              <a:latin typeface="+mn-ea"/>
              <a:cs typeface="+mn-ea"/>
              <a:sym typeface="+mn-ea"/>
            </a:endParaRPr>
          </a:p>
          <a:p>
            <a:pPr lvl="0" indent="-342900" algn="l">
              <a:spcBef>
                <a:spcPct val="20000"/>
              </a:spcBef>
              <a:buClr>
                <a:schemeClr val="bg2"/>
              </a:buClr>
              <a:buSzPct val="75000"/>
              <a:buFont typeface="Wingdings" panose="05000000000000000000" pitchFamily="2" charset="2"/>
            </a:pPr>
            <a:r>
              <a:rPr sz="2000">
                <a:latin typeface="+mn-ea"/>
                <a:cs typeface="+mn-ea"/>
                <a:sym typeface="+mn-ea"/>
              </a:rPr>
              <a:t>    if(Count == 0)</a:t>
            </a:r>
            <a:r>
              <a:rPr lang="en-US" sz="2000">
                <a:latin typeface="+mn-ea"/>
                <a:cs typeface="+mn-ea"/>
                <a:sym typeface="+mn-ea"/>
              </a:rPr>
              <a:t>  </a:t>
            </a:r>
            <a:r>
              <a:rPr sz="2000">
                <a:latin typeface="+mn-ea"/>
                <a:cs typeface="+mn-ea"/>
                <a:sym typeface="+mn-ea"/>
              </a:rPr>
              <a:t>{ printf("通讯录是空的!\n"); </a:t>
            </a:r>
            <a:r>
              <a:rPr lang="en-US" sz="2000">
                <a:latin typeface="+mn-ea"/>
                <a:cs typeface="+mn-ea"/>
                <a:sym typeface="+mn-ea"/>
              </a:rPr>
              <a:t> </a:t>
            </a:r>
            <a:r>
              <a:rPr sz="2000">
                <a:latin typeface="+mn-ea"/>
                <a:cs typeface="+mn-ea"/>
                <a:sym typeface="+mn-ea"/>
              </a:rPr>
              <a:t>return; </a:t>
            </a:r>
            <a:r>
              <a:rPr lang="en-US" sz="2000">
                <a:latin typeface="+mn-ea"/>
                <a:cs typeface="+mn-ea"/>
                <a:sym typeface="+mn-ea"/>
              </a:rPr>
              <a:t>  </a:t>
            </a:r>
            <a:r>
              <a:rPr sz="2000">
                <a:latin typeface="+mn-ea"/>
                <a:cs typeface="+mn-ea"/>
                <a:sym typeface="+mn-ea"/>
              </a:rPr>
              <a:t>}</a:t>
            </a:r>
            <a:endParaRPr sz="2000">
              <a:latin typeface="+mn-ea"/>
              <a:cs typeface="+mn-ea"/>
              <a:sym typeface="+mn-ea"/>
            </a:endParaRPr>
          </a:p>
          <a:p>
            <a:pPr lvl="0" indent="-342900" algn="l">
              <a:spcBef>
                <a:spcPct val="20000"/>
              </a:spcBef>
              <a:buClr>
                <a:schemeClr val="bg2"/>
              </a:buClr>
              <a:buSzPct val="75000"/>
              <a:buFont typeface="Wingdings" panose="05000000000000000000" pitchFamily="2" charset="2"/>
            </a:pPr>
            <a:r>
              <a:rPr sz="2000">
                <a:latin typeface="+mn-ea"/>
                <a:cs typeface="+mn-ea"/>
                <a:sym typeface="+mn-ea"/>
              </a:rPr>
              <a:t>    </a:t>
            </a:r>
            <a:endParaRPr sz="2000">
              <a:latin typeface="+mn-ea"/>
              <a:cs typeface="+mn-ea"/>
              <a:sym typeface="+mn-ea"/>
            </a:endParaRPr>
          </a:p>
          <a:p>
            <a:pPr lvl="0" indent="-342900" algn="l">
              <a:spcBef>
                <a:spcPct val="20000"/>
              </a:spcBef>
              <a:buClr>
                <a:schemeClr val="bg2"/>
              </a:buClr>
              <a:buSzPct val="75000"/>
              <a:buFont typeface="Wingdings" panose="05000000000000000000" pitchFamily="2" charset="2"/>
            </a:pPr>
            <a:r>
              <a:rPr lang="en-US" sz="2000">
                <a:latin typeface="+mn-ea"/>
                <a:cs typeface="+mn-ea"/>
                <a:sym typeface="+mn-ea"/>
              </a:rPr>
              <a:t>    </a:t>
            </a:r>
            <a:r>
              <a:rPr sz="2000">
                <a:latin typeface="+mn-ea"/>
                <a:cs typeface="+mn-ea"/>
                <a:sym typeface="+mn-ea"/>
              </a:rPr>
              <a:t>for(i = 0; i &lt; Count; i++)</a:t>
            </a:r>
            <a:endParaRPr sz="2000">
              <a:latin typeface="+mn-ea"/>
              <a:cs typeface="+mn-ea"/>
              <a:sym typeface="+mn-ea"/>
            </a:endParaRPr>
          </a:p>
          <a:p>
            <a:pPr lvl="0" indent="-342900" algn="l">
              <a:spcBef>
                <a:spcPct val="20000"/>
              </a:spcBef>
              <a:buClr>
                <a:schemeClr val="bg2"/>
              </a:buClr>
              <a:buSzPct val="75000"/>
              <a:buFont typeface="Wingdings" panose="05000000000000000000" pitchFamily="2" charset="2"/>
            </a:pPr>
            <a:r>
              <a:rPr sz="2000">
                <a:latin typeface="+mn-ea"/>
                <a:cs typeface="+mn-ea"/>
                <a:sym typeface="+mn-ea"/>
              </a:rPr>
              <a:t>       if(strcmp(name, friends[i].name) == 0) </a:t>
            </a:r>
            <a:r>
              <a:rPr sz="2000">
                <a:latin typeface="+mn-ea"/>
                <a:cs typeface="+mn-ea"/>
                <a:sym typeface="+mn-ea"/>
              </a:rPr>
              <a:t>{</a:t>
            </a:r>
            <a:r>
              <a:rPr lang="en-US" sz="2000">
                <a:latin typeface="+mn-ea"/>
                <a:cs typeface="+mn-ea"/>
                <a:sym typeface="+mn-ea"/>
              </a:rPr>
              <a:t> </a:t>
            </a:r>
            <a:r>
              <a:rPr sz="2000">
                <a:latin typeface="+mn-ea"/>
                <a:cs typeface="+mn-ea"/>
                <a:sym typeface="+mn-ea"/>
              </a:rPr>
              <a:t>flag=1;  break; }</a:t>
            </a:r>
            <a:r>
              <a:rPr sz="2000">
                <a:latin typeface="+mn-ea"/>
                <a:cs typeface="+mn-ea"/>
                <a:sym typeface="+mn-ea"/>
              </a:rPr>
              <a:t> /* 找到联系人*/</a:t>
            </a:r>
            <a:endParaRPr sz="2000">
              <a:latin typeface="+mn-ea"/>
              <a:cs typeface="+mn-ea"/>
              <a:sym typeface="+mn-ea"/>
            </a:endParaRPr>
          </a:p>
          <a:p>
            <a:pPr lvl="0" indent="-342900" algn="l">
              <a:spcBef>
                <a:spcPct val="20000"/>
              </a:spcBef>
              <a:buClr>
                <a:schemeClr val="bg2"/>
              </a:buClr>
              <a:buSzPct val="75000"/>
              <a:buFont typeface="Wingdings" panose="05000000000000000000" pitchFamily="2" charset="2"/>
            </a:pPr>
            <a:r>
              <a:rPr sz="2000">
                <a:latin typeface="+mn-ea"/>
                <a:cs typeface="+mn-ea"/>
                <a:sym typeface="+mn-ea"/>
              </a:rPr>
              <a:t>   </a:t>
            </a:r>
            <a:endParaRPr sz="2000">
              <a:latin typeface="+mn-ea"/>
              <a:cs typeface="+mn-ea"/>
              <a:sym typeface="+mn-ea"/>
            </a:endParaRPr>
          </a:p>
          <a:p>
            <a:pPr lvl="0" indent="-342900" algn="l">
              <a:spcBef>
                <a:spcPct val="20000"/>
              </a:spcBef>
              <a:buClr>
                <a:schemeClr val="bg2"/>
              </a:buClr>
              <a:buSzPct val="75000"/>
              <a:buFont typeface="Wingdings" panose="05000000000000000000" pitchFamily="2" charset="2"/>
            </a:pPr>
            <a:r>
              <a:rPr sz="2000">
                <a:latin typeface="+mn-ea"/>
                <a:cs typeface="+mn-ea"/>
                <a:sym typeface="+mn-ea"/>
              </a:rPr>
              <a:t> </a:t>
            </a:r>
            <a:r>
              <a:rPr lang="en-US" sz="2000">
                <a:latin typeface="+mn-ea"/>
                <a:cs typeface="+mn-ea"/>
                <a:sym typeface="+mn-ea"/>
              </a:rPr>
              <a:t>   </a:t>
            </a:r>
            <a:r>
              <a:rPr sz="2000">
                <a:latin typeface="+mn-ea"/>
                <a:cs typeface="+mn-ea"/>
                <a:sym typeface="+mn-ea"/>
              </a:rPr>
              <a:t>if(flag){</a:t>
            </a:r>
            <a:endParaRPr sz="2000">
              <a:latin typeface="+mn-ea"/>
              <a:cs typeface="+mn-ea"/>
              <a:sym typeface="+mn-ea"/>
            </a:endParaRPr>
          </a:p>
          <a:p>
            <a:pPr lvl="0" indent="-342900" algn="l">
              <a:spcBef>
                <a:spcPct val="20000"/>
              </a:spcBef>
              <a:buClr>
                <a:schemeClr val="bg2"/>
              </a:buClr>
              <a:buSzPct val="75000"/>
              <a:buFont typeface="Wingdings" panose="05000000000000000000" pitchFamily="2" charset="2"/>
            </a:pPr>
            <a:r>
              <a:rPr sz="2000">
                <a:latin typeface="+mn-ea"/>
                <a:cs typeface="+mn-ea"/>
                <a:sym typeface="+mn-ea"/>
              </a:rPr>
              <a:t>       printf("姓名: %s\t", friends[i].name);</a:t>
            </a:r>
            <a:endParaRPr sz="2000">
              <a:latin typeface="+mn-ea"/>
              <a:cs typeface="+mn-ea"/>
              <a:sym typeface="+mn-ea"/>
            </a:endParaRPr>
          </a:p>
          <a:p>
            <a:pPr lvl="0" indent="-342900" algn="l">
              <a:spcBef>
                <a:spcPct val="20000"/>
              </a:spcBef>
              <a:buClr>
                <a:schemeClr val="bg2"/>
              </a:buClr>
              <a:buSzPct val="75000"/>
              <a:buFont typeface="Wingdings" panose="05000000000000000000" pitchFamily="2" charset="2"/>
            </a:pPr>
            <a:r>
              <a:rPr sz="2000">
                <a:latin typeface="+mn-ea"/>
                <a:cs typeface="+mn-ea"/>
                <a:sym typeface="+mn-ea"/>
              </a:rPr>
              <a:t>       printf("年龄: %d\t", friends[i].age);</a:t>
            </a:r>
            <a:endParaRPr sz="2000">
              <a:latin typeface="+mn-ea"/>
              <a:cs typeface="+mn-ea"/>
              <a:sym typeface="+mn-ea"/>
            </a:endParaRPr>
          </a:p>
          <a:p>
            <a:pPr lvl="0" indent="-342900" algn="l">
              <a:spcBef>
                <a:spcPct val="20000"/>
              </a:spcBef>
              <a:buClr>
                <a:schemeClr val="bg2"/>
              </a:buClr>
              <a:buSzPct val="75000"/>
              <a:buFont typeface="Wingdings" panose="05000000000000000000" pitchFamily="2" charset="2"/>
            </a:pPr>
            <a:r>
              <a:rPr sz="2000">
                <a:latin typeface="+mn-ea"/>
                <a:cs typeface="+mn-ea"/>
                <a:sym typeface="+mn-ea"/>
              </a:rPr>
              <a:t>       printf("电话: %s\n", friends[i].telephone);    </a:t>
            </a:r>
            <a:endParaRPr sz="2000">
              <a:latin typeface="+mn-ea"/>
              <a:cs typeface="+mn-ea"/>
              <a:sym typeface="+mn-ea"/>
            </a:endParaRPr>
          </a:p>
          <a:p>
            <a:pPr lvl="0" indent="-342900" algn="l">
              <a:spcBef>
                <a:spcPct val="20000"/>
              </a:spcBef>
              <a:buClr>
                <a:schemeClr val="bg2"/>
              </a:buClr>
              <a:buSzPct val="75000"/>
              <a:buFont typeface="Wingdings" panose="05000000000000000000" pitchFamily="2" charset="2"/>
            </a:pPr>
            <a:r>
              <a:rPr sz="2000">
                <a:latin typeface="+mn-ea"/>
                <a:cs typeface="+mn-ea"/>
                <a:sym typeface="+mn-ea"/>
              </a:rPr>
              <a:t> </a:t>
            </a:r>
            <a:r>
              <a:rPr lang="en-US" sz="2000">
                <a:latin typeface="+mn-ea"/>
                <a:cs typeface="+mn-ea"/>
                <a:sym typeface="+mn-ea"/>
              </a:rPr>
              <a:t>   </a:t>
            </a:r>
            <a:r>
              <a:rPr sz="2000">
                <a:latin typeface="+mn-ea"/>
                <a:cs typeface="+mn-ea"/>
                <a:sym typeface="+mn-ea"/>
              </a:rPr>
              <a:t>}</a:t>
            </a:r>
            <a:endParaRPr sz="2000">
              <a:latin typeface="+mn-ea"/>
              <a:cs typeface="+mn-ea"/>
              <a:sym typeface="+mn-ea"/>
            </a:endParaRPr>
          </a:p>
          <a:p>
            <a:pPr lvl="0" indent="-342900" algn="l">
              <a:spcBef>
                <a:spcPct val="20000"/>
              </a:spcBef>
              <a:buClr>
                <a:schemeClr val="bg2"/>
              </a:buClr>
              <a:buSzPct val="75000"/>
              <a:buFont typeface="Wingdings" panose="05000000000000000000" pitchFamily="2" charset="2"/>
            </a:pPr>
            <a:r>
              <a:rPr sz="2000">
                <a:latin typeface="+mn-ea"/>
                <a:cs typeface="+mn-ea"/>
                <a:sym typeface="+mn-ea"/>
              </a:rPr>
              <a:t>    else</a:t>
            </a:r>
            <a:r>
              <a:rPr lang="en-US" sz="2000">
                <a:latin typeface="+mn-ea"/>
                <a:cs typeface="+mn-ea"/>
                <a:sym typeface="+mn-ea"/>
              </a:rPr>
              <a:t> </a:t>
            </a:r>
            <a:r>
              <a:rPr sz="2000">
                <a:latin typeface="+mn-ea"/>
                <a:cs typeface="+mn-ea"/>
                <a:sym typeface="+mn-ea"/>
              </a:rPr>
              <a:t>printf("无此联系人!");</a:t>
            </a:r>
            <a:endParaRPr sz="2000">
              <a:latin typeface="+mn-ea"/>
              <a:cs typeface="+mn-ea"/>
              <a:sym typeface="+mn-ea"/>
            </a:endParaRPr>
          </a:p>
          <a:p>
            <a:pPr lvl="0" indent="-342900" algn="l">
              <a:spcBef>
                <a:spcPct val="20000"/>
              </a:spcBef>
              <a:buClr>
                <a:schemeClr val="bg2"/>
              </a:buClr>
              <a:buSzPct val="75000"/>
              <a:buFont typeface="Wingdings" panose="05000000000000000000" pitchFamily="2" charset="2"/>
            </a:pPr>
            <a:r>
              <a:rPr sz="2000">
                <a:latin typeface="+mn-ea"/>
                <a:cs typeface="+mn-ea"/>
                <a:sym typeface="+mn-ea"/>
              </a:rPr>
              <a:t>}</a:t>
            </a:r>
            <a:endParaRPr sz="2000">
              <a:latin typeface="+mn-ea"/>
              <a:cs typeface="+mn-ea"/>
              <a:sym typeface="+mn-ea"/>
            </a:endParaRPr>
          </a:p>
        </p:txBody>
      </p:sp>
    </p:spTree>
  </p:cSld>
  <p:clrMapOvr>
    <a:masterClrMapping/>
  </p:clrMapOv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315" name="Rectangle 2"/>
          <p:cNvSpPr>
            <a:spLocks noGrp="1"/>
          </p:cNvSpPr>
          <p:nvPr>
            <p:ph type="title"/>
          </p:nvPr>
        </p:nvSpPr>
        <p:spPr>
          <a:xfrm>
            <a:off x="457200" y="457200"/>
            <a:ext cx="6491288" cy="739775"/>
          </a:xfrm>
        </p:spPr>
        <p:txBody>
          <a:bodyPr vert="horz" wrap="square" lIns="91440" tIns="45720" rIns="91440" bIns="45720" anchor="ctr" anchorCtr="0"/>
          <a:p>
            <a:pPr eaLnBrk="1" hangingPunct="1"/>
            <a:r>
              <a:rPr lang="en-US" altLang="zh-CN" sz="4000"/>
              <a:t>9.1.2  </a:t>
            </a:r>
            <a:r>
              <a:rPr lang="zh-CN" altLang="en-US" sz="4000" dirty="0"/>
              <a:t>结构的概念与定义</a:t>
            </a:r>
            <a:endParaRPr lang="zh-CN" altLang="en-US" sz="4000" dirty="0"/>
          </a:p>
        </p:txBody>
      </p:sp>
      <p:sp>
        <p:nvSpPr>
          <p:cNvPr id="391171" name="Rectangle 3"/>
          <p:cNvSpPr>
            <a:spLocks noGrp="1"/>
          </p:cNvSpPr>
          <p:nvPr>
            <p:ph idx="1"/>
          </p:nvPr>
        </p:nvSpPr>
        <p:spPr>
          <a:xfrm>
            <a:off x="468313" y="1484313"/>
            <a:ext cx="8229600" cy="4895850"/>
          </a:xfrm>
        </p:spPr>
        <p:txBody>
          <a:bodyPr vert="horz" wrap="square" lIns="91440" tIns="45720" rIns="91440" bIns="45720" anchor="t" anchorCtr="0"/>
          <a:p>
            <a:pPr eaLnBrk="1" hangingPunct="1"/>
            <a:r>
              <a:rPr lang="zh-CN" altLang="en-US" sz="2800" b="0" dirty="0"/>
              <a:t>使用结构来表示通讯录信息：</a:t>
            </a:r>
            <a:endParaRPr lang="zh-CN" altLang="en-US" sz="2800" b="0" dirty="0"/>
          </a:p>
          <a:p>
            <a:pPr lvl="1" eaLnBrk="1" hangingPunct="1">
              <a:buNone/>
            </a:pPr>
            <a:r>
              <a:rPr lang="en-US" altLang="zh-CN" sz="2400" b="0" err="1">
                <a:solidFill>
                  <a:schemeClr val="bg2"/>
                </a:solidFill>
              </a:rPr>
              <a:t>struct</a:t>
            </a:r>
            <a:r>
              <a:rPr lang="en-US" altLang="zh-CN" sz="2400" b="0">
                <a:solidFill>
                  <a:schemeClr val="bg2"/>
                </a:solidFill>
              </a:rPr>
              <a:t> </a:t>
            </a:r>
            <a:r>
              <a:rPr lang="en-US" altLang="zh-CN" sz="2400" b="0" err="1">
                <a:solidFill>
                  <a:schemeClr val="bg2"/>
                </a:solidFill>
              </a:rPr>
              <a:t>friends_list</a:t>
            </a:r>
            <a:r>
              <a:rPr lang="en-US" altLang="zh-CN" sz="2400" b="0"/>
              <a:t>{</a:t>
            </a:r>
            <a:endParaRPr lang="en-US" altLang="zh-CN" sz="2400" b="0"/>
          </a:p>
          <a:p>
            <a:pPr lvl="1" eaLnBrk="1" hangingPunct="1">
              <a:buNone/>
            </a:pPr>
            <a:r>
              <a:rPr lang="en-US" altLang="zh-CN" sz="2400" b="0"/>
              <a:t>    char name[10];    /*</a:t>
            </a:r>
            <a:r>
              <a:rPr lang="zh-CN" altLang="en-US" sz="2400" b="0" dirty="0"/>
              <a:t>姓名*</a:t>
            </a:r>
            <a:r>
              <a:rPr lang="en-US" altLang="zh-CN" sz="2400" b="0"/>
              <a:t>/</a:t>
            </a:r>
            <a:endParaRPr lang="en-US" altLang="zh-CN" sz="2400" b="0"/>
          </a:p>
          <a:p>
            <a:pPr lvl="1" eaLnBrk="1" hangingPunct="1">
              <a:buNone/>
            </a:pPr>
            <a:r>
              <a:rPr lang="en-US" altLang="zh-CN" sz="2400" b="0"/>
              <a:t>    </a:t>
            </a:r>
            <a:r>
              <a:rPr lang="en-US" altLang="zh-CN" sz="2400" b="0" err="1"/>
              <a:t>int</a:t>
            </a:r>
            <a:r>
              <a:rPr lang="en-US" altLang="zh-CN" sz="2400" b="0"/>
              <a:t> age;                 /*</a:t>
            </a:r>
            <a:r>
              <a:rPr lang="zh-CN" altLang="en-US" sz="2400" b="0" dirty="0"/>
              <a:t>年龄*</a:t>
            </a:r>
            <a:r>
              <a:rPr lang="en-US" altLang="zh-CN" sz="2400" b="0"/>
              <a:t>/</a:t>
            </a:r>
            <a:endParaRPr lang="en-US" altLang="zh-CN" sz="2400" b="0"/>
          </a:p>
          <a:p>
            <a:pPr lvl="1" eaLnBrk="1" hangingPunct="1">
              <a:buNone/>
            </a:pPr>
            <a:r>
              <a:rPr lang="en-US" altLang="zh-CN" sz="2400" b="0"/>
              <a:t>    char telephone[13];      /*</a:t>
            </a:r>
            <a:r>
              <a:rPr lang="zh-CN" altLang="en-US" sz="2400" b="0" dirty="0"/>
              <a:t>联系电话*</a:t>
            </a:r>
            <a:r>
              <a:rPr lang="en-US" altLang="zh-CN" sz="2400" b="0"/>
              <a:t>/</a:t>
            </a:r>
            <a:endParaRPr lang="en-US" altLang="zh-CN" sz="2400" b="0"/>
          </a:p>
          <a:p>
            <a:pPr lvl="1" eaLnBrk="1" hangingPunct="1">
              <a:buNone/>
            </a:pPr>
            <a:r>
              <a:rPr lang="en-US" altLang="zh-CN" sz="2400" b="0"/>
              <a:t>}; </a:t>
            </a:r>
            <a:endParaRPr lang="zh-CN" altLang="en-US" sz="2400" b="0" dirty="0"/>
          </a:p>
          <a:p>
            <a:pPr eaLnBrk="1" hangingPunct="1"/>
            <a:r>
              <a:rPr lang="zh-CN" altLang="en-US" sz="2800" b="0" dirty="0"/>
              <a:t>结构：</a:t>
            </a:r>
            <a:r>
              <a:rPr lang="zh-CN" altLang="en-US" sz="2800" b="0" dirty="0">
                <a:solidFill>
                  <a:srgbClr val="CC0066"/>
                </a:solidFill>
              </a:rPr>
              <a:t>构造数据类型</a:t>
            </a:r>
            <a:r>
              <a:rPr lang="zh-CN" altLang="en-US" sz="2800" b="0" dirty="0"/>
              <a:t>，把有内在联系的</a:t>
            </a:r>
            <a:r>
              <a:rPr lang="zh-CN" altLang="en-US" sz="2800" b="0" dirty="0">
                <a:solidFill>
                  <a:srgbClr val="CC0066"/>
                </a:solidFill>
              </a:rPr>
              <a:t>不同类型的数据</a:t>
            </a:r>
            <a:r>
              <a:rPr lang="zh-CN" altLang="en-US" sz="2800" b="0" dirty="0"/>
              <a:t>统一成一个整体，使它们相互关联</a:t>
            </a:r>
            <a:endParaRPr lang="zh-CN" altLang="en-US" sz="2800" b="0" dirty="0"/>
          </a:p>
          <a:p>
            <a:pPr eaLnBrk="1" hangingPunct="1"/>
            <a:r>
              <a:rPr lang="zh-CN" altLang="en-US" sz="2800" b="0" dirty="0"/>
              <a:t>结构又是变量的集合，可以单独使用其成员</a:t>
            </a:r>
            <a:endParaRPr lang="zh-CN" altLang="en-US" sz="2800" b="0" dirty="0"/>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391171">
                                            <p:txEl>
                                              <p:charRg st="0" end="14"/>
                                            </p:txEl>
                                          </p:spTgt>
                                        </p:tgtEl>
                                        <p:attrNameLst>
                                          <p:attrName>style.visibility</p:attrName>
                                        </p:attrNameLst>
                                      </p:cBhvr>
                                      <p:to>
                                        <p:strVal val="visible"/>
                                      </p:to>
                                    </p:set>
                                    <p:animEffect transition="in" filter="wipe(down)">
                                      <p:cBhvr>
                                        <p:cTn id="7" dur="500"/>
                                        <p:tgtEl>
                                          <p:spTgt spid="391171">
                                            <p:txEl>
                                              <p:charRg st="0" end="14"/>
                                            </p:txEl>
                                          </p:spTgt>
                                        </p:tgtEl>
                                      </p:cBhvr>
                                    </p:animEffect>
                                  </p:childTnLst>
                                </p:cTn>
                              </p:par>
                              <p:par>
                                <p:cTn id="8" presetID="22" presetClass="entr" presetSubtype="4" fill="hold" grpId="0" nodeType="withEffect">
                                  <p:stCondLst>
                                    <p:cond delay="0"/>
                                  </p:stCondLst>
                                  <p:childTnLst>
                                    <p:set>
                                      <p:cBhvr>
                                        <p:cTn id="9" dur="1" fill="hold">
                                          <p:stCondLst>
                                            <p:cond delay="0"/>
                                          </p:stCondLst>
                                        </p:cTn>
                                        <p:tgtEl>
                                          <p:spTgt spid="391171">
                                            <p:txEl>
                                              <p:charRg st="14" end="35"/>
                                            </p:txEl>
                                          </p:spTgt>
                                        </p:tgtEl>
                                        <p:attrNameLst>
                                          <p:attrName>style.visibility</p:attrName>
                                        </p:attrNameLst>
                                      </p:cBhvr>
                                      <p:to>
                                        <p:strVal val="visible"/>
                                      </p:to>
                                    </p:set>
                                    <p:animEffect transition="in" filter="wipe(down)">
                                      <p:cBhvr>
                                        <p:cTn id="10" dur="500"/>
                                        <p:tgtEl>
                                          <p:spTgt spid="391171">
                                            <p:txEl>
                                              <p:charRg st="14" end="35"/>
                                            </p:txEl>
                                          </p:spTgt>
                                        </p:tgtEl>
                                      </p:cBhvr>
                                    </p:animEffect>
                                  </p:childTnLst>
                                </p:cTn>
                              </p:par>
                              <p:par>
                                <p:cTn id="11" presetID="22" presetClass="entr" presetSubtype="4" fill="hold" grpId="0" nodeType="withEffect">
                                  <p:stCondLst>
                                    <p:cond delay="0"/>
                                  </p:stCondLst>
                                  <p:childTnLst>
                                    <p:set>
                                      <p:cBhvr>
                                        <p:cTn id="12" dur="1" fill="hold">
                                          <p:stCondLst>
                                            <p:cond delay="0"/>
                                          </p:stCondLst>
                                        </p:cTn>
                                        <p:tgtEl>
                                          <p:spTgt spid="391171">
                                            <p:txEl>
                                              <p:charRg st="35" end="64"/>
                                            </p:txEl>
                                          </p:spTgt>
                                        </p:tgtEl>
                                        <p:attrNameLst>
                                          <p:attrName>style.visibility</p:attrName>
                                        </p:attrNameLst>
                                      </p:cBhvr>
                                      <p:to>
                                        <p:strVal val="visible"/>
                                      </p:to>
                                    </p:set>
                                    <p:animEffect transition="in" filter="wipe(down)">
                                      <p:cBhvr>
                                        <p:cTn id="13" dur="500"/>
                                        <p:tgtEl>
                                          <p:spTgt spid="391171">
                                            <p:txEl>
                                              <p:charRg st="35" end="64"/>
                                            </p:txEl>
                                          </p:spTgt>
                                        </p:tgtEl>
                                      </p:cBhvr>
                                    </p:animEffect>
                                  </p:childTnLst>
                                </p:cTn>
                              </p:par>
                              <p:par>
                                <p:cTn id="14" presetID="22" presetClass="entr" presetSubtype="4" fill="hold" grpId="0" nodeType="withEffect">
                                  <p:stCondLst>
                                    <p:cond delay="0"/>
                                  </p:stCondLst>
                                  <p:childTnLst>
                                    <p:set>
                                      <p:cBhvr>
                                        <p:cTn id="15" dur="1" fill="hold">
                                          <p:stCondLst>
                                            <p:cond delay="0"/>
                                          </p:stCondLst>
                                        </p:cTn>
                                        <p:tgtEl>
                                          <p:spTgt spid="391171">
                                            <p:txEl>
                                              <p:charRg st="64" end="100"/>
                                            </p:txEl>
                                          </p:spTgt>
                                        </p:tgtEl>
                                        <p:attrNameLst>
                                          <p:attrName>style.visibility</p:attrName>
                                        </p:attrNameLst>
                                      </p:cBhvr>
                                      <p:to>
                                        <p:strVal val="visible"/>
                                      </p:to>
                                    </p:set>
                                    <p:animEffect transition="in" filter="wipe(down)">
                                      <p:cBhvr>
                                        <p:cTn id="16" dur="500"/>
                                        <p:tgtEl>
                                          <p:spTgt spid="391171">
                                            <p:txEl>
                                              <p:charRg st="64" end="100"/>
                                            </p:txEl>
                                          </p:spTgt>
                                        </p:tgtEl>
                                      </p:cBhvr>
                                    </p:animEffect>
                                  </p:childTnLst>
                                </p:cTn>
                              </p:par>
                              <p:par>
                                <p:cTn id="17" presetID="22" presetClass="entr" presetSubtype="4" fill="hold" grpId="0" nodeType="withEffect">
                                  <p:stCondLst>
                                    <p:cond delay="0"/>
                                  </p:stCondLst>
                                  <p:childTnLst>
                                    <p:set>
                                      <p:cBhvr>
                                        <p:cTn id="18" dur="1" fill="hold">
                                          <p:stCondLst>
                                            <p:cond delay="0"/>
                                          </p:stCondLst>
                                        </p:cTn>
                                        <p:tgtEl>
                                          <p:spTgt spid="391171">
                                            <p:txEl>
                                              <p:charRg st="100" end="138"/>
                                            </p:txEl>
                                          </p:spTgt>
                                        </p:tgtEl>
                                        <p:attrNameLst>
                                          <p:attrName>style.visibility</p:attrName>
                                        </p:attrNameLst>
                                      </p:cBhvr>
                                      <p:to>
                                        <p:strVal val="visible"/>
                                      </p:to>
                                    </p:set>
                                    <p:animEffect transition="in" filter="wipe(down)">
                                      <p:cBhvr>
                                        <p:cTn id="19" dur="500"/>
                                        <p:tgtEl>
                                          <p:spTgt spid="391171">
                                            <p:txEl>
                                              <p:charRg st="100" end="138"/>
                                            </p:txEl>
                                          </p:spTgt>
                                        </p:tgtEl>
                                      </p:cBhvr>
                                    </p:animEffect>
                                  </p:childTnLst>
                                </p:cTn>
                              </p:par>
                              <p:par>
                                <p:cTn id="20" presetID="22" presetClass="entr" presetSubtype="4" fill="hold" grpId="0" nodeType="withEffect">
                                  <p:stCondLst>
                                    <p:cond delay="0"/>
                                  </p:stCondLst>
                                  <p:childTnLst>
                                    <p:set>
                                      <p:cBhvr>
                                        <p:cTn id="21" dur="1" fill="hold">
                                          <p:stCondLst>
                                            <p:cond delay="0"/>
                                          </p:stCondLst>
                                        </p:cTn>
                                        <p:tgtEl>
                                          <p:spTgt spid="391171">
                                            <p:txEl>
                                              <p:charRg st="138" end="142"/>
                                            </p:txEl>
                                          </p:spTgt>
                                        </p:tgtEl>
                                        <p:attrNameLst>
                                          <p:attrName>style.visibility</p:attrName>
                                        </p:attrNameLst>
                                      </p:cBhvr>
                                      <p:to>
                                        <p:strVal val="visible"/>
                                      </p:to>
                                    </p:set>
                                    <p:animEffect transition="in" filter="wipe(down)">
                                      <p:cBhvr>
                                        <p:cTn id="22" dur="500"/>
                                        <p:tgtEl>
                                          <p:spTgt spid="391171">
                                            <p:txEl>
                                              <p:charRg st="138" end="142"/>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4" fill="hold" nodeType="clickEffect">
                                  <p:stCondLst>
                                    <p:cond delay="0"/>
                                  </p:stCondLst>
                                  <p:childTnLst>
                                    <p:set>
                                      <p:cBhvr>
                                        <p:cTn id="26" dur="1" fill="hold">
                                          <p:stCondLst>
                                            <p:cond delay="0"/>
                                          </p:stCondLst>
                                        </p:cTn>
                                        <p:tgtEl>
                                          <p:spTgt spid="391171">
                                            <p:txEl>
                                              <p:charRg st="142" end="182"/>
                                            </p:txEl>
                                          </p:spTgt>
                                        </p:tgtEl>
                                        <p:attrNameLst>
                                          <p:attrName>style.visibility</p:attrName>
                                        </p:attrNameLst>
                                      </p:cBhvr>
                                      <p:to>
                                        <p:strVal val="visible"/>
                                      </p:to>
                                    </p:set>
                                    <p:animEffect transition="in" filter="wipe(down)">
                                      <p:cBhvr>
                                        <p:cTn id="27" dur="500"/>
                                        <p:tgtEl>
                                          <p:spTgt spid="391171">
                                            <p:txEl>
                                              <p:charRg st="142" end="182"/>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4" fill="hold" nodeType="clickEffect">
                                  <p:stCondLst>
                                    <p:cond delay="0"/>
                                  </p:stCondLst>
                                  <p:childTnLst>
                                    <p:set>
                                      <p:cBhvr>
                                        <p:cTn id="31" dur="1" fill="hold">
                                          <p:stCondLst>
                                            <p:cond delay="0"/>
                                          </p:stCondLst>
                                        </p:cTn>
                                        <p:tgtEl>
                                          <p:spTgt spid="391171">
                                            <p:txEl>
                                              <p:charRg st="182" end="202"/>
                                            </p:txEl>
                                          </p:spTgt>
                                        </p:tgtEl>
                                        <p:attrNameLst>
                                          <p:attrName>style.visibility</p:attrName>
                                        </p:attrNameLst>
                                      </p:cBhvr>
                                      <p:to>
                                        <p:strVal val="visible"/>
                                      </p:to>
                                    </p:set>
                                    <p:animEffect transition="in" filter="wipe(down)">
                                      <p:cBhvr>
                                        <p:cTn id="32" dur="500"/>
                                        <p:tgtEl>
                                          <p:spTgt spid="391171">
                                            <p:txEl>
                                              <p:charRg st="182" end="20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1171" grpId="0" build="p"/>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4339" name="Rectangle 2"/>
          <p:cNvSpPr>
            <a:spLocks noGrp="1"/>
          </p:cNvSpPr>
          <p:nvPr>
            <p:ph type="title"/>
          </p:nvPr>
        </p:nvSpPr>
        <p:spPr>
          <a:xfrm>
            <a:off x="457200" y="457200"/>
            <a:ext cx="6491288" cy="739775"/>
          </a:xfrm>
        </p:spPr>
        <p:txBody>
          <a:bodyPr vert="horz" wrap="square" lIns="91440" tIns="45720" rIns="91440" bIns="45720" anchor="ctr" anchorCtr="0"/>
          <a:p>
            <a:pPr eaLnBrk="1" hangingPunct="1"/>
            <a:r>
              <a:rPr lang="zh-CN" altLang="en-US" sz="4000" dirty="0"/>
              <a:t>结构的定义</a:t>
            </a:r>
            <a:endParaRPr lang="zh-CN" altLang="en-US" sz="4000" dirty="0"/>
          </a:p>
        </p:txBody>
      </p:sp>
      <p:sp>
        <p:nvSpPr>
          <p:cNvPr id="14340" name="Rectangle 3"/>
          <p:cNvSpPr>
            <a:spLocks noGrp="1"/>
          </p:cNvSpPr>
          <p:nvPr>
            <p:ph idx="1"/>
          </p:nvPr>
        </p:nvSpPr>
        <p:spPr>
          <a:xfrm>
            <a:off x="457200" y="1773238"/>
            <a:ext cx="5699125" cy="4248150"/>
          </a:xfrm>
        </p:spPr>
        <p:txBody>
          <a:bodyPr vert="horz" wrap="square" lIns="91440" tIns="45720" rIns="91440" bIns="45720" anchor="t" anchorCtr="0"/>
          <a:p>
            <a:pPr eaLnBrk="1" hangingPunct="1">
              <a:lnSpc>
                <a:spcPct val="90000"/>
              </a:lnSpc>
            </a:pPr>
            <a:r>
              <a:rPr lang="zh-CN" altLang="en-US" sz="2800" b="0" dirty="0"/>
              <a:t>结构类型定义的一般形式为：</a:t>
            </a:r>
            <a:endParaRPr lang="zh-CN" altLang="en-US" sz="2800" b="0" dirty="0"/>
          </a:p>
          <a:p>
            <a:pPr lvl="1" eaLnBrk="1" hangingPunct="1">
              <a:buNone/>
            </a:pPr>
            <a:r>
              <a:rPr lang="en-US" altLang="zh-CN" b="0"/>
              <a:t>       </a:t>
            </a:r>
            <a:r>
              <a:rPr lang="en-US" altLang="zh-CN" b="0" err="1"/>
              <a:t>struct</a:t>
            </a:r>
            <a:r>
              <a:rPr lang="en-US" altLang="zh-CN" b="0"/>
              <a:t>  </a:t>
            </a:r>
            <a:r>
              <a:rPr lang="zh-CN" altLang="en-US" b="0" dirty="0"/>
              <a:t>结构名</a:t>
            </a:r>
            <a:r>
              <a:rPr lang="en-US" altLang="zh-CN" b="0"/>
              <a:t> { </a:t>
            </a:r>
            <a:endParaRPr lang="en-US" altLang="zh-CN" b="0"/>
          </a:p>
          <a:p>
            <a:pPr lvl="1" eaLnBrk="1" hangingPunct="1">
              <a:buNone/>
            </a:pPr>
            <a:r>
              <a:rPr lang="zh-CN" altLang="en-US" b="0" dirty="0"/>
              <a:t>           类型名 结构成员名</a:t>
            </a:r>
            <a:r>
              <a:rPr lang="en-US" altLang="zh-CN" b="0"/>
              <a:t>1</a:t>
            </a:r>
            <a:r>
              <a:rPr lang="zh-CN" altLang="en-US" b="0" dirty="0"/>
              <a:t>；</a:t>
            </a:r>
            <a:endParaRPr lang="zh-CN" altLang="en-US" b="0" dirty="0"/>
          </a:p>
          <a:p>
            <a:pPr lvl="1" eaLnBrk="1" hangingPunct="1">
              <a:buNone/>
            </a:pPr>
            <a:r>
              <a:rPr lang="zh-CN" altLang="en-US" b="0" dirty="0"/>
              <a:t>           类型名 结构成员名</a:t>
            </a:r>
            <a:r>
              <a:rPr lang="en-US" altLang="zh-CN" b="0"/>
              <a:t>2</a:t>
            </a:r>
            <a:r>
              <a:rPr lang="zh-CN" altLang="en-US" b="0" dirty="0"/>
              <a:t>；</a:t>
            </a:r>
            <a:endParaRPr lang="zh-CN" altLang="en-US" b="0" dirty="0">
              <a:sym typeface="Symbol" panose="05050102010706020507" pitchFamily="18" charset="2"/>
            </a:endParaRPr>
          </a:p>
          <a:p>
            <a:pPr lvl="1" eaLnBrk="1" hangingPunct="1">
              <a:buNone/>
            </a:pPr>
            <a:r>
              <a:rPr lang="zh-CN" altLang="en-US" b="0" dirty="0">
                <a:sym typeface="Symbol" panose="05050102010706020507" pitchFamily="18" charset="2"/>
              </a:rPr>
              <a:t>            </a:t>
            </a:r>
            <a:r>
              <a:rPr lang="zh-CN" altLang="en-US" b="0" dirty="0"/>
              <a:t> </a:t>
            </a:r>
            <a:r>
              <a:rPr lang="zh-CN" altLang="en-US" b="0" dirty="0">
                <a:sym typeface="Symbol" panose="05050102010706020507" pitchFamily="18" charset="2"/>
              </a:rPr>
              <a:t></a:t>
            </a:r>
            <a:r>
              <a:rPr lang="zh-CN" altLang="en-US" b="0" dirty="0"/>
              <a:t> </a:t>
            </a:r>
            <a:r>
              <a:rPr lang="zh-CN" altLang="en-US" b="0" dirty="0">
                <a:sym typeface="Symbol" panose="05050102010706020507" pitchFamily="18" charset="2"/>
              </a:rPr>
              <a:t></a:t>
            </a:r>
            <a:endParaRPr lang="zh-CN" altLang="en-US" b="0" dirty="0"/>
          </a:p>
          <a:p>
            <a:pPr lvl="1" eaLnBrk="1" hangingPunct="1">
              <a:buNone/>
            </a:pPr>
            <a:r>
              <a:rPr lang="zh-CN" altLang="en-US" b="0" dirty="0"/>
              <a:t>           类型名 结构成员名</a:t>
            </a:r>
            <a:r>
              <a:rPr lang="en-US" altLang="zh-CN" b="0"/>
              <a:t>n</a:t>
            </a:r>
            <a:r>
              <a:rPr lang="zh-CN" altLang="en-US" b="0" dirty="0"/>
              <a:t>；</a:t>
            </a:r>
            <a:endParaRPr lang="zh-CN" altLang="en-US" b="0" dirty="0"/>
          </a:p>
          <a:p>
            <a:pPr lvl="1" eaLnBrk="1" hangingPunct="1">
              <a:buNone/>
            </a:pPr>
            <a:r>
              <a:rPr lang="en-US" altLang="zh-CN" b="0"/>
              <a:t>      };</a:t>
            </a:r>
            <a:endParaRPr lang="en-US" altLang="zh-CN" b="0"/>
          </a:p>
        </p:txBody>
      </p:sp>
      <p:sp>
        <p:nvSpPr>
          <p:cNvPr id="392197" name="Rectangle 5"/>
          <p:cNvSpPr/>
          <p:nvPr/>
        </p:nvSpPr>
        <p:spPr>
          <a:xfrm>
            <a:off x="5435600" y="4724400"/>
            <a:ext cx="3240088" cy="1082675"/>
          </a:xfrm>
          <a:prstGeom prst="rect">
            <a:avLst/>
          </a:prstGeom>
          <a:solidFill>
            <a:schemeClr val="bg1"/>
          </a:solidFill>
          <a:ln w="9525">
            <a:noFill/>
          </a:ln>
        </p:spPr>
        <p:txBody>
          <a:bodyPr lIns="92075" tIns="46038" rIns="92075" bIns="46038" anchor="ctr" anchorCtr="0"/>
          <a:p>
            <a:pPr algn="ctr"/>
            <a:r>
              <a:rPr lang="zh-CN" altLang="en-US" sz="2400" dirty="0">
                <a:solidFill>
                  <a:schemeClr val="bg2"/>
                </a:solidFill>
                <a:latin typeface="Arial" panose="02080604020202020204" pitchFamily="34" charset="0"/>
                <a:ea typeface="仿宋_GB2312" pitchFamily="49" charset="-122"/>
              </a:rPr>
              <a:t>结构的定义以分号结束，被看作一条语句</a:t>
            </a:r>
            <a:r>
              <a:rPr lang="zh-CN" altLang="en-US" sz="2400" dirty="0">
                <a:solidFill>
                  <a:schemeClr val="bg2"/>
                </a:solidFill>
                <a:latin typeface="宋体" pitchFamily="2" charset="-122"/>
              </a:rPr>
              <a:t> </a:t>
            </a:r>
            <a:endParaRPr lang="zh-CN" altLang="en-US" sz="2400" dirty="0">
              <a:solidFill>
                <a:schemeClr val="bg2"/>
              </a:solidFill>
              <a:latin typeface="宋体" pitchFamily="2" charset="-122"/>
            </a:endParaRPr>
          </a:p>
        </p:txBody>
      </p:sp>
      <p:sp>
        <p:nvSpPr>
          <p:cNvPr id="392198" name="Line 6"/>
          <p:cNvSpPr/>
          <p:nvPr/>
        </p:nvSpPr>
        <p:spPr>
          <a:xfrm flipH="1">
            <a:off x="1979613" y="5157788"/>
            <a:ext cx="3097212" cy="0"/>
          </a:xfrm>
          <a:prstGeom prst="line">
            <a:avLst/>
          </a:prstGeom>
          <a:ln w="38100" cap="flat" cmpd="sng">
            <a:solidFill>
              <a:schemeClr val="bg2"/>
            </a:solidFill>
            <a:prstDash val="solid"/>
            <a:headEnd type="none" w="med" len="med"/>
            <a:tailEnd type="triangle" w="med" len="med"/>
          </a:ln>
        </p:spPr>
      </p:sp>
      <p:sp>
        <p:nvSpPr>
          <p:cNvPr id="392199" name="Rectangle 7"/>
          <p:cNvSpPr/>
          <p:nvPr/>
        </p:nvSpPr>
        <p:spPr>
          <a:xfrm>
            <a:off x="5580063" y="2060575"/>
            <a:ext cx="3241675" cy="1443038"/>
          </a:xfrm>
          <a:prstGeom prst="rect">
            <a:avLst/>
          </a:prstGeom>
          <a:solidFill>
            <a:schemeClr val="bg1"/>
          </a:solidFill>
          <a:ln w="9525">
            <a:noFill/>
          </a:ln>
        </p:spPr>
        <p:txBody>
          <a:bodyPr lIns="92075" tIns="46038" rIns="92075" bIns="46038" anchor="ctr" anchorCtr="0"/>
          <a:p>
            <a:pPr algn="ctr"/>
            <a:r>
              <a:rPr lang="zh-CN" altLang="en-US" sz="2400" dirty="0">
                <a:solidFill>
                  <a:schemeClr val="bg2"/>
                </a:solidFill>
                <a:latin typeface="Arial" panose="02080604020202020204" pitchFamily="34" charset="0"/>
                <a:ea typeface="仿宋_GB2312" pitchFamily="49" charset="-122"/>
              </a:rPr>
              <a:t>关键字</a:t>
            </a:r>
            <a:r>
              <a:rPr lang="en-US" altLang="zh-CN" sz="2400" err="1">
                <a:solidFill>
                  <a:schemeClr val="bg2"/>
                </a:solidFill>
                <a:latin typeface="Arial" panose="02080604020202020204" pitchFamily="34" charset="0"/>
                <a:ea typeface="仿宋_GB2312" pitchFamily="49" charset="-122"/>
              </a:rPr>
              <a:t>struct</a:t>
            </a:r>
            <a:r>
              <a:rPr lang="zh-CN" altLang="en-US" sz="2400" dirty="0">
                <a:solidFill>
                  <a:schemeClr val="bg2"/>
                </a:solidFill>
                <a:latin typeface="Arial" panose="02080604020202020204" pitchFamily="34" charset="0"/>
                <a:ea typeface="仿宋_GB2312" pitchFamily="49" charset="-122"/>
              </a:rPr>
              <a:t>和它后面的结构名一起组成一个新的数据类型名</a:t>
            </a:r>
            <a:r>
              <a:rPr lang="zh-CN" altLang="en-US" sz="2400" dirty="0">
                <a:solidFill>
                  <a:schemeClr val="bg2"/>
                </a:solidFill>
                <a:latin typeface="Arial" panose="02080604020202020204" pitchFamily="34" charset="0"/>
              </a:rPr>
              <a:t> </a:t>
            </a:r>
            <a:endParaRPr lang="zh-CN" altLang="en-US" sz="2400" dirty="0">
              <a:solidFill>
                <a:schemeClr val="bg2"/>
              </a:solidFill>
              <a:latin typeface="Arial" panose="02080604020202020204" pitchFamily="34" charset="0"/>
            </a:endParaRPr>
          </a:p>
        </p:txBody>
      </p:sp>
      <p:sp>
        <p:nvSpPr>
          <p:cNvPr id="392200" name="Line 8"/>
          <p:cNvSpPr/>
          <p:nvPr/>
        </p:nvSpPr>
        <p:spPr>
          <a:xfrm>
            <a:off x="1619250" y="2708275"/>
            <a:ext cx="2376488" cy="0"/>
          </a:xfrm>
          <a:prstGeom prst="line">
            <a:avLst/>
          </a:prstGeom>
          <a:ln w="38100" cap="flat" cmpd="sng">
            <a:solidFill>
              <a:schemeClr val="bg2"/>
            </a:solidFill>
            <a:prstDash val="solid"/>
            <a:headEnd type="none" w="med" len="med"/>
            <a:tailEnd type="none" w="med" len="med"/>
          </a:ln>
        </p:spPr>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92197"/>
                                        </p:tgtEl>
                                        <p:attrNameLst>
                                          <p:attrName>style.visibility</p:attrName>
                                        </p:attrNameLst>
                                      </p:cBhvr>
                                      <p:to>
                                        <p:strVal val="visible"/>
                                      </p:to>
                                    </p:set>
                                  </p:childTnLst>
                                </p:cTn>
                              </p:par>
                            </p:childTnLst>
                          </p:cTn>
                        </p:par>
                        <p:par>
                          <p:cTn id="7" fill="hold">
                            <p:stCondLst>
                              <p:cond delay="0"/>
                            </p:stCondLst>
                            <p:childTnLst>
                              <p:par>
                                <p:cTn id="8" presetID="1" presetClass="entr" presetSubtype="0" fill="hold" nodeType="afterEffect">
                                  <p:stCondLst>
                                    <p:cond delay="0"/>
                                  </p:stCondLst>
                                  <p:childTnLst>
                                    <p:set>
                                      <p:cBhvr>
                                        <p:cTn id="9" dur="1" fill="hold">
                                          <p:stCondLst>
                                            <p:cond delay="0"/>
                                          </p:stCondLst>
                                        </p:cTn>
                                        <p:tgtEl>
                                          <p:spTgt spid="392198"/>
                                        </p:tgtEl>
                                        <p:attrNameLst>
                                          <p:attrName>style.visibility</p:attrName>
                                        </p:attrNameLst>
                                      </p:cBhvr>
                                      <p:to>
                                        <p:strVal val="visible"/>
                                      </p:to>
                                    </p:set>
                                  </p:childTnLst>
                                </p:cTn>
                              </p:par>
                            </p:childTnLst>
                          </p:cTn>
                        </p:par>
                      </p:childTnLst>
                    </p:cTn>
                  </p:par>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392200"/>
                                        </p:tgtEl>
                                        <p:attrNameLst>
                                          <p:attrName>style.visibility</p:attrName>
                                        </p:attrNameLst>
                                      </p:cBhvr>
                                      <p:to>
                                        <p:strVal val="visible"/>
                                      </p:to>
                                    </p:set>
                                  </p:childTnLst>
                                </p:cTn>
                              </p:par>
                              <p:par>
                                <p:cTn id="14" presetID="1" presetClass="entr" presetSubtype="0" fill="hold" grpId="0" nodeType="withEffect">
                                  <p:stCondLst>
                                    <p:cond delay="0"/>
                                  </p:stCondLst>
                                  <p:childTnLst>
                                    <p:set>
                                      <p:cBhvr>
                                        <p:cTn id="15" dur="1" fill="hold">
                                          <p:stCondLst>
                                            <p:cond delay="0"/>
                                          </p:stCondLst>
                                        </p:cTn>
                                        <p:tgtEl>
                                          <p:spTgt spid="39219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2197" grpId="0" bldLvl="0" animBg="1"/>
      <p:bldP spid="392199" grpId="0" bldLvl="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3" name="Rectangle 2"/>
          <p:cNvSpPr>
            <a:spLocks noGrp="1"/>
          </p:cNvSpPr>
          <p:nvPr>
            <p:ph type="title"/>
          </p:nvPr>
        </p:nvSpPr>
        <p:spPr>
          <a:xfrm>
            <a:off x="457200" y="457200"/>
            <a:ext cx="6491288" cy="739775"/>
          </a:xfrm>
        </p:spPr>
        <p:txBody>
          <a:bodyPr vert="horz" wrap="square" lIns="91440" tIns="45720" rIns="91440" bIns="45720" anchor="ctr" anchorCtr="0"/>
          <a:p>
            <a:pPr eaLnBrk="1" hangingPunct="1"/>
            <a:r>
              <a:rPr lang="zh-CN" altLang="en-US" sz="4000" dirty="0"/>
              <a:t>结构定义示例</a:t>
            </a:r>
            <a:endParaRPr lang="zh-CN" altLang="en-US" sz="4000" dirty="0"/>
          </a:p>
        </p:txBody>
      </p:sp>
      <p:sp>
        <p:nvSpPr>
          <p:cNvPr id="393219" name="Rectangle 3"/>
          <p:cNvSpPr>
            <a:spLocks noGrp="1" noChangeArrowheads="1"/>
          </p:cNvSpPr>
          <p:nvPr>
            <p:ph idx="1"/>
          </p:nvPr>
        </p:nvSpPr>
        <p:spPr>
          <a:xfrm>
            <a:off x="684213" y="1341438"/>
            <a:ext cx="7775575" cy="4464050"/>
          </a:xfrm>
        </p:spPr>
        <p:txBody>
          <a:bodyPr vert="horz" wrap="square" lIns="91440" tIns="45720" rIns="91440" bIns="45720" numCol="1" anchor="t" anchorCtr="0" compatLnSpc="1"/>
          <a:lstStyle/>
          <a:p>
            <a:pPr marL="342900" marR="0" lvl="0" indent="-342900" algn="l" defTabSz="914400" rtl="0" eaLnBrk="1" fontAlgn="base" latinLnBrk="0" hangingPunct="1">
              <a:lnSpc>
                <a:spcPct val="90000"/>
              </a:lnSpc>
              <a:spcBef>
                <a:spcPct val="20000"/>
              </a:spcBef>
              <a:spcAft>
                <a:spcPct val="0"/>
              </a:spcAft>
              <a:buClr>
                <a:schemeClr val="bg2"/>
              </a:buClr>
              <a:buSzPct val="75000"/>
              <a:buFont typeface="Wingdings" panose="05000000000000000000" pitchFamily="2" charset="2"/>
              <a:buNone/>
              <a:defRPr/>
            </a:pPr>
            <a:r>
              <a:rPr kumimoji="0" lang="zh-CN" altLang="en-US" sz="2800" b="0" i="0" u="none" strike="noStrike" kern="0" cap="none" spc="0" normalizeH="0" baseline="0" noProof="0" smtClean="0">
                <a:ln>
                  <a:noFill/>
                </a:ln>
                <a:solidFill>
                  <a:schemeClr val="tx1"/>
                </a:solidFill>
                <a:effectLst/>
                <a:uLnTx/>
                <a:uFillTx/>
                <a:latin typeface="+mn-lt"/>
                <a:ea typeface="+mn-ea"/>
                <a:cs typeface="+mn-cs"/>
              </a:rPr>
              <a:t>定义平面坐标结构：</a:t>
            </a:r>
            <a:endParaRPr kumimoji="0" lang="zh-CN" altLang="en-US" sz="2800" b="0" i="0" u="none" strike="noStrike" kern="0" cap="none" spc="0" normalizeH="0" baseline="0" noProof="0" smtClean="0">
              <a:ln>
                <a:noFill/>
              </a:ln>
              <a:solidFill>
                <a:schemeClr val="tx1"/>
              </a:solidFill>
              <a:effectLst/>
              <a:uLnTx/>
              <a:uFillTx/>
              <a:latin typeface="+mn-lt"/>
              <a:ea typeface="+mn-ea"/>
              <a:cs typeface="+mn-cs"/>
            </a:endParaRPr>
          </a:p>
          <a:p>
            <a:pPr marL="742950" marR="0" lvl="1" indent="-285750" algn="l" defTabSz="914400" rtl="0" eaLnBrk="1" fontAlgn="base" latinLnBrk="0" hangingPunct="1">
              <a:lnSpc>
                <a:spcPct val="100000"/>
              </a:lnSpc>
              <a:spcBef>
                <a:spcPct val="20000"/>
              </a:spcBef>
              <a:spcAft>
                <a:spcPct val="0"/>
              </a:spcAft>
              <a:buClr>
                <a:schemeClr val="accent2"/>
              </a:buClr>
              <a:buSzPct val="80000"/>
              <a:buFont typeface="Wingdings" panose="05000000000000000000" pitchFamily="2" charset="2"/>
              <a:buNone/>
              <a:defRPr/>
            </a:pPr>
            <a:r>
              <a:rPr kumimoji="0" lang="en-US" altLang="zh-CN" sz="2800" b="0" i="0" u="none" strike="noStrike" kern="0" cap="none" spc="0" normalizeH="0" baseline="0" noProof="0" smtClean="0">
                <a:ln>
                  <a:noFill/>
                </a:ln>
                <a:solidFill>
                  <a:schemeClr val="bg2"/>
                </a:solidFill>
                <a:effectLst/>
                <a:uLnTx/>
                <a:uFillTx/>
                <a:latin typeface="+mn-lt"/>
                <a:ea typeface="+mn-ea"/>
              </a:rPr>
              <a:t>struct point</a:t>
            </a:r>
            <a:r>
              <a:rPr kumimoji="0" lang="en-US" altLang="zh-CN" sz="2800" b="0" i="0" u="none" strike="noStrike" kern="0" cap="none" spc="0" normalizeH="0" baseline="0" noProof="0" smtClean="0">
                <a:ln>
                  <a:noFill/>
                </a:ln>
                <a:solidFill>
                  <a:schemeClr val="tx1"/>
                </a:solidFill>
                <a:effectLst/>
                <a:uLnTx/>
                <a:uFillTx/>
                <a:latin typeface="+mn-lt"/>
                <a:ea typeface="+mn-ea"/>
              </a:rPr>
              <a:t> {</a:t>
            </a:r>
            <a:endParaRPr kumimoji="0" lang="en-US" altLang="zh-CN" sz="2800" b="0" i="0" u="none" strike="noStrike" kern="0" cap="none" spc="0" normalizeH="0" baseline="0" noProof="0" smtClean="0">
              <a:ln>
                <a:noFill/>
              </a:ln>
              <a:solidFill>
                <a:schemeClr val="tx1"/>
              </a:solidFill>
              <a:effectLst/>
              <a:uLnTx/>
              <a:uFillTx/>
              <a:latin typeface="+mn-lt"/>
              <a:ea typeface="+mn-ea"/>
            </a:endParaRPr>
          </a:p>
          <a:p>
            <a:pPr marL="742950" marR="0" lvl="1" indent="-285750" algn="l" defTabSz="914400" rtl="0" eaLnBrk="1" fontAlgn="base" latinLnBrk="0" hangingPunct="1">
              <a:lnSpc>
                <a:spcPct val="100000"/>
              </a:lnSpc>
              <a:spcBef>
                <a:spcPct val="20000"/>
              </a:spcBef>
              <a:spcAft>
                <a:spcPct val="0"/>
              </a:spcAft>
              <a:buClr>
                <a:schemeClr val="accent2"/>
              </a:buClr>
              <a:buSzPct val="80000"/>
              <a:buFont typeface="Wingdings" panose="05000000000000000000" pitchFamily="2" charset="2"/>
              <a:buNone/>
              <a:defRPr/>
            </a:pPr>
            <a:r>
              <a:rPr kumimoji="0" lang="en-US" altLang="zh-CN" sz="2800" b="0" i="0" u="none" strike="noStrike" kern="0" cap="none" spc="0" normalizeH="0" baseline="0" noProof="0" smtClean="0">
                <a:ln>
                  <a:noFill/>
                </a:ln>
                <a:solidFill>
                  <a:schemeClr val="tx1"/>
                </a:solidFill>
                <a:effectLst/>
                <a:uLnTx/>
                <a:uFillTx/>
                <a:latin typeface="+mn-lt"/>
                <a:ea typeface="+mn-ea"/>
              </a:rPr>
              <a:t>    double  x;</a:t>
            </a:r>
            <a:endParaRPr kumimoji="0" lang="en-US" altLang="zh-CN" sz="2800" b="0" i="0" u="none" strike="noStrike" kern="0" cap="none" spc="0" normalizeH="0" baseline="0" noProof="0" smtClean="0">
              <a:ln>
                <a:noFill/>
              </a:ln>
              <a:solidFill>
                <a:schemeClr val="tx1"/>
              </a:solidFill>
              <a:effectLst/>
              <a:uLnTx/>
              <a:uFillTx/>
              <a:latin typeface="+mn-lt"/>
              <a:ea typeface="+mn-ea"/>
            </a:endParaRPr>
          </a:p>
          <a:p>
            <a:pPr marL="742950" marR="0" lvl="1" indent="-285750" algn="l" defTabSz="914400" rtl="0" eaLnBrk="1" fontAlgn="base" latinLnBrk="0" hangingPunct="1">
              <a:lnSpc>
                <a:spcPct val="100000"/>
              </a:lnSpc>
              <a:spcBef>
                <a:spcPct val="20000"/>
              </a:spcBef>
              <a:spcAft>
                <a:spcPct val="0"/>
              </a:spcAft>
              <a:buClr>
                <a:schemeClr val="accent2"/>
              </a:buClr>
              <a:buSzPct val="80000"/>
              <a:buFont typeface="Wingdings" panose="05000000000000000000" pitchFamily="2" charset="2"/>
              <a:buNone/>
              <a:defRPr/>
            </a:pPr>
            <a:r>
              <a:rPr kumimoji="0" lang="en-US" altLang="zh-CN" sz="2800" b="0" i="0" u="none" strike="noStrike" kern="0" cap="none" spc="0" normalizeH="0" baseline="0" noProof="0" smtClean="0">
                <a:ln>
                  <a:noFill/>
                </a:ln>
                <a:solidFill>
                  <a:schemeClr val="tx1"/>
                </a:solidFill>
                <a:effectLst/>
                <a:uLnTx/>
                <a:uFillTx/>
                <a:latin typeface="+mn-lt"/>
                <a:ea typeface="+mn-ea"/>
              </a:rPr>
              <a:t>    double  y;</a:t>
            </a:r>
            <a:endParaRPr kumimoji="0" lang="en-US" altLang="zh-CN" sz="2800" b="0" i="0" u="none" strike="noStrike" kern="0" cap="none" spc="0" normalizeH="0" baseline="0" noProof="0" smtClean="0">
              <a:ln>
                <a:noFill/>
              </a:ln>
              <a:solidFill>
                <a:schemeClr val="tx1"/>
              </a:solidFill>
              <a:effectLst/>
              <a:uLnTx/>
              <a:uFillTx/>
              <a:latin typeface="+mn-lt"/>
              <a:ea typeface="+mn-ea"/>
            </a:endParaRPr>
          </a:p>
          <a:p>
            <a:pPr marL="742950" marR="0" lvl="1" indent="-285750" algn="l" defTabSz="914400" rtl="0" eaLnBrk="1" fontAlgn="base" latinLnBrk="0" hangingPunct="1">
              <a:lnSpc>
                <a:spcPct val="100000"/>
              </a:lnSpc>
              <a:spcBef>
                <a:spcPct val="20000"/>
              </a:spcBef>
              <a:spcAft>
                <a:spcPct val="0"/>
              </a:spcAft>
              <a:buClr>
                <a:schemeClr val="accent2"/>
              </a:buClr>
              <a:buSzPct val="80000"/>
              <a:buFont typeface="Wingdings" panose="05000000000000000000" pitchFamily="2" charset="2"/>
              <a:buNone/>
              <a:defRPr/>
            </a:pPr>
            <a:r>
              <a:rPr kumimoji="0" lang="en-US" altLang="zh-CN" sz="2800" b="0" i="0" u="none" strike="noStrike" kern="0" cap="none" spc="0" normalizeH="0" baseline="0" noProof="0" smtClean="0">
                <a:ln>
                  <a:noFill/>
                </a:ln>
                <a:solidFill>
                  <a:schemeClr val="tx1"/>
                </a:solidFill>
                <a:effectLst/>
                <a:uLnTx/>
                <a:uFillTx/>
                <a:latin typeface="+mn-lt"/>
                <a:ea typeface="+mn-ea"/>
              </a:rPr>
              <a:t>}; </a:t>
            </a:r>
            <a:endParaRPr kumimoji="0" lang="en-US" altLang="zh-CN" sz="2800" b="0" i="0" u="none" strike="noStrike" kern="0" cap="none" spc="0" normalizeH="0" baseline="0" noProof="0" smtClean="0">
              <a:ln>
                <a:noFill/>
              </a:ln>
              <a:solidFill>
                <a:schemeClr val="tx1"/>
              </a:solidFill>
              <a:effectLst/>
              <a:uLnTx/>
              <a:uFillTx/>
              <a:latin typeface="+mn-lt"/>
              <a:ea typeface="+mn-ea"/>
            </a:endParaRPr>
          </a:p>
          <a:p>
            <a:pPr marL="742950" marR="0" lvl="1" indent="-285750" algn="l" defTabSz="914400" rtl="0" eaLnBrk="1" fontAlgn="base" latinLnBrk="0" hangingPunct="1">
              <a:lnSpc>
                <a:spcPct val="100000"/>
              </a:lnSpc>
              <a:spcBef>
                <a:spcPct val="20000"/>
              </a:spcBef>
              <a:spcAft>
                <a:spcPct val="0"/>
              </a:spcAft>
              <a:buClr>
                <a:schemeClr val="accent2"/>
              </a:buClr>
              <a:buSzPct val="80000"/>
              <a:buFont typeface="Wingdings" panose="05000000000000000000" pitchFamily="2" charset="2"/>
              <a:buNone/>
              <a:defRPr/>
            </a:pPr>
            <a:endParaRPr kumimoji="0" lang="en-US" altLang="zh-CN" sz="2800" b="0" i="0" u="none" strike="noStrike" kern="0" cap="none" spc="0" normalizeH="0" baseline="0" noProof="0" smtClean="0">
              <a:ln>
                <a:noFill/>
              </a:ln>
              <a:solidFill>
                <a:schemeClr val="tx1"/>
              </a:solidFill>
              <a:effectLst/>
              <a:uLnTx/>
              <a:uFillTx/>
              <a:latin typeface="+mn-lt"/>
              <a:ea typeface="+mn-ea"/>
            </a:endParaRPr>
          </a:p>
          <a:p>
            <a:pPr marL="742950" marR="0" lvl="1" indent="-285750" algn="l" defTabSz="914400" rtl="0" eaLnBrk="1" fontAlgn="base" latinLnBrk="0" hangingPunct="1">
              <a:lnSpc>
                <a:spcPct val="100000"/>
              </a:lnSpc>
              <a:spcBef>
                <a:spcPct val="0"/>
              </a:spcBef>
              <a:spcAft>
                <a:spcPct val="0"/>
              </a:spcAft>
              <a:buClrTx/>
              <a:buSzTx/>
              <a:buFontTx/>
              <a:buNone/>
              <a:defRPr/>
            </a:pPr>
            <a:r>
              <a:rPr kumimoji="0" lang="zh-CN" altLang="en-US" sz="2800" b="0" i="0" u="none" strike="noStrike" kern="0" cap="none" spc="0" normalizeH="0" baseline="0" noProof="0" smtClean="0">
                <a:ln>
                  <a:noFill/>
                </a:ln>
                <a:solidFill>
                  <a:schemeClr val="tx1"/>
                </a:solidFill>
                <a:effectLst/>
                <a:uLnTx/>
                <a:uFillTx/>
                <a:latin typeface="+mn-lt"/>
                <a:ea typeface="+mn-ea"/>
              </a:rPr>
              <a:t>虽然</a:t>
            </a:r>
            <a:r>
              <a:rPr kumimoji="0" lang="en-US" altLang="zh-CN" sz="2800" b="0" i="0" u="none" strike="noStrike" kern="0" cap="none" spc="0" normalizeH="0" baseline="0" noProof="0" smtClean="0">
                <a:ln>
                  <a:noFill/>
                </a:ln>
                <a:solidFill>
                  <a:schemeClr val="tx1"/>
                </a:solidFill>
                <a:effectLst/>
                <a:uLnTx/>
                <a:uFillTx/>
                <a:latin typeface="+mn-lt"/>
                <a:ea typeface="+mn-ea"/>
              </a:rPr>
              <a:t>x</a:t>
            </a:r>
            <a:r>
              <a:rPr kumimoji="0" lang="zh-CN" altLang="en-US" sz="2800" b="0" i="0" u="none" strike="noStrike" kern="0" cap="none" spc="0" normalizeH="0" baseline="0" noProof="0" smtClean="0">
                <a:ln>
                  <a:noFill/>
                </a:ln>
                <a:solidFill>
                  <a:schemeClr val="tx1"/>
                </a:solidFill>
                <a:effectLst/>
                <a:uLnTx/>
                <a:uFillTx/>
                <a:latin typeface="+mn-lt"/>
                <a:ea typeface="+mn-ea"/>
              </a:rPr>
              <a:t>、</a:t>
            </a:r>
            <a:r>
              <a:rPr kumimoji="0" lang="en-US" altLang="zh-CN" sz="2800" b="0" i="0" u="none" strike="noStrike" kern="0" cap="none" spc="0" normalizeH="0" baseline="0" noProof="0" smtClean="0">
                <a:ln>
                  <a:noFill/>
                </a:ln>
                <a:solidFill>
                  <a:schemeClr val="tx1"/>
                </a:solidFill>
                <a:effectLst/>
                <a:uLnTx/>
                <a:uFillTx/>
                <a:latin typeface="+mn-lt"/>
                <a:ea typeface="+mn-ea"/>
              </a:rPr>
              <a:t>y</a:t>
            </a:r>
            <a:r>
              <a:rPr kumimoji="0" lang="zh-CN" altLang="en-US" sz="2800" b="0" i="0" u="none" strike="noStrike" kern="0" cap="none" spc="0" normalizeH="0" baseline="0" noProof="0" smtClean="0">
                <a:ln>
                  <a:noFill/>
                </a:ln>
                <a:solidFill>
                  <a:schemeClr val="tx1"/>
                </a:solidFill>
                <a:effectLst/>
                <a:uLnTx/>
                <a:uFillTx/>
                <a:latin typeface="+mn-lt"/>
                <a:ea typeface="+mn-ea"/>
              </a:rPr>
              <a:t>的类型相同，也可以用数组的方式表示，但采用结构体描述整体性更强，增加了程序的可读性，使程序更清晰。</a:t>
            </a:r>
            <a:endParaRPr kumimoji="0" lang="en-US" altLang="zh-CN" sz="2800" b="0" i="0" u="none" strike="noStrike" kern="0" cap="none" spc="0" normalizeH="0" baseline="0" noProof="0" smtClean="0">
              <a:ln>
                <a:noFill/>
              </a:ln>
              <a:solidFill>
                <a:schemeClr val="tx1"/>
              </a:solidFill>
              <a:effectLst>
                <a:outerShdw blurRad="38100" dist="38100" dir="2700000" algn="tl">
                  <a:srgbClr val="C0C0C0"/>
                </a:outerShdw>
              </a:effectLst>
              <a:uLnTx/>
              <a:uFillTx/>
              <a:latin typeface="+mn-lt"/>
              <a:ea typeface="+mn-ea"/>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afterEffect">
                                  <p:stCondLst>
                                    <p:cond delay="0"/>
                                  </p:stCondLst>
                                  <p:childTnLst>
                                    <p:set>
                                      <p:cBhvr>
                                        <p:cTn id="6" dur="1" fill="hold">
                                          <p:stCondLst>
                                            <p:cond delay="0"/>
                                          </p:stCondLst>
                                        </p:cTn>
                                        <p:tgtEl>
                                          <p:spTgt spid="393219">
                                            <p:txEl>
                                              <p:charRg st="0" end="1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93219">
                                            <p:txEl>
                                              <p:charRg st="10" end="25"/>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93219">
                                            <p:txEl>
                                              <p:charRg st="25" end="40"/>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93219">
                                            <p:txEl>
                                              <p:charRg st="40" end="55"/>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93219">
                                            <p:txEl>
                                              <p:charRg st="55" end="59"/>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93219">
                                            <p:txEl>
                                              <p:charRg st="60" end="11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3219" grpId="0" build="p"/>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6387" name="Rectangle 2"/>
          <p:cNvSpPr>
            <a:spLocks noGrp="1"/>
          </p:cNvSpPr>
          <p:nvPr>
            <p:ph type="title"/>
          </p:nvPr>
        </p:nvSpPr>
        <p:spPr>
          <a:xfrm>
            <a:off x="468313" y="549275"/>
            <a:ext cx="6491287" cy="739775"/>
          </a:xfrm>
        </p:spPr>
        <p:txBody>
          <a:bodyPr vert="horz" wrap="square" lIns="91440" tIns="45720" rIns="91440" bIns="45720" anchor="ctr" anchorCtr="0"/>
          <a:p>
            <a:pPr eaLnBrk="1" hangingPunct="1"/>
            <a:r>
              <a:rPr lang="en-US" altLang="zh-CN" sz="4000"/>
              <a:t>9.1.3  </a:t>
            </a:r>
            <a:r>
              <a:rPr lang="zh-CN" altLang="en-US" sz="4000" dirty="0"/>
              <a:t>结构的嵌套定义</a:t>
            </a:r>
            <a:endParaRPr lang="zh-CN" altLang="en-US" sz="4000" dirty="0"/>
          </a:p>
        </p:txBody>
      </p:sp>
      <p:sp>
        <p:nvSpPr>
          <p:cNvPr id="394243" name="Rectangle 3"/>
          <p:cNvSpPr>
            <a:spLocks noGrp="1"/>
          </p:cNvSpPr>
          <p:nvPr>
            <p:ph idx="1"/>
          </p:nvPr>
        </p:nvSpPr>
        <p:spPr>
          <a:xfrm>
            <a:off x="611188" y="1700213"/>
            <a:ext cx="8135937" cy="2160587"/>
          </a:xfrm>
        </p:spPr>
        <p:txBody>
          <a:bodyPr vert="horz" wrap="square" lIns="91440" tIns="45720" rIns="91440" bIns="45720" anchor="t" anchorCtr="0"/>
          <a:p>
            <a:pPr eaLnBrk="1" hangingPunct="1"/>
            <a:r>
              <a:rPr lang="zh-CN" altLang="en-US" sz="2800" b="0" dirty="0">
                <a:latin typeface="宋体" pitchFamily="2" charset="-122"/>
              </a:rPr>
              <a:t>在实际生活中，一个较大的实体可能由多个成员构成，而这些成员中有些又有可能是由一些更小的成员构成的实体。</a:t>
            </a:r>
            <a:endParaRPr lang="zh-CN" altLang="en-US" sz="2800" b="0" dirty="0">
              <a:latin typeface="宋体" pitchFamily="2" charset="-122"/>
            </a:endParaRPr>
          </a:p>
          <a:p>
            <a:pPr eaLnBrk="1" hangingPunct="1"/>
            <a:r>
              <a:rPr lang="zh-CN" altLang="en-US" sz="2800" b="0" dirty="0">
                <a:latin typeface="宋体" pitchFamily="2" charset="-122"/>
              </a:rPr>
              <a:t>在手机通讯录中，增加“通信地址”</a:t>
            </a:r>
            <a:endParaRPr lang="en-US" altLang="zh-CN" sz="2800" b="0">
              <a:latin typeface="宋体" pitchFamily="2" charset="-122"/>
            </a:endParaRPr>
          </a:p>
        </p:txBody>
      </p:sp>
      <p:graphicFrame>
        <p:nvGraphicFramePr>
          <p:cNvPr id="394245" name="Group 5"/>
          <p:cNvGraphicFramePr>
            <a:graphicFrameLocks noGrp="1"/>
          </p:cNvGraphicFramePr>
          <p:nvPr/>
        </p:nvGraphicFramePr>
        <p:xfrm>
          <a:off x="828675" y="4292600"/>
          <a:ext cx="7704138" cy="762635"/>
        </p:xfrm>
        <a:graphic>
          <a:graphicData uri="http://schemas.openxmlformats.org/drawingml/2006/table">
            <a:tbl>
              <a:tblPr/>
              <a:tblGrid>
                <a:gridCol w="855663"/>
                <a:gridCol w="857250"/>
                <a:gridCol w="855662"/>
                <a:gridCol w="854075"/>
                <a:gridCol w="681038"/>
                <a:gridCol w="1031875"/>
                <a:gridCol w="855662"/>
                <a:gridCol w="857250"/>
                <a:gridCol w="855663"/>
              </a:tblGrid>
              <a:tr h="365760">
                <a:tc rowSpan="2">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zh-CN" altLang="en-US" sz="1800" b="0" i="0" u="none" strike="noStrike" cap="none" normalizeH="0" baseline="0" smtClean="0">
                          <a:ln>
                            <a:noFill/>
                          </a:ln>
                          <a:solidFill>
                            <a:schemeClr val="tx1"/>
                          </a:solidFill>
                          <a:effectLst/>
                          <a:latin typeface="Arial" panose="02080604020202020204" pitchFamily="34" charset="0"/>
                          <a:ea typeface="宋体" pitchFamily="2" charset="-122"/>
                        </a:rPr>
                        <a:t>姓名</a:t>
                      </a:r>
                      <a:endParaRPr kumimoji="0" lang="zh-CN" altLang="en-US" sz="1800" b="0" i="0" u="none" strike="noStrike" cap="none" normalizeH="0" baseline="0" smtClean="0">
                        <a:ln>
                          <a:noFill/>
                        </a:ln>
                        <a:solidFill>
                          <a:schemeClr val="tx1"/>
                        </a:solidFill>
                        <a:effectLst/>
                        <a:latin typeface="Arial" panose="02080604020202020204" pitchFamily="34" charset="0"/>
                        <a:ea typeface="宋体"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rowSpan="2">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zh-CN" altLang="en-US" sz="1800" b="0" i="0" u="none" strike="noStrike" cap="none" normalizeH="0" baseline="0" smtClean="0">
                          <a:ln>
                            <a:noFill/>
                          </a:ln>
                          <a:solidFill>
                            <a:schemeClr val="tx1"/>
                          </a:solidFill>
                          <a:effectLst/>
                          <a:latin typeface="Arial" panose="02080604020202020204" pitchFamily="34" charset="0"/>
                          <a:ea typeface="宋体" pitchFamily="2" charset="-122"/>
                        </a:rPr>
                        <a:t>性别</a:t>
                      </a:r>
                      <a:endParaRPr kumimoji="0" lang="zh-CN" altLang="en-US" sz="1800" b="0" i="0" u="none" strike="noStrike" cap="none" normalizeH="0" baseline="0" smtClean="0">
                        <a:ln>
                          <a:noFill/>
                        </a:ln>
                        <a:solidFill>
                          <a:schemeClr val="tx1"/>
                        </a:solidFill>
                        <a:effectLst/>
                        <a:latin typeface="Arial" panose="02080604020202020204" pitchFamily="34"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rowSpan="2">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zh-CN" altLang="en-US" sz="1800" b="0" i="0" u="none" strike="noStrike" cap="none" normalizeH="0" baseline="0" smtClean="0">
                          <a:ln>
                            <a:noFill/>
                          </a:ln>
                          <a:solidFill>
                            <a:schemeClr val="tx1"/>
                          </a:solidFill>
                          <a:effectLst/>
                          <a:latin typeface="Arial" panose="02080604020202020204" pitchFamily="34" charset="0"/>
                          <a:ea typeface="宋体" pitchFamily="2" charset="-122"/>
                        </a:rPr>
                        <a:t>年龄</a:t>
                      </a:r>
                      <a:endParaRPr kumimoji="0" lang="zh-CN" altLang="en-US" sz="1800" b="0" i="0" u="none" strike="noStrike" cap="none" normalizeH="0" baseline="0" smtClean="0">
                        <a:ln>
                          <a:noFill/>
                        </a:ln>
                        <a:solidFill>
                          <a:schemeClr val="tx1"/>
                        </a:solidFill>
                        <a:effectLst/>
                        <a:latin typeface="Arial" panose="02080604020202020204" pitchFamily="34"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gridSpan="4">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zh-CN" altLang="en-US" sz="1800" b="0" i="0" u="none" strike="noStrike" cap="none" normalizeH="0" baseline="0" smtClean="0">
                          <a:ln>
                            <a:noFill/>
                          </a:ln>
                          <a:solidFill>
                            <a:schemeClr val="tx1"/>
                          </a:solidFill>
                          <a:effectLst/>
                          <a:latin typeface="Arial" panose="02080604020202020204" pitchFamily="34" charset="0"/>
                          <a:ea typeface="宋体" pitchFamily="2" charset="-122"/>
                        </a:rPr>
                        <a:t>               通信地址</a:t>
                      </a:r>
                      <a:endParaRPr kumimoji="0" lang="zh-CN" altLang="en-US" sz="1800" b="0" i="0" u="none" strike="noStrike" cap="none" normalizeH="0" baseline="0" smtClean="0">
                        <a:ln>
                          <a:noFill/>
                        </a:ln>
                        <a:solidFill>
                          <a:schemeClr val="tx1"/>
                        </a:solidFill>
                        <a:effectLst/>
                        <a:latin typeface="Arial" panose="02080604020202020204" pitchFamily="34"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cPr/>
                </a:tc>
                <a:tc hMerge="1">
                  <a:tcPr/>
                </a:tc>
                <a:tc hMerge="1">
                  <a:tcPr/>
                </a:tc>
                <a:tc rowSpan="2">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zh-CN" altLang="en-US" sz="1800" b="0" i="0" u="none" strike="noStrike" cap="none" normalizeH="0" baseline="0" smtClean="0">
                          <a:ln>
                            <a:noFill/>
                          </a:ln>
                          <a:solidFill>
                            <a:schemeClr val="tx1"/>
                          </a:solidFill>
                          <a:effectLst/>
                          <a:latin typeface="Arial" panose="02080604020202020204" pitchFamily="34" charset="0"/>
                          <a:ea typeface="宋体" pitchFamily="2" charset="-122"/>
                        </a:rPr>
                        <a:t>联系电话</a:t>
                      </a:r>
                      <a:endParaRPr kumimoji="0" lang="zh-CN" altLang="en-US" sz="1800" b="0" i="0" u="none" strike="noStrike" cap="none" normalizeH="0" baseline="0" smtClean="0">
                        <a:ln>
                          <a:noFill/>
                        </a:ln>
                        <a:solidFill>
                          <a:schemeClr val="tx1"/>
                        </a:solidFill>
                        <a:effectLst/>
                        <a:latin typeface="Arial" panose="02080604020202020204" pitchFamily="34"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rowSpan="2">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zh-CN" altLang="en-US" sz="1800" b="0" i="0" u="none" strike="noStrike" cap="none" normalizeH="0" baseline="0" smtClean="0">
                          <a:ln>
                            <a:noFill/>
                          </a:ln>
                          <a:solidFill>
                            <a:schemeClr val="tx1"/>
                          </a:solidFill>
                          <a:effectLst/>
                          <a:latin typeface="Arial" panose="02080604020202020204" pitchFamily="34" charset="0"/>
                          <a:ea typeface="宋体" pitchFamily="2" charset="-122"/>
                        </a:rPr>
                        <a:t>电子邮箱</a:t>
                      </a:r>
                      <a:endParaRPr kumimoji="0" lang="zh-CN" altLang="en-US" sz="1800" b="0" i="0" u="none" strike="noStrike" cap="none" normalizeH="0" baseline="0" smtClean="0">
                        <a:ln>
                          <a:noFill/>
                        </a:ln>
                        <a:solidFill>
                          <a:schemeClr val="tx1"/>
                        </a:solidFill>
                        <a:effectLst/>
                        <a:latin typeface="Arial" panose="02080604020202020204" pitchFamily="34" charset="0"/>
                        <a:ea typeface="宋体"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r h="396875">
                <a:tc vMerge="1">
                  <a:tcPr/>
                </a:tc>
                <a:tc vMerge="1">
                  <a:tcPr/>
                </a:tc>
                <a:tc vMerge="1">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zh-CN" altLang="en-US" sz="1800" b="0" i="0" u="none" strike="noStrike" cap="none" normalizeH="0" baseline="0" smtClean="0">
                          <a:ln>
                            <a:noFill/>
                          </a:ln>
                          <a:solidFill>
                            <a:schemeClr val="tx1"/>
                          </a:solidFill>
                          <a:effectLst/>
                          <a:latin typeface="Arial" panose="02080604020202020204" pitchFamily="34" charset="0"/>
                          <a:ea typeface="宋体" pitchFamily="2" charset="-122"/>
                        </a:rPr>
                        <a:t>城市</a:t>
                      </a:r>
                      <a:endParaRPr kumimoji="0" lang="zh-CN" altLang="en-US" sz="1800" b="0" i="0" u="none" strike="noStrike" cap="none" normalizeH="0" baseline="0" smtClean="0">
                        <a:ln>
                          <a:noFill/>
                        </a:ln>
                        <a:solidFill>
                          <a:schemeClr val="tx1"/>
                        </a:solidFill>
                        <a:effectLst/>
                        <a:latin typeface="Arial" panose="02080604020202020204" pitchFamily="34"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zh-CN" altLang="en-US" sz="1800" b="0" i="0" u="none" strike="noStrike" cap="none" normalizeH="0" baseline="0" smtClean="0">
                          <a:ln>
                            <a:noFill/>
                          </a:ln>
                          <a:solidFill>
                            <a:schemeClr val="tx1"/>
                          </a:solidFill>
                          <a:effectLst/>
                          <a:latin typeface="Arial" panose="02080604020202020204" pitchFamily="34" charset="0"/>
                          <a:ea typeface="宋体" pitchFamily="2" charset="-122"/>
                        </a:rPr>
                        <a:t>街道</a:t>
                      </a:r>
                      <a:endParaRPr kumimoji="0" lang="zh-CN" altLang="en-US" sz="1800" b="0" i="0" u="none" strike="noStrike" cap="none" normalizeH="0" baseline="0" smtClean="0">
                        <a:ln>
                          <a:noFill/>
                        </a:ln>
                        <a:solidFill>
                          <a:schemeClr val="tx1"/>
                        </a:solidFill>
                        <a:effectLst/>
                        <a:latin typeface="Arial" panose="02080604020202020204" pitchFamily="34"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zh-CN" altLang="en-US" sz="1800" b="0" i="0" u="none" strike="noStrike" cap="none" normalizeH="0" baseline="0" smtClean="0">
                          <a:ln>
                            <a:noFill/>
                          </a:ln>
                          <a:solidFill>
                            <a:schemeClr val="tx1"/>
                          </a:solidFill>
                          <a:effectLst/>
                          <a:latin typeface="Arial" panose="02080604020202020204" pitchFamily="34" charset="0"/>
                          <a:ea typeface="宋体" pitchFamily="2" charset="-122"/>
                        </a:rPr>
                        <a:t>门牌号</a:t>
                      </a:r>
                      <a:endParaRPr kumimoji="0" lang="zh-CN" altLang="en-US" sz="1800" b="0" i="0" u="none" strike="noStrike" cap="none" normalizeH="0" baseline="0" smtClean="0">
                        <a:ln>
                          <a:noFill/>
                        </a:ln>
                        <a:solidFill>
                          <a:schemeClr val="tx1"/>
                        </a:solidFill>
                        <a:effectLst/>
                        <a:latin typeface="Arial" panose="02080604020202020204" pitchFamily="34"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zh-CN" altLang="en-US" sz="1800" b="0" i="0" u="none" strike="noStrike" cap="none" normalizeH="0" baseline="0" smtClean="0">
                          <a:ln>
                            <a:noFill/>
                          </a:ln>
                          <a:solidFill>
                            <a:schemeClr val="tx1"/>
                          </a:solidFill>
                          <a:effectLst/>
                          <a:latin typeface="Arial" panose="02080604020202020204" pitchFamily="34" charset="0"/>
                          <a:ea typeface="宋体" pitchFamily="2" charset="-122"/>
                        </a:rPr>
                        <a:t>邮编</a:t>
                      </a:r>
                      <a:endParaRPr kumimoji="0" lang="zh-CN" altLang="en-US" sz="1800" b="0" i="0" u="none" strike="noStrike" cap="none" normalizeH="0" baseline="0" smtClean="0">
                        <a:ln>
                          <a:noFill/>
                        </a:ln>
                        <a:solidFill>
                          <a:schemeClr val="tx1"/>
                        </a:solidFill>
                        <a:effectLst/>
                        <a:latin typeface="Arial" panose="02080604020202020204" pitchFamily="34"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vMerge="1">
                  <a:tcPr/>
                </a:tc>
                <a:tc vMerge="1">
                  <a:tcPr/>
                </a:tc>
              </a:tr>
            </a:tbl>
          </a:graphicData>
        </a:graphic>
      </p:graphicFrame>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afterEffect">
                                  <p:stCondLst>
                                    <p:cond delay="0"/>
                                  </p:stCondLst>
                                  <p:childTnLst>
                                    <p:set>
                                      <p:cBhvr>
                                        <p:cTn id="6" dur="1" fill="hold">
                                          <p:stCondLst>
                                            <p:cond delay="0"/>
                                          </p:stCondLst>
                                        </p:cTn>
                                        <p:tgtEl>
                                          <p:spTgt spid="394243">
                                            <p:txEl>
                                              <p:charRg st="0" end="5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94243">
                                            <p:txEl>
                                              <p:charRg st="52" end="69"/>
                                            </p:txEl>
                                          </p:spTgt>
                                        </p:tgtEl>
                                        <p:attrNameLst>
                                          <p:attrName>style.visibility</p:attrName>
                                        </p:attrNameLst>
                                      </p:cBhvr>
                                      <p:to>
                                        <p:strVal val="visible"/>
                                      </p:to>
                                    </p:set>
                                  </p:childTnLst>
                                </p:cTn>
                              </p:par>
                            </p:childTnLst>
                          </p:cTn>
                        </p:par>
                        <p:par>
                          <p:cTn id="11" fill="hold">
                            <p:stCondLst>
                              <p:cond delay="0"/>
                            </p:stCondLst>
                            <p:childTnLst>
                              <p:par>
                                <p:cTn id="12" presetID="2" presetClass="entr" presetSubtype="4" fill="hold" nodeType="afterEffect">
                                  <p:stCondLst>
                                    <p:cond delay="0"/>
                                  </p:stCondLst>
                                  <p:childTnLst>
                                    <p:set>
                                      <p:cBhvr>
                                        <p:cTn id="13" dur="1" fill="hold">
                                          <p:stCondLst>
                                            <p:cond delay="0"/>
                                          </p:stCondLst>
                                        </p:cTn>
                                        <p:tgtEl>
                                          <p:spTgt spid="394245"/>
                                        </p:tgtEl>
                                        <p:attrNameLst>
                                          <p:attrName>style.visibility</p:attrName>
                                        </p:attrNameLst>
                                      </p:cBhvr>
                                      <p:to>
                                        <p:strVal val="visible"/>
                                      </p:to>
                                    </p:set>
                                    <p:anim calcmode="lin" valueType="num">
                                      <p:cBhvr additive="base">
                                        <p:cTn id="14" dur="500" fill="hold"/>
                                        <p:tgtEl>
                                          <p:spTgt spid="394245"/>
                                        </p:tgtEl>
                                        <p:attrNameLst>
                                          <p:attrName>ppt_x</p:attrName>
                                        </p:attrNameLst>
                                      </p:cBhvr>
                                      <p:tavLst>
                                        <p:tav tm="0">
                                          <p:val>
                                            <p:strVal val="#ppt_x"/>
                                          </p:val>
                                        </p:tav>
                                        <p:tav tm="100000">
                                          <p:val>
                                            <p:strVal val="#ppt_x"/>
                                          </p:val>
                                        </p:tav>
                                      </p:tavLst>
                                    </p:anim>
                                    <p:anim calcmode="lin" valueType="num">
                                      <p:cBhvr additive="base">
                                        <p:cTn id="15" dur="500" fill="hold"/>
                                        <p:tgtEl>
                                          <p:spTgt spid="39424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4243" grpId="0" build="p"/>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7411" name="Rectangle 2"/>
          <p:cNvSpPr>
            <a:spLocks noGrp="1"/>
          </p:cNvSpPr>
          <p:nvPr>
            <p:ph type="title"/>
          </p:nvPr>
        </p:nvSpPr>
        <p:spPr>
          <a:xfrm>
            <a:off x="4716463" y="188913"/>
            <a:ext cx="4248150" cy="776287"/>
          </a:xfrm>
        </p:spPr>
        <p:txBody>
          <a:bodyPr vert="horz" wrap="square" lIns="91440" tIns="45720" rIns="91440" bIns="45720" anchor="ctr" anchorCtr="0"/>
          <a:p>
            <a:pPr eaLnBrk="1" hangingPunct="1"/>
            <a:r>
              <a:rPr lang="zh-CN" altLang="en-US" dirty="0"/>
              <a:t>结构的嵌套定义</a:t>
            </a:r>
            <a:endParaRPr lang="zh-CN" altLang="en-US" dirty="0"/>
          </a:p>
        </p:txBody>
      </p:sp>
      <p:sp>
        <p:nvSpPr>
          <p:cNvPr id="17412" name="Rectangle 3"/>
          <p:cNvSpPr>
            <a:spLocks noGrp="1"/>
          </p:cNvSpPr>
          <p:nvPr>
            <p:ph type="body" sz="half" idx="1"/>
          </p:nvPr>
        </p:nvSpPr>
        <p:spPr>
          <a:xfrm>
            <a:off x="1042988" y="2565400"/>
            <a:ext cx="2736850" cy="2245360"/>
          </a:xfrm>
          <a:noFill/>
          <a:ln w="28575" cmpd="sng">
            <a:solidFill>
              <a:schemeClr val="accent1">
                <a:shade val="50000"/>
              </a:schemeClr>
            </a:solidFill>
            <a:prstDash val="solid"/>
          </a:ln>
        </p:spPr>
        <p:txBody>
          <a:bodyPr vert="horz" wrap="square" lIns="91440" tIns="45720" rIns="91440" bIns="45720" rtlCol="0" anchor="t" anchorCtr="0">
            <a:spAutoFit/>
          </a:bodyPr>
          <a:p>
            <a:pPr marL="0" lvl="0" algn="l" defTabSz="914400">
              <a:buNone/>
            </a:pPr>
            <a:r>
              <a:rPr sz="2000" b="0" kern="1200">
                <a:latin typeface="+mn-ea"/>
                <a:ea typeface="宋体" pitchFamily="2" charset="-122"/>
                <a:cs typeface="+mn-ea"/>
                <a:sym typeface="+mn-ea"/>
              </a:rPr>
              <a:t>struct</a:t>
            </a:r>
            <a:r>
              <a:rPr sz="2000" b="0" kern="1200">
                <a:latin typeface="+mn-ea"/>
                <a:ea typeface="宋体" pitchFamily="2" charset="-122"/>
                <a:cs typeface="+mn-ea"/>
                <a:sym typeface="+mn-ea"/>
              </a:rPr>
              <a:t> address</a:t>
            </a:r>
            <a:r>
              <a:rPr sz="2000" b="0" kern="1200">
                <a:latin typeface="+mn-ea"/>
                <a:ea typeface="宋体" pitchFamily="2" charset="-122"/>
                <a:cs typeface="+mn-ea"/>
                <a:sym typeface="+mn-ea"/>
              </a:rPr>
              <a:t>{</a:t>
            </a:r>
            <a:endParaRPr sz="2000" b="0" kern="1200">
              <a:latin typeface="+mn-ea"/>
              <a:ea typeface="宋体" pitchFamily="2" charset="-122"/>
              <a:cs typeface="+mn-ea"/>
              <a:sym typeface="+mn-ea"/>
            </a:endParaRPr>
          </a:p>
          <a:p>
            <a:pPr marL="0" lvl="0" algn="l" defTabSz="914400">
              <a:buNone/>
            </a:pPr>
            <a:r>
              <a:rPr sz="2000" b="0" kern="1200">
                <a:latin typeface="+mn-ea"/>
                <a:ea typeface="宋体" pitchFamily="2" charset="-122"/>
                <a:cs typeface="+mn-ea"/>
                <a:sym typeface="+mn-ea"/>
              </a:rPr>
              <a:t>    char city[10];</a:t>
            </a:r>
            <a:endParaRPr sz="2000" b="0" kern="1200">
              <a:latin typeface="+mn-ea"/>
              <a:ea typeface="宋体" pitchFamily="2" charset="-122"/>
              <a:cs typeface="+mn-ea"/>
              <a:sym typeface="+mn-ea"/>
            </a:endParaRPr>
          </a:p>
          <a:p>
            <a:pPr marL="0" lvl="0" algn="l" defTabSz="914400">
              <a:buNone/>
            </a:pPr>
            <a:r>
              <a:rPr sz="2000" b="0" kern="1200">
                <a:latin typeface="+mn-ea"/>
                <a:ea typeface="宋体" pitchFamily="2" charset="-122"/>
                <a:cs typeface="+mn-ea"/>
                <a:sym typeface="+mn-ea"/>
              </a:rPr>
              <a:t>    char street[20];</a:t>
            </a:r>
            <a:endParaRPr sz="2000" b="0" kern="1200">
              <a:latin typeface="+mn-ea"/>
              <a:ea typeface="宋体" pitchFamily="2" charset="-122"/>
              <a:cs typeface="+mn-ea"/>
              <a:sym typeface="+mn-ea"/>
            </a:endParaRPr>
          </a:p>
          <a:p>
            <a:pPr marL="0" lvl="0" algn="l" defTabSz="914400">
              <a:buNone/>
            </a:pPr>
            <a:r>
              <a:rPr sz="2000" b="0" kern="1200">
                <a:latin typeface="+mn-ea"/>
                <a:ea typeface="宋体" pitchFamily="2" charset="-122"/>
                <a:cs typeface="+mn-ea"/>
                <a:sym typeface="+mn-ea"/>
              </a:rPr>
              <a:t>    </a:t>
            </a:r>
            <a:r>
              <a:rPr sz="2000" b="0" kern="1200">
                <a:latin typeface="+mn-ea"/>
                <a:ea typeface="宋体" pitchFamily="2" charset="-122"/>
                <a:cs typeface="+mn-ea"/>
                <a:sym typeface="+mn-ea"/>
              </a:rPr>
              <a:t>int</a:t>
            </a:r>
            <a:r>
              <a:rPr sz="2000" b="0" kern="1200">
                <a:latin typeface="+mn-ea"/>
                <a:ea typeface="宋体" pitchFamily="2" charset="-122"/>
                <a:cs typeface="+mn-ea"/>
                <a:sym typeface="+mn-ea"/>
              </a:rPr>
              <a:t> code;</a:t>
            </a:r>
            <a:endParaRPr sz="2000" b="0" kern="1200">
              <a:latin typeface="+mn-ea"/>
              <a:ea typeface="宋体" pitchFamily="2" charset="-122"/>
              <a:cs typeface="+mn-ea"/>
              <a:sym typeface="+mn-ea"/>
            </a:endParaRPr>
          </a:p>
          <a:p>
            <a:pPr marL="0" lvl="0" algn="l" defTabSz="914400">
              <a:buNone/>
            </a:pPr>
            <a:r>
              <a:rPr sz="2000" b="0" kern="1200">
                <a:latin typeface="+mn-ea"/>
                <a:ea typeface="宋体" pitchFamily="2" charset="-122"/>
                <a:cs typeface="+mn-ea"/>
                <a:sym typeface="+mn-ea"/>
              </a:rPr>
              <a:t>    </a:t>
            </a:r>
            <a:r>
              <a:rPr sz="2000" b="0" kern="1200">
                <a:latin typeface="+mn-ea"/>
                <a:ea typeface="宋体" pitchFamily="2" charset="-122"/>
                <a:cs typeface="+mn-ea"/>
                <a:sym typeface="+mn-ea"/>
              </a:rPr>
              <a:t>int</a:t>
            </a:r>
            <a:r>
              <a:rPr sz="2000" b="0" kern="1200">
                <a:latin typeface="+mn-ea"/>
                <a:ea typeface="宋体" pitchFamily="2" charset="-122"/>
                <a:cs typeface="+mn-ea"/>
                <a:sym typeface="+mn-ea"/>
              </a:rPr>
              <a:t> zip;</a:t>
            </a:r>
            <a:endParaRPr sz="2000" b="0" kern="1200">
              <a:latin typeface="+mn-ea"/>
              <a:ea typeface="宋体" pitchFamily="2" charset="-122"/>
              <a:cs typeface="+mn-ea"/>
              <a:sym typeface="+mn-ea"/>
            </a:endParaRPr>
          </a:p>
          <a:p>
            <a:pPr marL="0" lvl="0" algn="l" defTabSz="914400">
              <a:buNone/>
            </a:pPr>
            <a:r>
              <a:rPr sz="2000" b="0" kern="1200">
                <a:latin typeface="+mn-ea"/>
                <a:ea typeface="宋体" pitchFamily="2" charset="-122"/>
                <a:cs typeface="+mn-ea"/>
                <a:sym typeface="+mn-ea"/>
              </a:rPr>
              <a:t>};</a:t>
            </a:r>
            <a:endParaRPr sz="2000" b="0" kern="1200">
              <a:latin typeface="+mn-ea"/>
              <a:ea typeface="宋体" pitchFamily="2" charset="-122"/>
              <a:cs typeface="+mn-ea"/>
              <a:sym typeface="+mn-ea"/>
            </a:endParaRPr>
          </a:p>
        </p:txBody>
      </p:sp>
      <p:sp>
        <p:nvSpPr>
          <p:cNvPr id="395293" name="Text Box 29"/>
          <p:cNvSpPr/>
          <p:nvPr/>
        </p:nvSpPr>
        <p:spPr>
          <a:xfrm>
            <a:off x="3995738" y="2565400"/>
            <a:ext cx="4464050" cy="2245360"/>
          </a:xfrm>
          <a:prstGeom prst="rect">
            <a:avLst/>
          </a:prstGeom>
          <a:noFill/>
          <a:ln w="28575" cmpd="sng">
            <a:solidFill>
              <a:schemeClr val="accent1">
                <a:shade val="50000"/>
              </a:schemeClr>
            </a:solidFill>
            <a:prstDash val="solid"/>
          </a:ln>
        </p:spPr>
        <p:txBody>
          <a:bodyPr vert="horz" wrap="square" lIns="91440" tIns="45720" rIns="91440" bIns="45720" rtlCol="0" anchor="t" anchorCtr="0">
            <a:spAutoFit/>
          </a:bodyPr>
          <a:p>
            <a:pPr lvl="0" indent="-342900" algn="l">
              <a:spcBef>
                <a:spcPct val="20000"/>
              </a:spcBef>
              <a:buClr>
                <a:schemeClr val="bg2"/>
              </a:buClr>
              <a:buSzPct val="75000"/>
              <a:buFont typeface="Wingdings" panose="05000000000000000000" pitchFamily="2" charset="2"/>
            </a:pPr>
            <a:r>
              <a:rPr sz="2000">
                <a:latin typeface="+mn-ea"/>
                <a:cs typeface="+mn-ea"/>
                <a:sym typeface="+mn-ea"/>
              </a:rPr>
              <a:t>struct</a:t>
            </a:r>
            <a:r>
              <a:rPr sz="2000">
                <a:latin typeface="+mn-ea"/>
                <a:cs typeface="+mn-ea"/>
                <a:sym typeface="+mn-ea"/>
              </a:rPr>
              <a:t> </a:t>
            </a:r>
            <a:r>
              <a:rPr sz="2000">
                <a:latin typeface="+mn-ea"/>
                <a:cs typeface="+mn-ea"/>
                <a:sym typeface="+mn-ea"/>
              </a:rPr>
              <a:t>nest_friendslist</a:t>
            </a:r>
            <a:r>
              <a:rPr sz="2000">
                <a:latin typeface="+mn-ea"/>
                <a:cs typeface="+mn-ea"/>
                <a:sym typeface="+mn-ea"/>
              </a:rPr>
              <a:t>  {</a:t>
            </a:r>
            <a:endParaRPr sz="2000">
              <a:latin typeface="+mn-ea"/>
              <a:cs typeface="+mn-ea"/>
              <a:sym typeface="+mn-ea"/>
            </a:endParaRPr>
          </a:p>
          <a:p>
            <a:pPr lvl="0" indent="-342900" algn="l">
              <a:spcBef>
                <a:spcPct val="20000"/>
              </a:spcBef>
              <a:buClr>
                <a:schemeClr val="bg2"/>
              </a:buClr>
              <a:buSzPct val="75000"/>
              <a:buFont typeface="Wingdings" panose="05000000000000000000" pitchFamily="2" charset="2"/>
            </a:pPr>
            <a:r>
              <a:rPr sz="2000">
                <a:latin typeface="+mn-ea"/>
                <a:cs typeface="+mn-ea"/>
                <a:sym typeface="+mn-ea"/>
              </a:rPr>
              <a:t>    char name[10];          </a:t>
            </a:r>
            <a:endParaRPr sz="2000">
              <a:latin typeface="+mn-ea"/>
              <a:cs typeface="+mn-ea"/>
              <a:sym typeface="+mn-ea"/>
            </a:endParaRPr>
          </a:p>
          <a:p>
            <a:pPr lvl="0" indent="-342900" algn="l">
              <a:spcBef>
                <a:spcPct val="20000"/>
              </a:spcBef>
              <a:buClr>
                <a:schemeClr val="bg2"/>
              </a:buClr>
              <a:buSzPct val="75000"/>
              <a:buFont typeface="Wingdings" panose="05000000000000000000" pitchFamily="2" charset="2"/>
            </a:pPr>
            <a:r>
              <a:rPr sz="2000">
                <a:latin typeface="+mn-ea"/>
                <a:cs typeface="+mn-ea"/>
                <a:sym typeface="+mn-ea"/>
              </a:rPr>
              <a:t>    </a:t>
            </a:r>
            <a:r>
              <a:rPr sz="2000">
                <a:latin typeface="+mn-ea"/>
                <a:cs typeface="+mn-ea"/>
                <a:sym typeface="+mn-ea"/>
              </a:rPr>
              <a:t>int</a:t>
            </a:r>
            <a:r>
              <a:rPr sz="2000">
                <a:latin typeface="+mn-ea"/>
                <a:cs typeface="+mn-ea"/>
                <a:sym typeface="+mn-ea"/>
              </a:rPr>
              <a:t> age;    </a:t>
            </a:r>
            <a:endParaRPr sz="2000">
              <a:latin typeface="+mn-ea"/>
              <a:cs typeface="+mn-ea"/>
              <a:sym typeface="+mn-ea"/>
            </a:endParaRPr>
          </a:p>
          <a:p>
            <a:pPr lvl="0" indent="-342900" algn="l">
              <a:spcBef>
                <a:spcPct val="20000"/>
              </a:spcBef>
              <a:buClr>
                <a:schemeClr val="bg2"/>
              </a:buClr>
              <a:buSzPct val="75000"/>
              <a:buFont typeface="Wingdings" panose="05000000000000000000" pitchFamily="2" charset="2"/>
            </a:pPr>
            <a:r>
              <a:rPr sz="2000">
                <a:latin typeface="+mn-ea"/>
                <a:cs typeface="+mn-ea"/>
                <a:sym typeface="+mn-ea"/>
              </a:rPr>
              <a:t>    </a:t>
            </a:r>
            <a:r>
              <a:rPr sz="2000">
                <a:latin typeface="+mn-ea"/>
                <a:cs typeface="+mn-ea"/>
                <a:sym typeface="+mn-ea"/>
              </a:rPr>
              <a:t>struct</a:t>
            </a:r>
            <a:r>
              <a:rPr sz="2000">
                <a:latin typeface="+mn-ea"/>
                <a:cs typeface="+mn-ea"/>
                <a:sym typeface="+mn-ea"/>
              </a:rPr>
              <a:t> address</a:t>
            </a:r>
            <a:r>
              <a:rPr sz="2000">
                <a:latin typeface="+mn-ea"/>
                <a:cs typeface="+mn-ea"/>
                <a:sym typeface="+mn-ea"/>
              </a:rPr>
              <a:t> </a:t>
            </a:r>
            <a:r>
              <a:rPr sz="2000">
                <a:latin typeface="+mn-ea"/>
                <a:cs typeface="+mn-ea"/>
                <a:sym typeface="+mn-ea"/>
              </a:rPr>
              <a:t>addr</a:t>
            </a:r>
            <a:r>
              <a:rPr sz="2000">
                <a:latin typeface="+mn-ea"/>
                <a:cs typeface="+mn-ea"/>
                <a:sym typeface="+mn-ea"/>
              </a:rPr>
              <a:t>;</a:t>
            </a:r>
            <a:endParaRPr sz="2000">
              <a:latin typeface="+mn-ea"/>
              <a:cs typeface="+mn-ea"/>
              <a:sym typeface="+mn-ea"/>
            </a:endParaRPr>
          </a:p>
          <a:p>
            <a:pPr lvl="0" indent="-342900" algn="l">
              <a:spcBef>
                <a:spcPct val="20000"/>
              </a:spcBef>
              <a:buClr>
                <a:schemeClr val="bg2"/>
              </a:buClr>
              <a:buSzPct val="75000"/>
              <a:buFont typeface="Wingdings" panose="05000000000000000000" pitchFamily="2" charset="2"/>
            </a:pPr>
            <a:r>
              <a:rPr sz="2000">
                <a:latin typeface="+mn-ea"/>
                <a:cs typeface="+mn-ea"/>
                <a:sym typeface="+mn-ea"/>
              </a:rPr>
              <a:t>    char telephone[13];     </a:t>
            </a:r>
            <a:endParaRPr sz="2000">
              <a:latin typeface="+mn-ea"/>
              <a:cs typeface="+mn-ea"/>
              <a:sym typeface="+mn-ea"/>
            </a:endParaRPr>
          </a:p>
          <a:p>
            <a:pPr lvl="0" indent="-342900" algn="l">
              <a:spcBef>
                <a:spcPct val="20000"/>
              </a:spcBef>
              <a:buClr>
                <a:schemeClr val="bg2"/>
              </a:buClr>
              <a:buSzPct val="75000"/>
              <a:buFont typeface="Wingdings" panose="05000000000000000000" pitchFamily="2" charset="2"/>
            </a:pPr>
            <a:r>
              <a:rPr sz="2000">
                <a:latin typeface="+mn-ea"/>
                <a:cs typeface="+mn-ea"/>
                <a:sym typeface="+mn-ea"/>
              </a:rPr>
              <a:t>} </a:t>
            </a:r>
            <a:r>
              <a:rPr sz="2000">
                <a:latin typeface="+mn-ea"/>
                <a:cs typeface="+mn-ea"/>
                <a:sym typeface="+mn-ea"/>
              </a:rPr>
              <a:t>nest_friend</a:t>
            </a:r>
            <a:r>
              <a:rPr sz="2000">
                <a:latin typeface="+mn-ea"/>
                <a:cs typeface="+mn-ea"/>
                <a:sym typeface="+mn-ea"/>
              </a:rPr>
              <a:t>;</a:t>
            </a:r>
            <a:endParaRPr sz="2000">
              <a:latin typeface="+mn-ea"/>
              <a:cs typeface="+mn-ea"/>
              <a:sym typeface="+mn-ea"/>
            </a:endParaRPr>
          </a:p>
        </p:txBody>
      </p:sp>
      <p:sp>
        <p:nvSpPr>
          <p:cNvPr id="395294" name="Rectangle 30"/>
          <p:cNvSpPr/>
          <p:nvPr/>
        </p:nvSpPr>
        <p:spPr>
          <a:xfrm>
            <a:off x="1403350" y="5157788"/>
            <a:ext cx="6408738" cy="935037"/>
          </a:xfrm>
          <a:prstGeom prst="rect">
            <a:avLst/>
          </a:prstGeom>
          <a:solidFill>
            <a:schemeClr val="bg1"/>
          </a:solidFill>
          <a:ln w="9525">
            <a:noFill/>
          </a:ln>
        </p:spPr>
        <p:txBody>
          <a:bodyPr lIns="92075" tIns="46038" rIns="92075" bIns="46038" anchor="ctr" anchorCtr="0"/>
          <a:p>
            <a:r>
              <a:rPr lang="zh-CN" altLang="en-US" sz="2800" b="1" dirty="0">
                <a:solidFill>
                  <a:schemeClr val="bg2"/>
                </a:solidFill>
                <a:latin typeface="仿宋_GB2312" pitchFamily="49" charset="-122"/>
                <a:ea typeface="仿宋_GB2312" pitchFamily="49" charset="-122"/>
              </a:rPr>
              <a:t>在定义嵌套的结构类型时，必须先定义成员的结构类型，再定义主结构类型。 </a:t>
            </a:r>
            <a:endParaRPr lang="zh-CN" altLang="en-US" sz="2800" b="1" dirty="0">
              <a:solidFill>
                <a:schemeClr val="bg2"/>
              </a:solidFill>
              <a:latin typeface="仿宋_GB2312" pitchFamily="49" charset="-122"/>
              <a:ea typeface="仿宋_GB2312" pitchFamily="49" charset="-122"/>
            </a:endParaRPr>
          </a:p>
        </p:txBody>
      </p:sp>
      <p:graphicFrame>
        <p:nvGraphicFramePr>
          <p:cNvPr id="395370" name="Group 106"/>
          <p:cNvGraphicFramePr>
            <a:graphicFrameLocks noGrp="1"/>
          </p:cNvGraphicFramePr>
          <p:nvPr>
            <p:ph sz="half" idx="1"/>
          </p:nvPr>
        </p:nvGraphicFramePr>
        <p:xfrm>
          <a:off x="468313" y="1125538"/>
          <a:ext cx="7354888" cy="731838"/>
        </p:xfrm>
        <a:graphic>
          <a:graphicData uri="http://schemas.openxmlformats.org/drawingml/2006/table">
            <a:tbl>
              <a:tblPr/>
              <a:tblGrid>
                <a:gridCol w="817562"/>
                <a:gridCol w="817563"/>
                <a:gridCol w="817562"/>
                <a:gridCol w="814388"/>
                <a:gridCol w="650875"/>
                <a:gridCol w="984250"/>
                <a:gridCol w="817562"/>
                <a:gridCol w="817563"/>
                <a:gridCol w="817562"/>
              </a:tblGrid>
              <a:tr h="311150">
                <a:tc rowSpan="2">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zh-CN" altLang="en-US" sz="1800" b="0" i="0" u="none" strike="noStrike" cap="none" normalizeH="0" baseline="0" smtClean="0">
                          <a:ln>
                            <a:noFill/>
                          </a:ln>
                          <a:solidFill>
                            <a:schemeClr val="tx1"/>
                          </a:solidFill>
                          <a:effectLst/>
                          <a:latin typeface="Arial" panose="02080604020202020204" pitchFamily="34" charset="0"/>
                          <a:ea typeface="宋体" pitchFamily="2" charset="-122"/>
                        </a:rPr>
                        <a:t>姓名</a:t>
                      </a:r>
                      <a:endParaRPr kumimoji="0" lang="zh-CN" altLang="en-US" sz="1800" b="0" i="0" u="none" strike="noStrike" cap="none" normalizeH="0" baseline="0" smtClean="0">
                        <a:ln>
                          <a:noFill/>
                        </a:ln>
                        <a:solidFill>
                          <a:schemeClr val="tx1"/>
                        </a:solidFill>
                        <a:effectLst/>
                        <a:latin typeface="Arial" panose="02080604020202020204" pitchFamily="34" charset="0"/>
                        <a:ea typeface="宋体"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rowSpan="2">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zh-CN" altLang="en-US" sz="1800" b="0" i="0" u="none" strike="noStrike" cap="none" normalizeH="0" baseline="0" smtClean="0">
                          <a:ln>
                            <a:noFill/>
                          </a:ln>
                          <a:solidFill>
                            <a:schemeClr val="tx1"/>
                          </a:solidFill>
                          <a:effectLst/>
                          <a:latin typeface="Arial" panose="02080604020202020204" pitchFamily="34" charset="0"/>
                          <a:ea typeface="宋体" pitchFamily="2" charset="-122"/>
                        </a:rPr>
                        <a:t>性别</a:t>
                      </a:r>
                      <a:endParaRPr kumimoji="0" lang="zh-CN" altLang="en-US" sz="1800" b="0" i="0" u="none" strike="noStrike" cap="none" normalizeH="0" baseline="0" smtClean="0">
                        <a:ln>
                          <a:noFill/>
                        </a:ln>
                        <a:solidFill>
                          <a:schemeClr val="tx1"/>
                        </a:solidFill>
                        <a:effectLst/>
                        <a:latin typeface="Arial" panose="02080604020202020204" pitchFamily="34"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rowSpan="2">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zh-CN" altLang="en-US" sz="1800" b="0" i="0" u="none" strike="noStrike" cap="none" normalizeH="0" baseline="0" smtClean="0">
                          <a:ln>
                            <a:noFill/>
                          </a:ln>
                          <a:solidFill>
                            <a:schemeClr val="tx1"/>
                          </a:solidFill>
                          <a:effectLst/>
                          <a:latin typeface="Arial" panose="02080604020202020204" pitchFamily="34" charset="0"/>
                          <a:ea typeface="宋体" pitchFamily="2" charset="-122"/>
                        </a:rPr>
                        <a:t>年龄</a:t>
                      </a:r>
                      <a:endParaRPr kumimoji="0" lang="zh-CN" altLang="en-US" sz="1800" b="0" i="0" u="none" strike="noStrike" cap="none" normalizeH="0" baseline="0" smtClean="0">
                        <a:ln>
                          <a:noFill/>
                        </a:ln>
                        <a:solidFill>
                          <a:schemeClr val="tx1"/>
                        </a:solidFill>
                        <a:effectLst/>
                        <a:latin typeface="Arial" panose="02080604020202020204" pitchFamily="34"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gridSpan="4">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zh-CN" altLang="en-US" sz="1800" b="0" i="0" u="none" strike="noStrike" cap="none" normalizeH="0" baseline="0" smtClean="0">
                          <a:ln>
                            <a:noFill/>
                          </a:ln>
                          <a:solidFill>
                            <a:schemeClr val="tx1"/>
                          </a:solidFill>
                          <a:effectLst/>
                          <a:latin typeface="Arial" panose="02080604020202020204" pitchFamily="34" charset="0"/>
                          <a:ea typeface="宋体" pitchFamily="2" charset="-122"/>
                        </a:rPr>
                        <a:t>               通信地址</a:t>
                      </a:r>
                      <a:endParaRPr kumimoji="0" lang="zh-CN" altLang="en-US" sz="1800" b="0" i="0" u="none" strike="noStrike" cap="none" normalizeH="0" baseline="0" smtClean="0">
                        <a:ln>
                          <a:noFill/>
                        </a:ln>
                        <a:solidFill>
                          <a:schemeClr val="tx1"/>
                        </a:solidFill>
                        <a:effectLst/>
                        <a:latin typeface="Arial" panose="02080604020202020204" pitchFamily="34"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cPr/>
                </a:tc>
                <a:tc hMerge="1">
                  <a:tcPr/>
                </a:tc>
                <a:tc hMerge="1">
                  <a:tcPr/>
                </a:tc>
                <a:tc rowSpan="2">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zh-CN" altLang="en-US" sz="1800" b="0" i="0" u="none" strike="noStrike" cap="none" normalizeH="0" baseline="0" smtClean="0">
                          <a:ln>
                            <a:noFill/>
                          </a:ln>
                          <a:solidFill>
                            <a:schemeClr val="tx1"/>
                          </a:solidFill>
                          <a:effectLst/>
                          <a:latin typeface="Arial" panose="02080604020202020204" pitchFamily="34" charset="0"/>
                          <a:ea typeface="宋体" pitchFamily="2" charset="-122"/>
                        </a:rPr>
                        <a:t>联系电话</a:t>
                      </a:r>
                      <a:endParaRPr kumimoji="0" lang="zh-CN" altLang="en-US" sz="1800" b="0" i="0" u="none" strike="noStrike" cap="none" normalizeH="0" baseline="0" smtClean="0">
                        <a:ln>
                          <a:noFill/>
                        </a:ln>
                        <a:solidFill>
                          <a:schemeClr val="tx1"/>
                        </a:solidFill>
                        <a:effectLst/>
                        <a:latin typeface="Arial" panose="02080604020202020204" pitchFamily="34"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rowSpan="2">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zh-CN" altLang="en-US" sz="1800" b="0" i="0" u="none" strike="noStrike" cap="none" normalizeH="0" baseline="0" smtClean="0">
                          <a:ln>
                            <a:noFill/>
                          </a:ln>
                          <a:solidFill>
                            <a:schemeClr val="tx1"/>
                          </a:solidFill>
                          <a:effectLst/>
                          <a:latin typeface="Arial" panose="02080604020202020204" pitchFamily="34" charset="0"/>
                          <a:ea typeface="宋体" pitchFamily="2" charset="-122"/>
                        </a:rPr>
                        <a:t>电子邮箱</a:t>
                      </a:r>
                      <a:endParaRPr kumimoji="0" lang="zh-CN" altLang="en-US" sz="1800" b="0" i="0" u="none" strike="noStrike" cap="none" normalizeH="0" baseline="0" smtClean="0">
                        <a:ln>
                          <a:noFill/>
                        </a:ln>
                        <a:solidFill>
                          <a:schemeClr val="tx1"/>
                        </a:solidFill>
                        <a:effectLst/>
                        <a:latin typeface="Arial" panose="02080604020202020204" pitchFamily="34" charset="0"/>
                        <a:ea typeface="宋体"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r h="336550">
                <a:tc vMerge="1">
                  <a:tcPr/>
                </a:tc>
                <a:tc vMerge="1">
                  <a:tcPr/>
                </a:tc>
                <a:tc vMerge="1">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zh-CN" altLang="en-US" sz="1800" b="0" i="0" u="none" strike="noStrike" cap="none" normalizeH="0" baseline="0" smtClean="0">
                          <a:ln>
                            <a:noFill/>
                          </a:ln>
                          <a:solidFill>
                            <a:schemeClr val="tx1"/>
                          </a:solidFill>
                          <a:effectLst/>
                          <a:latin typeface="Arial" panose="02080604020202020204" pitchFamily="34" charset="0"/>
                          <a:ea typeface="宋体" pitchFamily="2" charset="-122"/>
                        </a:rPr>
                        <a:t>城市</a:t>
                      </a:r>
                      <a:endParaRPr kumimoji="0" lang="zh-CN" altLang="en-US" sz="1800" b="0" i="0" u="none" strike="noStrike" cap="none" normalizeH="0" baseline="0" smtClean="0">
                        <a:ln>
                          <a:noFill/>
                        </a:ln>
                        <a:solidFill>
                          <a:schemeClr val="tx1"/>
                        </a:solidFill>
                        <a:effectLst/>
                        <a:latin typeface="Arial" panose="02080604020202020204" pitchFamily="34"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zh-CN" altLang="en-US" sz="1800" b="0" i="0" u="none" strike="noStrike" cap="none" normalizeH="0" baseline="0" smtClean="0">
                          <a:ln>
                            <a:noFill/>
                          </a:ln>
                          <a:solidFill>
                            <a:schemeClr val="tx1"/>
                          </a:solidFill>
                          <a:effectLst/>
                          <a:latin typeface="Arial" panose="02080604020202020204" pitchFamily="34" charset="0"/>
                          <a:ea typeface="宋体" pitchFamily="2" charset="-122"/>
                        </a:rPr>
                        <a:t>街道</a:t>
                      </a:r>
                      <a:endParaRPr kumimoji="0" lang="zh-CN" altLang="en-US" sz="1800" b="0" i="0" u="none" strike="noStrike" cap="none" normalizeH="0" baseline="0" smtClean="0">
                        <a:ln>
                          <a:noFill/>
                        </a:ln>
                        <a:solidFill>
                          <a:schemeClr val="tx1"/>
                        </a:solidFill>
                        <a:effectLst/>
                        <a:latin typeface="Arial" panose="02080604020202020204" pitchFamily="34"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zh-CN" altLang="en-US" sz="1800" b="0" i="0" u="none" strike="noStrike" cap="none" normalizeH="0" baseline="0" smtClean="0">
                          <a:ln>
                            <a:noFill/>
                          </a:ln>
                          <a:solidFill>
                            <a:schemeClr val="tx1"/>
                          </a:solidFill>
                          <a:effectLst/>
                          <a:latin typeface="Arial" panose="02080604020202020204" pitchFamily="34" charset="0"/>
                          <a:ea typeface="宋体" pitchFamily="2" charset="-122"/>
                        </a:rPr>
                        <a:t>门牌号</a:t>
                      </a:r>
                      <a:endParaRPr kumimoji="0" lang="zh-CN" altLang="en-US" sz="1800" b="0" i="0" u="none" strike="noStrike" cap="none" normalizeH="0" baseline="0" smtClean="0">
                        <a:ln>
                          <a:noFill/>
                        </a:ln>
                        <a:solidFill>
                          <a:schemeClr val="tx1"/>
                        </a:solidFill>
                        <a:effectLst/>
                        <a:latin typeface="Arial" panose="02080604020202020204" pitchFamily="34"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zh-CN" altLang="en-US" sz="1800" b="0" i="0" u="none" strike="noStrike" cap="none" normalizeH="0" baseline="0" smtClean="0">
                          <a:ln>
                            <a:noFill/>
                          </a:ln>
                          <a:solidFill>
                            <a:schemeClr val="tx1"/>
                          </a:solidFill>
                          <a:effectLst/>
                          <a:latin typeface="Arial" panose="02080604020202020204" pitchFamily="34" charset="0"/>
                          <a:ea typeface="宋体" pitchFamily="2" charset="-122"/>
                        </a:rPr>
                        <a:t>邮编</a:t>
                      </a:r>
                      <a:endParaRPr kumimoji="0" lang="zh-CN" altLang="en-US" sz="1800" b="0" i="0" u="none" strike="noStrike" cap="none" normalizeH="0" baseline="0" smtClean="0">
                        <a:ln>
                          <a:noFill/>
                        </a:ln>
                        <a:solidFill>
                          <a:schemeClr val="tx1"/>
                        </a:solidFill>
                        <a:effectLst/>
                        <a:latin typeface="Arial" panose="02080604020202020204" pitchFamily="34"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vMerge="1">
                  <a:tcPr/>
                </a:tc>
                <a:tc vMerge="1">
                  <a:tcPr/>
                </a:tc>
              </a:tr>
            </a:tbl>
          </a:graphicData>
        </a:graphic>
      </p:graphicFrame>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395293"/>
                                        </p:tgtEl>
                                        <p:attrNameLst>
                                          <p:attrName>style.visibility</p:attrName>
                                        </p:attrNameLst>
                                      </p:cBhvr>
                                      <p:to>
                                        <p:strVal val="visible"/>
                                      </p:to>
                                    </p:set>
                                    <p:animEffect transition="in" filter="wipe(down)">
                                      <p:cBhvr>
                                        <p:cTn id="7" dur="500"/>
                                        <p:tgtEl>
                                          <p:spTgt spid="395293"/>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39529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5293" grpId="0" bldLvl="0" animBg="1"/>
      <p:bldP spid="395294" grpId="0" bldLvl="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8435" name="Rectangle 2"/>
          <p:cNvSpPr>
            <a:spLocks noGrp="1"/>
          </p:cNvSpPr>
          <p:nvPr>
            <p:ph type="title"/>
          </p:nvPr>
        </p:nvSpPr>
        <p:spPr/>
        <p:txBody>
          <a:bodyPr vert="horz" wrap="square" lIns="91440" tIns="45720" rIns="91440" bIns="45720" anchor="ctr" anchorCtr="0"/>
          <a:p>
            <a:pPr eaLnBrk="1" hangingPunct="1"/>
            <a:r>
              <a:rPr lang="en-US" altLang="zh-CN" b="0"/>
              <a:t>9.2  </a:t>
            </a:r>
            <a:r>
              <a:rPr lang="zh-CN" altLang="en-US" b="0" dirty="0"/>
              <a:t>结构变量</a:t>
            </a:r>
            <a:r>
              <a:rPr lang="en-US" altLang="zh-CN" b="0"/>
              <a:t> </a:t>
            </a:r>
            <a:endParaRPr lang="zh-CN" altLang="en-US" b="0" dirty="0"/>
          </a:p>
        </p:txBody>
      </p:sp>
      <p:sp>
        <p:nvSpPr>
          <p:cNvPr id="18436" name="Rectangle 3"/>
          <p:cNvSpPr>
            <a:spLocks noGrp="1"/>
          </p:cNvSpPr>
          <p:nvPr>
            <p:ph idx="1"/>
          </p:nvPr>
        </p:nvSpPr>
        <p:spPr>
          <a:xfrm>
            <a:off x="611188" y="2060575"/>
            <a:ext cx="7570787" cy="1808163"/>
          </a:xfrm>
        </p:spPr>
        <p:txBody>
          <a:bodyPr vert="horz" wrap="square" lIns="91440" tIns="45720" rIns="91440" bIns="45720" anchor="t" anchorCtr="0"/>
          <a:p>
            <a:pPr eaLnBrk="1" hangingPunct="1">
              <a:spcBef>
                <a:spcPct val="50000"/>
              </a:spcBef>
              <a:buNone/>
            </a:pPr>
            <a:r>
              <a:rPr lang="en-US" altLang="zh-CN" b="0"/>
              <a:t>9.2.1  </a:t>
            </a:r>
            <a:r>
              <a:rPr lang="zh-CN" altLang="en-US" b="0" dirty="0"/>
              <a:t>结构变量的定义和初始化</a:t>
            </a:r>
            <a:endParaRPr lang="zh-CN" altLang="en-US" b="0" dirty="0"/>
          </a:p>
          <a:p>
            <a:pPr eaLnBrk="1" hangingPunct="1">
              <a:spcBef>
                <a:spcPct val="50000"/>
              </a:spcBef>
              <a:buNone/>
            </a:pPr>
            <a:r>
              <a:rPr lang="en-US" altLang="zh-CN" b="0"/>
              <a:t>9.2.2  </a:t>
            </a:r>
            <a:r>
              <a:rPr lang="zh-CN" altLang="en-US" b="0" dirty="0"/>
              <a:t>结构变量的使用</a:t>
            </a:r>
            <a:endParaRPr lang="zh-CN" altLang="en-US" b="0" dirty="0"/>
          </a:p>
          <a:p>
            <a:pPr eaLnBrk="1" hangingPunct="1">
              <a:buNone/>
            </a:pPr>
            <a:endParaRPr lang="zh-CN" altLang="en-US" b="0" dirty="0"/>
          </a:p>
        </p:txBody>
      </p:sp>
    </p:spTree>
  </p:cSld>
  <p:clrMapOvr>
    <a:masterClrMapping/>
  </p:clrMapOvr>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9459" name="Rectangle 11"/>
          <p:cNvSpPr>
            <a:spLocks noGrp="1"/>
          </p:cNvSpPr>
          <p:nvPr>
            <p:ph type="title"/>
          </p:nvPr>
        </p:nvSpPr>
        <p:spPr>
          <a:xfrm>
            <a:off x="457200" y="457200"/>
            <a:ext cx="7067550" cy="739775"/>
          </a:xfrm>
        </p:spPr>
        <p:txBody>
          <a:bodyPr vert="horz" wrap="square" lIns="91440" tIns="45720" rIns="91440" bIns="45720" anchor="ctr" anchorCtr="0"/>
          <a:p>
            <a:pPr eaLnBrk="1" hangingPunct="1"/>
            <a:r>
              <a:rPr lang="en-US" altLang="zh-CN" sz="4000" b="0"/>
              <a:t>9.2.1</a:t>
            </a:r>
            <a:r>
              <a:rPr lang="zh-CN" altLang="en-US" sz="4000" b="0" dirty="0"/>
              <a:t>结构变量的定义和初始化</a:t>
            </a:r>
            <a:endParaRPr lang="zh-CN" altLang="en-US" sz="4000" b="0" dirty="0"/>
          </a:p>
        </p:txBody>
      </p:sp>
      <p:sp>
        <p:nvSpPr>
          <p:cNvPr id="229388" name="Rectangle 12"/>
          <p:cNvSpPr>
            <a:spLocks noGrp="1"/>
          </p:cNvSpPr>
          <p:nvPr>
            <p:ph idx="1"/>
          </p:nvPr>
        </p:nvSpPr>
        <p:spPr>
          <a:xfrm>
            <a:off x="180340" y="1339850"/>
            <a:ext cx="8820150" cy="5113338"/>
          </a:xfrm>
        </p:spPr>
        <p:txBody>
          <a:bodyPr vert="horz" wrap="square" lIns="91440" tIns="45720" rIns="91440" bIns="45720" anchor="t" anchorCtr="0"/>
          <a:p>
            <a:pPr eaLnBrk="1" hangingPunct="1">
              <a:lnSpc>
                <a:spcPct val="90000"/>
              </a:lnSpc>
              <a:buNone/>
            </a:pPr>
            <a:r>
              <a:rPr lang="zh-CN" altLang="en-US" sz="3600" b="0" dirty="0">
                <a:latin typeface="宋体" pitchFamily="2" charset="-122"/>
              </a:rPr>
              <a:t>三种定义结构变量的方式： </a:t>
            </a:r>
            <a:endParaRPr lang="zh-CN" altLang="en-US" sz="3600" b="0" dirty="0">
              <a:latin typeface="宋体" pitchFamily="2" charset="-122"/>
            </a:endParaRPr>
          </a:p>
          <a:p>
            <a:pPr lvl="1" eaLnBrk="1" hangingPunct="1">
              <a:lnSpc>
                <a:spcPct val="90000"/>
              </a:lnSpc>
              <a:buSzPct val="50000"/>
              <a:buNone/>
            </a:pPr>
            <a:r>
              <a:rPr lang="en-US" altLang="zh-CN" sz="3200" b="0"/>
              <a:t>1.</a:t>
            </a:r>
            <a:r>
              <a:rPr lang="zh-CN" altLang="en-US" sz="3200" b="0" dirty="0"/>
              <a:t>单独定义</a:t>
            </a:r>
            <a:endParaRPr lang="zh-CN" altLang="en-US" sz="3200" b="0" dirty="0"/>
          </a:p>
          <a:p>
            <a:pPr lvl="1" eaLnBrk="1" hangingPunct="1">
              <a:lnSpc>
                <a:spcPct val="90000"/>
              </a:lnSpc>
              <a:buSzPct val="50000"/>
              <a:buNone/>
            </a:pPr>
            <a:r>
              <a:rPr lang="zh-CN" altLang="en-US" sz="2800" b="0" dirty="0"/>
              <a:t>先定义</a:t>
            </a:r>
            <a:r>
              <a:rPr lang="zh-CN" altLang="en-US" sz="2800" b="0" dirty="0">
                <a:solidFill>
                  <a:schemeClr val="bg2"/>
                </a:solidFill>
              </a:rPr>
              <a:t>结构类型</a:t>
            </a:r>
            <a:r>
              <a:rPr lang="zh-CN" altLang="en-US" sz="2800" b="0" dirty="0"/>
              <a:t>，再定义具有这种</a:t>
            </a:r>
            <a:r>
              <a:rPr lang="zh-CN" altLang="en-US" sz="2800" b="0" dirty="0">
                <a:solidFill>
                  <a:srgbClr val="CC0066"/>
                </a:solidFill>
              </a:rPr>
              <a:t>结构类型的变量</a:t>
            </a:r>
            <a:r>
              <a:rPr lang="zh-CN" altLang="en-US" sz="2800" b="0" dirty="0"/>
              <a:t> </a:t>
            </a:r>
            <a:endParaRPr lang="zh-CN" altLang="en-US" sz="2800" b="0" dirty="0"/>
          </a:p>
          <a:p>
            <a:pPr lvl="1" eaLnBrk="1" hangingPunct="1">
              <a:lnSpc>
                <a:spcPct val="90000"/>
              </a:lnSpc>
              <a:buNone/>
            </a:pPr>
            <a:r>
              <a:rPr lang="en-US" altLang="zh-CN" b="0" err="1">
                <a:solidFill>
                  <a:schemeClr val="bg2"/>
                </a:solidFill>
              </a:rPr>
              <a:t>struct</a:t>
            </a:r>
            <a:r>
              <a:rPr lang="en-US" altLang="zh-CN" b="0">
                <a:solidFill>
                  <a:schemeClr val="bg2"/>
                </a:solidFill>
              </a:rPr>
              <a:t> </a:t>
            </a:r>
            <a:r>
              <a:rPr lang="en-US" altLang="zh-CN" b="0" err="1">
                <a:solidFill>
                  <a:schemeClr val="bg2"/>
                </a:solidFill>
              </a:rPr>
              <a:t>friends_list</a:t>
            </a:r>
            <a:r>
              <a:rPr lang="en-US" altLang="zh-CN" b="0"/>
              <a:t>{</a:t>
            </a:r>
            <a:endParaRPr lang="en-US" altLang="zh-CN" b="0"/>
          </a:p>
          <a:p>
            <a:pPr lvl="1" eaLnBrk="1" hangingPunct="1">
              <a:lnSpc>
                <a:spcPct val="90000"/>
              </a:lnSpc>
              <a:buNone/>
            </a:pPr>
            <a:r>
              <a:rPr lang="en-US" altLang="zh-CN" b="0"/>
              <a:t>    char name[10];              /* </a:t>
            </a:r>
            <a:r>
              <a:rPr lang="zh-CN" altLang="en-US" b="0" dirty="0"/>
              <a:t>姓名 *</a:t>
            </a:r>
            <a:r>
              <a:rPr lang="en-US" altLang="zh-CN" b="0"/>
              <a:t>/</a:t>
            </a:r>
            <a:endParaRPr lang="en-US" altLang="zh-CN" b="0"/>
          </a:p>
          <a:p>
            <a:pPr lvl="1" eaLnBrk="1" hangingPunct="1">
              <a:lnSpc>
                <a:spcPct val="90000"/>
              </a:lnSpc>
              <a:buNone/>
            </a:pPr>
            <a:r>
              <a:rPr lang="en-US" altLang="zh-CN" b="0"/>
              <a:t>    </a:t>
            </a:r>
            <a:r>
              <a:rPr lang="en-US" altLang="zh-CN" b="0" err="1"/>
              <a:t>int</a:t>
            </a:r>
            <a:r>
              <a:rPr lang="en-US" altLang="zh-CN" b="0"/>
              <a:t> age;                           /* </a:t>
            </a:r>
            <a:r>
              <a:rPr lang="zh-CN" altLang="en-US" b="0" dirty="0"/>
              <a:t>年龄 *</a:t>
            </a:r>
            <a:r>
              <a:rPr lang="en-US" altLang="zh-CN" b="0"/>
              <a:t>/</a:t>
            </a:r>
            <a:endParaRPr lang="en-US" altLang="zh-CN" b="0"/>
          </a:p>
          <a:p>
            <a:pPr lvl="1" eaLnBrk="1" hangingPunct="1">
              <a:lnSpc>
                <a:spcPct val="90000"/>
              </a:lnSpc>
              <a:buNone/>
            </a:pPr>
            <a:r>
              <a:rPr lang="en-US" altLang="zh-CN" b="0"/>
              <a:t>    char telephone[13];      /* </a:t>
            </a:r>
            <a:r>
              <a:rPr lang="zh-CN" altLang="en-US" b="0" dirty="0"/>
              <a:t>联系电话 *</a:t>
            </a:r>
            <a:r>
              <a:rPr lang="en-US" altLang="zh-CN" b="0"/>
              <a:t>/</a:t>
            </a:r>
            <a:endParaRPr lang="en-US" altLang="zh-CN" b="0"/>
          </a:p>
          <a:p>
            <a:pPr lvl="1" eaLnBrk="1" hangingPunct="1">
              <a:lnSpc>
                <a:spcPct val="90000"/>
              </a:lnSpc>
              <a:buNone/>
            </a:pPr>
            <a:r>
              <a:rPr lang="en-US" altLang="zh-CN" b="0"/>
              <a:t>}; </a:t>
            </a:r>
            <a:endParaRPr lang="en-US" altLang="zh-CN" b="0"/>
          </a:p>
          <a:p>
            <a:pPr lvl="1" eaLnBrk="1" hangingPunct="1">
              <a:lnSpc>
                <a:spcPct val="90000"/>
              </a:lnSpc>
              <a:buNone/>
            </a:pPr>
            <a:r>
              <a:rPr lang="en-US" altLang="zh-CN" b="0" err="1">
                <a:solidFill>
                  <a:schemeClr val="bg2"/>
                </a:solidFill>
              </a:rPr>
              <a:t>struct</a:t>
            </a:r>
            <a:r>
              <a:rPr lang="en-US" altLang="zh-CN" b="0">
                <a:solidFill>
                  <a:schemeClr val="bg2"/>
                </a:solidFill>
              </a:rPr>
              <a:t> </a:t>
            </a:r>
            <a:r>
              <a:rPr lang="en-US" altLang="zh-CN" b="0" err="1">
                <a:solidFill>
                  <a:schemeClr val="bg2"/>
                </a:solidFill>
              </a:rPr>
              <a:t>friends_list</a:t>
            </a:r>
            <a:r>
              <a:rPr lang="en-US" altLang="zh-CN" b="0"/>
              <a:t>  </a:t>
            </a:r>
            <a:r>
              <a:rPr lang="en-US" altLang="zh-CN" b="0">
                <a:solidFill>
                  <a:srgbClr val="CC0066"/>
                </a:solidFill>
              </a:rPr>
              <a:t>friend1</a:t>
            </a:r>
            <a:r>
              <a:rPr lang="en-US" altLang="zh-CN" b="0"/>
              <a:t>, </a:t>
            </a:r>
            <a:r>
              <a:rPr lang="en-US" altLang="zh-CN" b="0">
                <a:solidFill>
                  <a:srgbClr val="CC0066"/>
                </a:solidFill>
              </a:rPr>
              <a:t>friend2</a:t>
            </a:r>
            <a:r>
              <a:rPr lang="en-US" altLang="zh-CN" b="0"/>
              <a:t>;</a:t>
            </a:r>
            <a:endParaRPr lang="zh-CN" altLang="en-US" b="0" dirty="0"/>
          </a:p>
        </p:txBody>
      </p:sp>
      <p:sp>
        <p:nvSpPr>
          <p:cNvPr id="19461" name="Rectangle 4"/>
          <p:cNvSpPr/>
          <p:nvPr/>
        </p:nvSpPr>
        <p:spPr>
          <a:xfrm>
            <a:off x="457200" y="2514600"/>
            <a:ext cx="8686800" cy="4343400"/>
          </a:xfrm>
          <a:prstGeom prst="rect">
            <a:avLst/>
          </a:prstGeom>
          <a:noFill/>
          <a:ln w="9525">
            <a:noFill/>
          </a:ln>
        </p:spPr>
        <p:txBody>
          <a:bodyPr lIns="92075" tIns="46038" rIns="92075" bIns="46038"/>
          <a:p>
            <a:pPr marL="342900" indent="-342900" algn="just">
              <a:lnSpc>
                <a:spcPct val="90000"/>
              </a:lnSpc>
              <a:spcBef>
                <a:spcPct val="20000"/>
              </a:spcBef>
              <a:buClr>
                <a:schemeClr val="tx2"/>
              </a:buClr>
              <a:buSzPct val="80000"/>
            </a:pPr>
            <a:endParaRPr lang="zh-CN" altLang="en-US" sz="2800" dirty="0">
              <a:solidFill>
                <a:srgbClr val="FFFF00"/>
              </a:solidFill>
              <a:latin typeface="Arial" panose="02080604020202020204" pitchFamily="34" charset="0"/>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29388">
                                            <p:txEl>
                                              <p:charRg st="45" end="66"/>
                                            </p:txEl>
                                          </p:spTgt>
                                        </p:tgtEl>
                                        <p:attrNameLst>
                                          <p:attrName>style.visibility</p:attrName>
                                        </p:attrNameLst>
                                      </p:cBhvr>
                                      <p:to>
                                        <p:strVal val="visible"/>
                                      </p:to>
                                    </p:set>
                                  </p:childTnLst>
                                </p:cTn>
                              </p:par>
                            </p:childTnLst>
                          </p:cTn>
                        </p:par>
                        <p:par>
                          <p:cTn id="7" fill="hold">
                            <p:stCondLst>
                              <p:cond delay="0"/>
                            </p:stCondLst>
                            <p:childTnLst>
                              <p:par>
                                <p:cTn id="8" presetID="1" presetClass="entr" presetSubtype="0" fill="hold" grpId="0" nodeType="afterEffect">
                                  <p:stCondLst>
                                    <p:cond delay="0"/>
                                  </p:stCondLst>
                                  <p:childTnLst>
                                    <p:set>
                                      <p:cBhvr>
                                        <p:cTn id="9" dur="1" fill="hold">
                                          <p:stCondLst>
                                            <p:cond delay="0"/>
                                          </p:stCondLst>
                                        </p:cTn>
                                        <p:tgtEl>
                                          <p:spTgt spid="229388">
                                            <p:txEl>
                                              <p:charRg st="66" end="107"/>
                                            </p:txEl>
                                          </p:spTgt>
                                        </p:tgtEl>
                                        <p:attrNameLst>
                                          <p:attrName>style.visibility</p:attrName>
                                        </p:attrNameLst>
                                      </p:cBhvr>
                                      <p:to>
                                        <p:strVal val="visible"/>
                                      </p:to>
                                    </p:set>
                                  </p:childTnLst>
                                </p:cTn>
                              </p:par>
                            </p:childTnLst>
                          </p:cTn>
                        </p:par>
                        <p:par>
                          <p:cTn id="10" fill="hold">
                            <p:stCondLst>
                              <p:cond delay="0"/>
                            </p:stCondLst>
                            <p:childTnLst>
                              <p:par>
                                <p:cTn id="11" presetID="1" presetClass="entr" presetSubtype="0" fill="hold" grpId="0" nodeType="afterEffect">
                                  <p:stCondLst>
                                    <p:cond delay="0"/>
                                  </p:stCondLst>
                                  <p:childTnLst>
                                    <p:set>
                                      <p:cBhvr>
                                        <p:cTn id="12" dur="1" fill="hold">
                                          <p:stCondLst>
                                            <p:cond delay="0"/>
                                          </p:stCondLst>
                                        </p:cTn>
                                        <p:tgtEl>
                                          <p:spTgt spid="229388">
                                            <p:txEl>
                                              <p:charRg st="107" end="155"/>
                                            </p:txEl>
                                          </p:spTgt>
                                        </p:tgtEl>
                                        <p:attrNameLst>
                                          <p:attrName>style.visibility</p:attrName>
                                        </p:attrNameLst>
                                      </p:cBhvr>
                                      <p:to>
                                        <p:strVal val="visible"/>
                                      </p:to>
                                    </p:set>
                                  </p:childTnLst>
                                </p:cTn>
                              </p:par>
                            </p:childTnLst>
                          </p:cTn>
                        </p:par>
                        <p:par>
                          <p:cTn id="13" fill="hold">
                            <p:stCondLst>
                              <p:cond delay="0"/>
                            </p:stCondLst>
                            <p:childTnLst>
                              <p:par>
                                <p:cTn id="14" presetID="1" presetClass="entr" presetSubtype="0" fill="hold" grpId="0" nodeType="afterEffect">
                                  <p:stCondLst>
                                    <p:cond delay="0"/>
                                  </p:stCondLst>
                                  <p:childTnLst>
                                    <p:set>
                                      <p:cBhvr>
                                        <p:cTn id="15" dur="1" fill="hold">
                                          <p:stCondLst>
                                            <p:cond delay="0"/>
                                          </p:stCondLst>
                                        </p:cTn>
                                        <p:tgtEl>
                                          <p:spTgt spid="229388">
                                            <p:txEl>
                                              <p:charRg st="155" end="195"/>
                                            </p:txEl>
                                          </p:spTgt>
                                        </p:tgtEl>
                                        <p:attrNameLst>
                                          <p:attrName>style.visibility</p:attrName>
                                        </p:attrNameLst>
                                      </p:cBhvr>
                                      <p:to>
                                        <p:strVal val="visible"/>
                                      </p:to>
                                    </p:set>
                                  </p:childTnLst>
                                </p:cTn>
                              </p:par>
                            </p:childTnLst>
                          </p:cTn>
                        </p:par>
                        <p:par>
                          <p:cTn id="16" fill="hold">
                            <p:stCondLst>
                              <p:cond delay="0"/>
                            </p:stCondLst>
                            <p:childTnLst>
                              <p:par>
                                <p:cTn id="17" presetID="1" presetClass="entr" presetSubtype="0" fill="hold" grpId="0" nodeType="afterEffect">
                                  <p:stCondLst>
                                    <p:cond delay="0"/>
                                  </p:stCondLst>
                                  <p:childTnLst>
                                    <p:set>
                                      <p:cBhvr>
                                        <p:cTn id="18" dur="1" fill="hold">
                                          <p:stCondLst>
                                            <p:cond delay="0"/>
                                          </p:stCondLst>
                                        </p:cTn>
                                        <p:tgtEl>
                                          <p:spTgt spid="229388">
                                            <p:txEl>
                                              <p:charRg st="195" end="199"/>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29388">
                                            <p:txEl>
                                              <p:charRg st="199" end="23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9388" grpId="0" bldLvl="2" build="p"/>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0483" name="Rectangle 2"/>
          <p:cNvSpPr>
            <a:spLocks noGrp="1"/>
          </p:cNvSpPr>
          <p:nvPr>
            <p:ph type="title"/>
          </p:nvPr>
        </p:nvSpPr>
        <p:spPr>
          <a:xfrm>
            <a:off x="4787900" y="260350"/>
            <a:ext cx="4043363" cy="739775"/>
          </a:xfrm>
        </p:spPr>
        <p:txBody>
          <a:bodyPr vert="horz" wrap="square" lIns="91440" tIns="45720" rIns="91440" bIns="45720" anchor="ctr" anchorCtr="0"/>
          <a:p>
            <a:pPr eaLnBrk="1" hangingPunct="1"/>
            <a:r>
              <a:rPr lang="zh-CN" altLang="en-US" sz="4000" dirty="0"/>
              <a:t>结构变量的定义</a:t>
            </a:r>
            <a:endParaRPr lang="zh-CN" altLang="en-US" sz="4000" dirty="0"/>
          </a:p>
        </p:txBody>
      </p:sp>
      <p:sp>
        <p:nvSpPr>
          <p:cNvPr id="398339" name="Rectangle 3"/>
          <p:cNvSpPr>
            <a:spLocks noGrp="1"/>
          </p:cNvSpPr>
          <p:nvPr>
            <p:ph idx="1"/>
          </p:nvPr>
        </p:nvSpPr>
        <p:spPr>
          <a:xfrm>
            <a:off x="323850" y="620713"/>
            <a:ext cx="7200900" cy="5903912"/>
          </a:xfrm>
        </p:spPr>
        <p:txBody>
          <a:bodyPr vert="horz" wrap="square" lIns="91440" tIns="45720" rIns="91440" bIns="45720" anchor="t" anchorCtr="0"/>
          <a:p>
            <a:pPr lvl="1" eaLnBrk="1" hangingPunct="1">
              <a:lnSpc>
                <a:spcPct val="90000"/>
              </a:lnSpc>
              <a:buNone/>
            </a:pPr>
            <a:r>
              <a:rPr lang="en-US" altLang="zh-CN" b="0"/>
              <a:t>2. </a:t>
            </a:r>
            <a:r>
              <a:rPr lang="zh-CN" altLang="en-US" b="0" dirty="0"/>
              <a:t>混合定义</a:t>
            </a:r>
            <a:endParaRPr lang="zh-CN" altLang="en-US" b="0" dirty="0"/>
          </a:p>
          <a:p>
            <a:pPr lvl="2" eaLnBrk="1" hangingPunct="1">
              <a:lnSpc>
                <a:spcPct val="90000"/>
              </a:lnSpc>
              <a:buNone/>
            </a:pPr>
            <a:r>
              <a:rPr lang="zh-CN" altLang="en-US" b="0" dirty="0"/>
              <a:t>在定义结构体类型的同时定义结构体变量</a:t>
            </a:r>
            <a:r>
              <a:rPr lang="zh-CN" altLang="en-US" sz="1800" b="0" dirty="0"/>
              <a:t> </a:t>
            </a:r>
            <a:endParaRPr lang="zh-CN" altLang="en-US" sz="1800" b="0" dirty="0"/>
          </a:p>
          <a:p>
            <a:pPr lvl="1" eaLnBrk="1" hangingPunct="1">
              <a:lnSpc>
                <a:spcPct val="90000"/>
              </a:lnSpc>
              <a:buNone/>
            </a:pPr>
            <a:r>
              <a:rPr lang="en-US" altLang="zh-CN" sz="2400" b="0" err="1">
                <a:solidFill>
                  <a:schemeClr val="bg2"/>
                </a:solidFill>
              </a:rPr>
              <a:t>struct</a:t>
            </a:r>
            <a:r>
              <a:rPr lang="en-US" altLang="zh-CN" sz="2400" b="0">
                <a:solidFill>
                  <a:schemeClr val="bg2"/>
                </a:solidFill>
              </a:rPr>
              <a:t> </a:t>
            </a:r>
            <a:r>
              <a:rPr lang="en-US" altLang="zh-CN" sz="2400" b="0" err="1">
                <a:solidFill>
                  <a:schemeClr val="bg2"/>
                </a:solidFill>
              </a:rPr>
              <a:t>friends_list</a:t>
            </a:r>
            <a:r>
              <a:rPr lang="en-US" altLang="zh-CN" sz="2400" b="0"/>
              <a:t>{</a:t>
            </a:r>
            <a:endParaRPr lang="en-US" altLang="zh-CN" sz="2400" b="0"/>
          </a:p>
          <a:p>
            <a:pPr lvl="1" eaLnBrk="1" hangingPunct="1">
              <a:lnSpc>
                <a:spcPct val="90000"/>
              </a:lnSpc>
              <a:buNone/>
            </a:pPr>
            <a:r>
              <a:rPr lang="en-US" altLang="zh-CN" sz="2400" b="0"/>
              <a:t>char name[10];   </a:t>
            </a:r>
            <a:endParaRPr lang="en-US" altLang="zh-CN" sz="2400" b="0"/>
          </a:p>
          <a:p>
            <a:pPr lvl="1" eaLnBrk="1" hangingPunct="1">
              <a:lnSpc>
                <a:spcPct val="90000"/>
              </a:lnSpc>
              <a:buNone/>
            </a:pPr>
            <a:r>
              <a:rPr lang="en-US" altLang="zh-CN" sz="2400" b="0"/>
              <a:t>    </a:t>
            </a:r>
            <a:r>
              <a:rPr lang="en-US" altLang="zh-CN" sz="2400" b="0" err="1"/>
              <a:t>int</a:t>
            </a:r>
            <a:r>
              <a:rPr lang="en-US" altLang="zh-CN" sz="2400" b="0"/>
              <a:t> age;    </a:t>
            </a:r>
            <a:endParaRPr lang="en-US" altLang="zh-CN" sz="2400" b="0"/>
          </a:p>
          <a:p>
            <a:pPr lvl="1" eaLnBrk="1" hangingPunct="1">
              <a:lnSpc>
                <a:spcPct val="90000"/>
              </a:lnSpc>
              <a:buNone/>
            </a:pPr>
            <a:r>
              <a:rPr lang="en-US" altLang="zh-CN" sz="2400" b="0"/>
              <a:t>    char telephone[13];     </a:t>
            </a:r>
            <a:endParaRPr lang="en-US" altLang="zh-CN" sz="2400" b="0"/>
          </a:p>
          <a:p>
            <a:pPr lvl="1" eaLnBrk="1" hangingPunct="1">
              <a:lnSpc>
                <a:spcPct val="90000"/>
              </a:lnSpc>
              <a:buNone/>
            </a:pPr>
            <a:r>
              <a:rPr lang="en-US" altLang="zh-CN" sz="2400" b="0"/>
              <a:t>} </a:t>
            </a:r>
            <a:r>
              <a:rPr lang="en-US" altLang="zh-CN" sz="2400" b="0">
                <a:solidFill>
                  <a:srgbClr val="CC0066"/>
                </a:solidFill>
              </a:rPr>
              <a:t>friend1</a:t>
            </a:r>
            <a:r>
              <a:rPr lang="en-US" altLang="zh-CN" sz="2400" b="0"/>
              <a:t>,</a:t>
            </a:r>
            <a:r>
              <a:rPr lang="en-US" altLang="zh-CN" sz="2400" b="0">
                <a:solidFill>
                  <a:srgbClr val="CC0066"/>
                </a:solidFill>
              </a:rPr>
              <a:t> friend2</a:t>
            </a:r>
            <a:r>
              <a:rPr lang="en-US" altLang="zh-CN" sz="2400" b="0"/>
              <a:t>; </a:t>
            </a:r>
            <a:endParaRPr lang="zh-CN" altLang="en-US" sz="2400" b="0" dirty="0"/>
          </a:p>
          <a:p>
            <a:pPr lvl="1" eaLnBrk="1" hangingPunct="1">
              <a:lnSpc>
                <a:spcPct val="90000"/>
              </a:lnSpc>
              <a:buSzPct val="50000"/>
              <a:buNone/>
            </a:pPr>
            <a:r>
              <a:rPr lang="en-US" altLang="zh-CN" b="0"/>
              <a:t>3. </a:t>
            </a:r>
            <a:r>
              <a:rPr lang="zh-CN" altLang="en-US" b="0" dirty="0"/>
              <a:t>无类型名定义</a:t>
            </a:r>
            <a:endParaRPr lang="zh-CN" altLang="en-US" b="0" dirty="0"/>
          </a:p>
          <a:p>
            <a:pPr lvl="2" eaLnBrk="1" hangingPunct="1">
              <a:lnSpc>
                <a:spcPct val="90000"/>
              </a:lnSpc>
              <a:buSzPct val="50000"/>
              <a:buNone/>
            </a:pPr>
            <a:r>
              <a:rPr lang="zh-CN" altLang="en-US" b="0" dirty="0"/>
              <a:t>在定义结构体变量时省略结构体名</a:t>
            </a:r>
            <a:endParaRPr lang="zh-CN" altLang="en-US" b="0" dirty="0"/>
          </a:p>
          <a:p>
            <a:pPr lvl="1" eaLnBrk="1" hangingPunct="1">
              <a:lnSpc>
                <a:spcPct val="90000"/>
              </a:lnSpc>
              <a:buNone/>
            </a:pPr>
            <a:r>
              <a:rPr lang="en-US" altLang="zh-CN" sz="2400" b="0" err="1">
                <a:solidFill>
                  <a:schemeClr val="bg2"/>
                </a:solidFill>
              </a:rPr>
              <a:t>struct</a:t>
            </a:r>
            <a:r>
              <a:rPr lang="en-US" altLang="zh-CN" sz="2400" b="0">
                <a:solidFill>
                  <a:srgbClr val="CC0066"/>
                </a:solidFill>
              </a:rPr>
              <a:t> </a:t>
            </a:r>
            <a:r>
              <a:rPr lang="en-US" altLang="zh-CN" sz="2400" b="0"/>
              <a:t>{</a:t>
            </a:r>
            <a:endParaRPr lang="en-US" altLang="zh-CN" sz="2400" b="0"/>
          </a:p>
          <a:p>
            <a:pPr lvl="1" eaLnBrk="1" hangingPunct="1">
              <a:lnSpc>
                <a:spcPct val="90000"/>
              </a:lnSpc>
              <a:buNone/>
            </a:pPr>
            <a:r>
              <a:rPr lang="en-US" altLang="zh-CN" sz="2400" b="0"/>
              <a:t>    char name[10];   </a:t>
            </a:r>
            <a:endParaRPr lang="en-US" altLang="zh-CN" sz="2400" b="0"/>
          </a:p>
          <a:p>
            <a:pPr lvl="1" eaLnBrk="1" hangingPunct="1">
              <a:lnSpc>
                <a:spcPct val="90000"/>
              </a:lnSpc>
              <a:buNone/>
            </a:pPr>
            <a:r>
              <a:rPr lang="en-US" altLang="zh-CN" sz="2400" b="0"/>
              <a:t>    </a:t>
            </a:r>
            <a:r>
              <a:rPr lang="en-US" altLang="zh-CN" sz="2400" b="0" err="1"/>
              <a:t>int</a:t>
            </a:r>
            <a:r>
              <a:rPr lang="en-US" altLang="zh-CN" sz="2400" b="0"/>
              <a:t> age;    </a:t>
            </a:r>
            <a:endParaRPr lang="en-US" altLang="zh-CN" sz="2400" b="0"/>
          </a:p>
          <a:p>
            <a:pPr lvl="1" eaLnBrk="1" hangingPunct="1">
              <a:lnSpc>
                <a:spcPct val="90000"/>
              </a:lnSpc>
              <a:buNone/>
            </a:pPr>
            <a:r>
              <a:rPr lang="en-US" altLang="zh-CN" sz="2400" b="0"/>
              <a:t>    char telephone[13];     </a:t>
            </a:r>
            <a:endParaRPr lang="en-US" altLang="zh-CN" sz="2400" b="0"/>
          </a:p>
          <a:p>
            <a:pPr lvl="1" eaLnBrk="1" hangingPunct="1">
              <a:lnSpc>
                <a:spcPct val="90000"/>
              </a:lnSpc>
              <a:buNone/>
            </a:pPr>
            <a:r>
              <a:rPr lang="en-US" altLang="zh-CN" sz="2400" b="0"/>
              <a:t>} </a:t>
            </a:r>
            <a:r>
              <a:rPr lang="en-US" altLang="zh-CN" sz="2400" b="0">
                <a:solidFill>
                  <a:srgbClr val="CC0066"/>
                </a:solidFill>
              </a:rPr>
              <a:t>friend1</a:t>
            </a:r>
            <a:r>
              <a:rPr lang="en-US" altLang="zh-CN" sz="2400" b="0"/>
              <a:t>,</a:t>
            </a:r>
            <a:r>
              <a:rPr lang="en-US" altLang="zh-CN" sz="2400" b="0">
                <a:solidFill>
                  <a:srgbClr val="CC0066"/>
                </a:solidFill>
              </a:rPr>
              <a:t> friend2</a:t>
            </a:r>
            <a:r>
              <a:rPr lang="en-US" altLang="zh-CN" sz="2400" b="0"/>
              <a:t>; </a:t>
            </a:r>
            <a:endParaRPr lang="zh-CN" altLang="en-US" sz="2400" b="0" dirty="0"/>
          </a:p>
        </p:txBody>
      </p:sp>
      <p:sp>
        <p:nvSpPr>
          <p:cNvPr id="20485" name="Rectangle 4"/>
          <p:cNvSpPr/>
          <p:nvPr/>
        </p:nvSpPr>
        <p:spPr>
          <a:xfrm>
            <a:off x="457200" y="2514600"/>
            <a:ext cx="8686800" cy="4343400"/>
          </a:xfrm>
          <a:prstGeom prst="rect">
            <a:avLst/>
          </a:prstGeom>
          <a:noFill/>
          <a:ln w="9525">
            <a:noFill/>
          </a:ln>
        </p:spPr>
        <p:txBody>
          <a:bodyPr lIns="92075" tIns="46038" rIns="92075" bIns="46038"/>
          <a:p>
            <a:pPr marL="342900" indent="-342900" algn="just">
              <a:lnSpc>
                <a:spcPct val="90000"/>
              </a:lnSpc>
              <a:spcBef>
                <a:spcPct val="20000"/>
              </a:spcBef>
              <a:buClr>
                <a:schemeClr val="tx2"/>
              </a:buClr>
              <a:buSzPct val="80000"/>
            </a:pPr>
            <a:endParaRPr lang="zh-CN" altLang="en-US" sz="2800" dirty="0">
              <a:solidFill>
                <a:srgbClr val="FFFF00"/>
              </a:solidFill>
              <a:latin typeface="Arial" panose="02080604020202020204" pitchFamily="34" charset="0"/>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398339">
                                            <p:txEl>
                                              <p:charRg st="28" end="49"/>
                                            </p:txEl>
                                          </p:spTgt>
                                        </p:tgtEl>
                                        <p:attrNameLst>
                                          <p:attrName>style.visibility</p:attrName>
                                        </p:attrNameLst>
                                      </p:cBhvr>
                                      <p:to>
                                        <p:strVal val="visible"/>
                                      </p:to>
                                    </p:set>
                                    <p:animEffect transition="in" filter="wipe(down)">
                                      <p:cBhvr>
                                        <p:cTn id="7" dur="500"/>
                                        <p:tgtEl>
                                          <p:spTgt spid="398339">
                                            <p:txEl>
                                              <p:charRg st="28" end="49"/>
                                            </p:txEl>
                                          </p:spTgt>
                                        </p:tgtEl>
                                      </p:cBhvr>
                                    </p:animEffect>
                                  </p:childTnLst>
                                </p:cTn>
                              </p:par>
                              <p:par>
                                <p:cTn id="8" presetID="22" presetClass="entr" presetSubtype="4" fill="hold" nodeType="withEffect">
                                  <p:stCondLst>
                                    <p:cond delay="0"/>
                                  </p:stCondLst>
                                  <p:childTnLst>
                                    <p:set>
                                      <p:cBhvr>
                                        <p:cTn id="9" dur="1" fill="hold">
                                          <p:stCondLst>
                                            <p:cond delay="0"/>
                                          </p:stCondLst>
                                        </p:cTn>
                                        <p:tgtEl>
                                          <p:spTgt spid="398339">
                                            <p:txEl>
                                              <p:charRg st="49" end="67"/>
                                            </p:txEl>
                                          </p:spTgt>
                                        </p:tgtEl>
                                        <p:attrNameLst>
                                          <p:attrName>style.visibility</p:attrName>
                                        </p:attrNameLst>
                                      </p:cBhvr>
                                      <p:to>
                                        <p:strVal val="visible"/>
                                      </p:to>
                                    </p:set>
                                    <p:animEffect transition="in" filter="wipe(down)">
                                      <p:cBhvr>
                                        <p:cTn id="10" dur="500"/>
                                        <p:tgtEl>
                                          <p:spTgt spid="398339">
                                            <p:txEl>
                                              <p:charRg st="49" end="67"/>
                                            </p:txEl>
                                          </p:spTgt>
                                        </p:tgtEl>
                                      </p:cBhvr>
                                    </p:animEffect>
                                  </p:childTnLst>
                                </p:cTn>
                              </p:par>
                              <p:par>
                                <p:cTn id="11" presetID="22" presetClass="entr" presetSubtype="4" fill="hold" nodeType="withEffect">
                                  <p:stCondLst>
                                    <p:cond delay="0"/>
                                  </p:stCondLst>
                                  <p:childTnLst>
                                    <p:set>
                                      <p:cBhvr>
                                        <p:cTn id="12" dur="1" fill="hold">
                                          <p:stCondLst>
                                            <p:cond delay="0"/>
                                          </p:stCondLst>
                                        </p:cTn>
                                        <p:tgtEl>
                                          <p:spTgt spid="398339">
                                            <p:txEl>
                                              <p:charRg st="67" end="84"/>
                                            </p:txEl>
                                          </p:spTgt>
                                        </p:tgtEl>
                                        <p:attrNameLst>
                                          <p:attrName>style.visibility</p:attrName>
                                        </p:attrNameLst>
                                      </p:cBhvr>
                                      <p:to>
                                        <p:strVal val="visible"/>
                                      </p:to>
                                    </p:set>
                                    <p:animEffect transition="in" filter="wipe(down)">
                                      <p:cBhvr>
                                        <p:cTn id="13" dur="500"/>
                                        <p:tgtEl>
                                          <p:spTgt spid="398339">
                                            <p:txEl>
                                              <p:charRg st="67" end="84"/>
                                            </p:txEl>
                                          </p:spTgt>
                                        </p:tgtEl>
                                      </p:cBhvr>
                                    </p:animEffect>
                                  </p:childTnLst>
                                </p:cTn>
                              </p:par>
                              <p:par>
                                <p:cTn id="14" presetID="22" presetClass="entr" presetSubtype="4" fill="hold" nodeType="withEffect">
                                  <p:stCondLst>
                                    <p:cond delay="0"/>
                                  </p:stCondLst>
                                  <p:childTnLst>
                                    <p:set>
                                      <p:cBhvr>
                                        <p:cTn id="15" dur="1" fill="hold">
                                          <p:stCondLst>
                                            <p:cond delay="0"/>
                                          </p:stCondLst>
                                        </p:cTn>
                                        <p:tgtEl>
                                          <p:spTgt spid="398339">
                                            <p:txEl>
                                              <p:charRg st="84" end="113"/>
                                            </p:txEl>
                                          </p:spTgt>
                                        </p:tgtEl>
                                        <p:attrNameLst>
                                          <p:attrName>style.visibility</p:attrName>
                                        </p:attrNameLst>
                                      </p:cBhvr>
                                      <p:to>
                                        <p:strVal val="visible"/>
                                      </p:to>
                                    </p:set>
                                    <p:animEffect transition="in" filter="wipe(down)">
                                      <p:cBhvr>
                                        <p:cTn id="16" dur="500"/>
                                        <p:tgtEl>
                                          <p:spTgt spid="398339">
                                            <p:txEl>
                                              <p:charRg st="84" end="113"/>
                                            </p:txEl>
                                          </p:spTgt>
                                        </p:tgtEl>
                                      </p:cBhvr>
                                    </p:animEffect>
                                  </p:childTnLst>
                                </p:cTn>
                              </p:par>
                              <p:par>
                                <p:cTn id="17" presetID="22" presetClass="entr" presetSubtype="4" fill="hold" nodeType="withEffect">
                                  <p:stCondLst>
                                    <p:cond delay="0"/>
                                  </p:stCondLst>
                                  <p:childTnLst>
                                    <p:set>
                                      <p:cBhvr>
                                        <p:cTn id="18" dur="1" fill="hold">
                                          <p:stCondLst>
                                            <p:cond delay="0"/>
                                          </p:stCondLst>
                                        </p:cTn>
                                        <p:tgtEl>
                                          <p:spTgt spid="398339">
                                            <p:txEl>
                                              <p:charRg st="113" end="134"/>
                                            </p:txEl>
                                          </p:spTgt>
                                        </p:tgtEl>
                                        <p:attrNameLst>
                                          <p:attrName>style.visibility</p:attrName>
                                        </p:attrNameLst>
                                      </p:cBhvr>
                                      <p:to>
                                        <p:strVal val="visible"/>
                                      </p:to>
                                    </p:set>
                                    <p:animEffect transition="in" filter="wipe(down)">
                                      <p:cBhvr>
                                        <p:cTn id="19" dur="500"/>
                                        <p:tgtEl>
                                          <p:spTgt spid="398339">
                                            <p:txEl>
                                              <p:charRg st="113" end="134"/>
                                            </p:txEl>
                                          </p:spTgt>
                                        </p:tgtEl>
                                      </p:cBhvr>
                                    </p:animEffect>
                                  </p:childTnLst>
                                </p:cTn>
                              </p:par>
                            </p:childTnLst>
                          </p:cTn>
                        </p:par>
                      </p:childTnLst>
                    </p:cTn>
                  </p:par>
                  <p:par>
                    <p:cTn id="20" fill="hold">
                      <p:stCondLst>
                        <p:cond delay="indefinite"/>
                      </p:stCondLst>
                      <p:childTnLst>
                        <p:par>
                          <p:cTn id="21" fill="hold">
                            <p:stCondLst>
                              <p:cond delay="0"/>
                            </p:stCondLst>
                            <p:childTnLst>
                              <p:par>
                                <p:cTn id="22" presetID="2" presetClass="entr" presetSubtype="4" fill="hold" nodeType="clickEffect">
                                  <p:stCondLst>
                                    <p:cond delay="0"/>
                                  </p:stCondLst>
                                  <p:childTnLst>
                                    <p:set>
                                      <p:cBhvr>
                                        <p:cTn id="23" dur="1" fill="hold">
                                          <p:stCondLst>
                                            <p:cond delay="0"/>
                                          </p:stCondLst>
                                        </p:cTn>
                                        <p:tgtEl>
                                          <p:spTgt spid="398339">
                                            <p:txEl>
                                              <p:charRg st="134" end="144"/>
                                            </p:txEl>
                                          </p:spTgt>
                                        </p:tgtEl>
                                        <p:attrNameLst>
                                          <p:attrName>style.visibility</p:attrName>
                                        </p:attrNameLst>
                                      </p:cBhvr>
                                      <p:to>
                                        <p:strVal val="visible"/>
                                      </p:to>
                                    </p:set>
                                    <p:anim calcmode="lin" valueType="num">
                                      <p:cBhvr additive="base">
                                        <p:cTn id="24" dur="500" fill="hold"/>
                                        <p:tgtEl>
                                          <p:spTgt spid="398339">
                                            <p:txEl>
                                              <p:charRg st="134" end="144"/>
                                            </p:txEl>
                                          </p:spTgt>
                                        </p:tgtEl>
                                        <p:attrNameLst>
                                          <p:attrName>ppt_x</p:attrName>
                                        </p:attrNameLst>
                                      </p:cBhvr>
                                      <p:tavLst>
                                        <p:tav tm="0">
                                          <p:val>
                                            <p:strVal val="#ppt_x"/>
                                          </p:val>
                                        </p:tav>
                                        <p:tav tm="100000">
                                          <p:val>
                                            <p:strVal val="#ppt_x"/>
                                          </p:val>
                                        </p:tav>
                                      </p:tavLst>
                                    </p:anim>
                                    <p:anim calcmode="lin" valueType="num">
                                      <p:cBhvr additive="base">
                                        <p:cTn id="25" dur="500" fill="hold"/>
                                        <p:tgtEl>
                                          <p:spTgt spid="398339">
                                            <p:txEl>
                                              <p:charRg st="134" end="144"/>
                                            </p:txEl>
                                          </p:spTgt>
                                        </p:tgtEl>
                                        <p:attrNameLst>
                                          <p:attrName>ppt_y</p:attrName>
                                        </p:attrNameLst>
                                      </p:cBhvr>
                                      <p:tavLst>
                                        <p:tav tm="0">
                                          <p:val>
                                            <p:strVal val="1+#ppt_h/2"/>
                                          </p:val>
                                        </p:tav>
                                        <p:tav tm="100000">
                                          <p:val>
                                            <p:strVal val="#ppt_y"/>
                                          </p:val>
                                        </p:tav>
                                      </p:tavLst>
                                    </p:anim>
                                  </p:childTnLst>
                                </p:cTn>
                              </p:par>
                            </p:childTnLst>
                          </p:cTn>
                        </p:par>
                        <p:par>
                          <p:cTn id="26" fill="hold">
                            <p:stCondLst>
                              <p:cond delay="500"/>
                            </p:stCondLst>
                            <p:childTnLst>
                              <p:par>
                                <p:cTn id="27" presetID="2" presetClass="entr" presetSubtype="4" fill="hold" nodeType="afterEffect">
                                  <p:stCondLst>
                                    <p:cond delay="0"/>
                                  </p:stCondLst>
                                  <p:childTnLst>
                                    <p:set>
                                      <p:cBhvr>
                                        <p:cTn id="28" dur="1" fill="hold">
                                          <p:stCondLst>
                                            <p:cond delay="0"/>
                                          </p:stCondLst>
                                        </p:cTn>
                                        <p:tgtEl>
                                          <p:spTgt spid="398339">
                                            <p:txEl>
                                              <p:charRg st="144" end="160"/>
                                            </p:txEl>
                                          </p:spTgt>
                                        </p:tgtEl>
                                        <p:attrNameLst>
                                          <p:attrName>style.visibility</p:attrName>
                                        </p:attrNameLst>
                                      </p:cBhvr>
                                      <p:to>
                                        <p:strVal val="visible"/>
                                      </p:to>
                                    </p:set>
                                    <p:anim calcmode="lin" valueType="num">
                                      <p:cBhvr additive="base">
                                        <p:cTn id="29" dur="500" fill="hold"/>
                                        <p:tgtEl>
                                          <p:spTgt spid="398339">
                                            <p:txEl>
                                              <p:charRg st="144" end="160"/>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398339">
                                            <p:txEl>
                                              <p:charRg st="144" end="160"/>
                                            </p:txEl>
                                          </p:spTgt>
                                        </p:tgtEl>
                                        <p:attrNameLst>
                                          <p:attrName>ppt_y</p:attrName>
                                        </p:attrNameLst>
                                      </p:cBhvr>
                                      <p:tavLst>
                                        <p:tav tm="0">
                                          <p:val>
                                            <p:strVal val="1+#ppt_h/2"/>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98339">
                                            <p:txEl>
                                              <p:charRg st="160" end="169"/>
                                            </p:txEl>
                                          </p:spTgt>
                                        </p:tgtEl>
                                        <p:attrNameLst>
                                          <p:attrName>style.visibility</p:attrName>
                                        </p:attrNameLst>
                                      </p:cBhvr>
                                      <p:to>
                                        <p:strVal val="visible"/>
                                      </p:to>
                                    </p:set>
                                  </p:childTnLst>
                                </p:cTn>
                              </p:par>
                            </p:childTnLst>
                          </p:cTn>
                        </p:par>
                        <p:par>
                          <p:cTn id="35" fill="hold">
                            <p:stCondLst>
                              <p:cond delay="0"/>
                            </p:stCondLst>
                            <p:childTnLst>
                              <p:par>
                                <p:cTn id="36" presetID="1" presetClass="entr" presetSubtype="0" fill="hold" nodeType="afterEffect">
                                  <p:stCondLst>
                                    <p:cond delay="0"/>
                                  </p:stCondLst>
                                  <p:childTnLst>
                                    <p:set>
                                      <p:cBhvr>
                                        <p:cTn id="37" dur="1" fill="hold">
                                          <p:stCondLst>
                                            <p:cond delay="0"/>
                                          </p:stCondLst>
                                        </p:cTn>
                                        <p:tgtEl>
                                          <p:spTgt spid="398339">
                                            <p:txEl>
                                              <p:charRg st="169" end="191"/>
                                            </p:txEl>
                                          </p:spTgt>
                                        </p:tgtEl>
                                        <p:attrNameLst>
                                          <p:attrName>style.visibility</p:attrName>
                                        </p:attrNameLst>
                                      </p:cBhvr>
                                      <p:to>
                                        <p:strVal val="visible"/>
                                      </p:to>
                                    </p:set>
                                  </p:childTnLst>
                                </p:cTn>
                              </p:par>
                            </p:childTnLst>
                          </p:cTn>
                        </p:par>
                        <p:par>
                          <p:cTn id="38" fill="hold">
                            <p:stCondLst>
                              <p:cond delay="0"/>
                            </p:stCondLst>
                            <p:childTnLst>
                              <p:par>
                                <p:cTn id="39" presetID="1" presetClass="entr" presetSubtype="0" fill="hold" nodeType="afterEffect">
                                  <p:stCondLst>
                                    <p:cond delay="0"/>
                                  </p:stCondLst>
                                  <p:childTnLst>
                                    <p:set>
                                      <p:cBhvr>
                                        <p:cTn id="40" dur="1" fill="hold">
                                          <p:stCondLst>
                                            <p:cond delay="0"/>
                                          </p:stCondLst>
                                        </p:cTn>
                                        <p:tgtEl>
                                          <p:spTgt spid="398339">
                                            <p:txEl>
                                              <p:charRg st="191" end="208"/>
                                            </p:txEl>
                                          </p:spTgt>
                                        </p:tgtEl>
                                        <p:attrNameLst>
                                          <p:attrName>style.visibility</p:attrName>
                                        </p:attrNameLst>
                                      </p:cBhvr>
                                      <p:to>
                                        <p:strVal val="visible"/>
                                      </p:to>
                                    </p:set>
                                  </p:childTnLst>
                                </p:cTn>
                              </p:par>
                            </p:childTnLst>
                          </p:cTn>
                        </p:par>
                        <p:par>
                          <p:cTn id="41" fill="hold">
                            <p:stCondLst>
                              <p:cond delay="0"/>
                            </p:stCondLst>
                            <p:childTnLst>
                              <p:par>
                                <p:cTn id="42" presetID="1" presetClass="entr" presetSubtype="0" fill="hold" nodeType="afterEffect">
                                  <p:stCondLst>
                                    <p:cond delay="0"/>
                                  </p:stCondLst>
                                  <p:childTnLst>
                                    <p:set>
                                      <p:cBhvr>
                                        <p:cTn id="43" dur="1" fill="hold">
                                          <p:stCondLst>
                                            <p:cond delay="0"/>
                                          </p:stCondLst>
                                        </p:cTn>
                                        <p:tgtEl>
                                          <p:spTgt spid="398339">
                                            <p:txEl>
                                              <p:charRg st="208" end="237"/>
                                            </p:txEl>
                                          </p:spTgt>
                                        </p:tgtEl>
                                        <p:attrNameLst>
                                          <p:attrName>style.visibility</p:attrName>
                                        </p:attrNameLst>
                                      </p:cBhvr>
                                      <p:to>
                                        <p:strVal val="visible"/>
                                      </p:to>
                                    </p:set>
                                  </p:childTnLst>
                                </p:cTn>
                              </p:par>
                            </p:childTnLst>
                          </p:cTn>
                        </p:par>
                        <p:par>
                          <p:cTn id="44" fill="hold">
                            <p:stCondLst>
                              <p:cond delay="0"/>
                            </p:stCondLst>
                            <p:childTnLst>
                              <p:par>
                                <p:cTn id="45" presetID="1" presetClass="entr" presetSubtype="0" fill="hold" nodeType="afterEffect">
                                  <p:stCondLst>
                                    <p:cond delay="0"/>
                                  </p:stCondLst>
                                  <p:childTnLst>
                                    <p:set>
                                      <p:cBhvr>
                                        <p:cTn id="46" dur="1" fill="hold">
                                          <p:stCondLst>
                                            <p:cond delay="0"/>
                                          </p:stCondLst>
                                        </p:cTn>
                                        <p:tgtEl>
                                          <p:spTgt spid="398339">
                                            <p:txEl>
                                              <p:charRg st="237" end="25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1507" name="Rectangle 2"/>
          <p:cNvSpPr>
            <a:spLocks noGrp="1"/>
          </p:cNvSpPr>
          <p:nvPr>
            <p:ph type="title"/>
          </p:nvPr>
        </p:nvSpPr>
        <p:spPr>
          <a:xfrm>
            <a:off x="457200" y="457200"/>
            <a:ext cx="7715250" cy="739775"/>
          </a:xfrm>
        </p:spPr>
        <p:txBody>
          <a:bodyPr vert="horz" wrap="square" lIns="91440" tIns="45720" rIns="91440" bIns="45720" anchor="ctr" anchorCtr="0"/>
          <a:p>
            <a:pPr eaLnBrk="1" hangingPunct="1"/>
            <a:r>
              <a:rPr lang="zh-CN" altLang="en-US" sz="4000" dirty="0"/>
              <a:t>结构变量的初始化</a:t>
            </a:r>
            <a:endParaRPr lang="zh-CN" altLang="en-US" sz="4000" dirty="0"/>
          </a:p>
        </p:txBody>
      </p:sp>
      <p:sp>
        <p:nvSpPr>
          <p:cNvPr id="21508" name="Rectangle 3"/>
          <p:cNvSpPr>
            <a:spLocks noGrp="1"/>
          </p:cNvSpPr>
          <p:nvPr>
            <p:ph idx="1"/>
          </p:nvPr>
        </p:nvSpPr>
        <p:spPr>
          <a:xfrm>
            <a:off x="395288" y="1484313"/>
            <a:ext cx="8280400" cy="1657350"/>
          </a:xfrm>
        </p:spPr>
        <p:txBody>
          <a:bodyPr vert="horz" wrap="square" lIns="91440" tIns="45720" rIns="91440" bIns="45720" anchor="t" anchorCtr="0"/>
          <a:p>
            <a:pPr lvl="1" eaLnBrk="1" hangingPunct="1">
              <a:buClr>
                <a:schemeClr val="bg2"/>
              </a:buClr>
              <a:buSzPct val="75000"/>
              <a:buNone/>
            </a:pPr>
            <a:r>
              <a:rPr lang="en-US" altLang="zh-CN" b="0"/>
              <a:t> </a:t>
            </a:r>
            <a:r>
              <a:rPr lang="en-US" altLang="zh-CN" b="0" err="1">
                <a:solidFill>
                  <a:schemeClr val="bg2"/>
                </a:solidFill>
              </a:rPr>
              <a:t>struct</a:t>
            </a:r>
            <a:r>
              <a:rPr lang="en-US" altLang="zh-CN" b="0">
                <a:solidFill>
                  <a:schemeClr val="bg2"/>
                </a:solidFill>
              </a:rPr>
              <a:t> </a:t>
            </a:r>
            <a:r>
              <a:rPr lang="en-US" altLang="zh-CN" b="0" err="1">
                <a:solidFill>
                  <a:schemeClr val="bg2"/>
                </a:solidFill>
              </a:rPr>
              <a:t>friends_list</a:t>
            </a:r>
            <a:r>
              <a:rPr lang="en-US" altLang="zh-CN" b="0"/>
              <a:t>  </a:t>
            </a:r>
            <a:r>
              <a:rPr lang="en-US" altLang="zh-CN" b="0">
                <a:solidFill>
                  <a:srgbClr val="CC0066"/>
                </a:solidFill>
              </a:rPr>
              <a:t>friend1</a:t>
            </a:r>
            <a:r>
              <a:rPr lang="en-US" altLang="zh-CN" b="0"/>
              <a:t> = {</a:t>
            </a:r>
            <a:endParaRPr lang="en-US" altLang="zh-CN" b="0"/>
          </a:p>
          <a:p>
            <a:pPr lvl="1" eaLnBrk="1" hangingPunct="1">
              <a:buClr>
                <a:schemeClr val="bg2"/>
              </a:buClr>
              <a:buSzPct val="75000"/>
              <a:buNone/>
            </a:pPr>
            <a:r>
              <a:rPr lang="en-US" altLang="zh-CN" b="0"/>
              <a:t>       "Zhang", 26, "0571-85171880 "</a:t>
            </a:r>
            <a:endParaRPr lang="en-US" altLang="zh-CN" b="0"/>
          </a:p>
          <a:p>
            <a:pPr lvl="1" eaLnBrk="1" hangingPunct="1">
              <a:buClr>
                <a:schemeClr val="bg2"/>
              </a:buClr>
              <a:buSzPct val="75000"/>
              <a:buNone/>
            </a:pPr>
            <a:r>
              <a:rPr lang="en-US" altLang="zh-CN" b="0"/>
              <a:t> } ;</a:t>
            </a:r>
            <a:endParaRPr lang="zh-CN" altLang="en-US" b="0" dirty="0"/>
          </a:p>
        </p:txBody>
      </p:sp>
      <p:sp>
        <p:nvSpPr>
          <p:cNvPr id="21509" name="Rectangle 5"/>
          <p:cNvSpPr/>
          <p:nvPr/>
        </p:nvSpPr>
        <p:spPr>
          <a:xfrm>
            <a:off x="2132013" y="3794760"/>
            <a:ext cx="4702810" cy="1198880"/>
          </a:xfrm>
          <a:prstGeom prst="rect">
            <a:avLst/>
          </a:prstGeom>
          <a:noFill/>
          <a:ln w="9525">
            <a:noFill/>
          </a:ln>
        </p:spPr>
        <p:txBody>
          <a:bodyPr wrap="none" lIns="92075" tIns="46038" rIns="92075" bIns="46038" anchor="ctr" anchorCtr="0">
            <a:spAutoFit/>
          </a:bodyPr>
          <a:p>
            <a:pPr defTabSz="914400" eaLnBrk="0" hangingPunct="0">
              <a:tabLst>
                <a:tab pos="1200150" algn="l"/>
              </a:tabLst>
            </a:pPr>
            <a:r>
              <a:rPr lang="en-US" altLang="zh-CN" sz="2400">
                <a:latin typeface="Arial" panose="02080604020202020204" pitchFamily="34" charset="0"/>
                <a:cs typeface="Times New Roman" pitchFamily="18" charset="0"/>
              </a:rPr>
              <a:t>name     age        telephone   </a:t>
            </a:r>
            <a:endParaRPr lang="en-US" altLang="zh-CN" sz="2400">
              <a:latin typeface="Arial" panose="02080604020202020204" pitchFamily="34" charset="0"/>
            </a:endParaRPr>
          </a:p>
          <a:p>
            <a:pPr defTabSz="914400" eaLnBrk="0" hangingPunct="0">
              <a:tabLst>
                <a:tab pos="1200150" algn="l"/>
              </a:tabLst>
            </a:pPr>
            <a:r>
              <a:rPr lang="en-US" altLang="zh-CN" sz="2400">
                <a:latin typeface="Arial" panose="02080604020202020204" pitchFamily="34" charset="0"/>
                <a:cs typeface="Times New Roman" pitchFamily="18" charset="0"/>
              </a:rPr>
              <a:t>↓</a:t>
            </a:r>
            <a:r>
              <a:rPr lang="zh-CN" altLang="en-US" sz="2400" dirty="0">
                <a:latin typeface="Arial" panose="02080604020202020204" pitchFamily="34" charset="0"/>
                <a:cs typeface="Times New Roman" pitchFamily="18" charset="0"/>
              </a:rPr>
              <a:t>　   　  </a:t>
            </a:r>
            <a:r>
              <a:rPr lang="en-US" altLang="zh-CN" sz="2400">
                <a:latin typeface="Arial" panose="02080604020202020204" pitchFamily="34" charset="0"/>
                <a:cs typeface="Times New Roman" pitchFamily="18" charset="0"/>
              </a:rPr>
              <a:t>↓</a:t>
            </a:r>
            <a:r>
              <a:rPr lang="zh-CN" altLang="en-US" sz="2400" dirty="0">
                <a:latin typeface="Arial" panose="02080604020202020204" pitchFamily="34" charset="0"/>
                <a:cs typeface="Times New Roman" pitchFamily="18" charset="0"/>
              </a:rPr>
              <a:t>　　     </a:t>
            </a:r>
            <a:r>
              <a:rPr lang="en-US" altLang="zh-CN" sz="2400">
                <a:latin typeface="Arial" panose="02080604020202020204" pitchFamily="34" charset="0"/>
                <a:cs typeface="Times New Roman" pitchFamily="18" charset="0"/>
              </a:rPr>
              <a:t>↓</a:t>
            </a:r>
            <a:r>
              <a:rPr lang="zh-CN" altLang="en-US" sz="2400" dirty="0">
                <a:latin typeface="Arial" panose="02080604020202020204" pitchFamily="34" charset="0"/>
                <a:cs typeface="Times New Roman" pitchFamily="18" charset="0"/>
              </a:rPr>
              <a:t>　     </a:t>
            </a:r>
            <a:endParaRPr lang="zh-CN" altLang="en-US" sz="2400" dirty="0">
              <a:latin typeface="Arial" panose="02080604020202020204" pitchFamily="34" charset="0"/>
            </a:endParaRPr>
          </a:p>
          <a:p>
            <a:pPr defTabSz="914400" eaLnBrk="0" hangingPunct="0">
              <a:tabLst>
                <a:tab pos="1200150" algn="l"/>
              </a:tabLst>
            </a:pPr>
            <a:endParaRPr lang="zh-CN" altLang="en-US" sz="2400" dirty="0">
              <a:latin typeface="Arial" panose="02080604020202020204" pitchFamily="34" charset="0"/>
            </a:endParaRPr>
          </a:p>
        </p:txBody>
      </p:sp>
      <p:graphicFrame>
        <p:nvGraphicFramePr>
          <p:cNvPr id="400414" name="Group 30"/>
          <p:cNvGraphicFramePr>
            <a:graphicFrameLocks noGrp="1"/>
          </p:cNvGraphicFramePr>
          <p:nvPr/>
        </p:nvGraphicFramePr>
        <p:xfrm>
          <a:off x="1692275" y="4652963"/>
          <a:ext cx="5832475" cy="457200"/>
        </p:xfrm>
        <a:graphic>
          <a:graphicData uri="http://schemas.openxmlformats.org/drawingml/2006/table">
            <a:tbl>
              <a:tblPr/>
              <a:tblGrid>
                <a:gridCol w="1909763"/>
                <a:gridCol w="1163637"/>
                <a:gridCol w="2759075"/>
              </a:tblGrid>
              <a:tr h="247650">
                <a:tc>
                  <a:txBody>
                    <a:bodyPr/>
                    <a:lstStyle/>
                    <a:p>
                      <a:pPr marL="0" marR="0" lvl="0" indent="0" algn="l" defTabSz="914400" rtl="0" eaLnBrk="0" fontAlgn="base" latinLnBrk="0" hangingPunct="0">
                        <a:lnSpc>
                          <a:spcPct val="100000"/>
                        </a:lnSpc>
                        <a:spcBef>
                          <a:spcPct val="0"/>
                        </a:spcBef>
                        <a:spcAft>
                          <a:spcPct val="0"/>
                        </a:spcAft>
                        <a:buClrTx/>
                        <a:buSzTx/>
                        <a:buFontTx/>
                        <a:buNone/>
                        <a:tabLst>
                          <a:tab pos="1200150" algn="l"/>
                        </a:tabLst>
                      </a:pPr>
                      <a:r>
                        <a:rPr kumimoji="0" lang="en-US" altLang="zh-CN" sz="2400" b="0" i="0" u="none" strike="noStrike" cap="none" normalizeH="0" baseline="0" smtClean="0">
                          <a:ln>
                            <a:noFill/>
                          </a:ln>
                          <a:solidFill>
                            <a:schemeClr val="tx1"/>
                          </a:solidFill>
                          <a:effectLst/>
                          <a:latin typeface="Arial" panose="02080604020202020204" pitchFamily="34" charset="0"/>
                          <a:ea typeface="宋体" pitchFamily="2" charset="-122"/>
                          <a:cs typeface="Times New Roman" pitchFamily="18" charset="0"/>
                        </a:rPr>
                        <a:t>Zhang</a:t>
                      </a:r>
                      <a:endParaRPr kumimoji="0" lang="en-US" altLang="zh-CN" sz="2400" b="0" i="0" u="none" strike="noStrike" cap="none" normalizeH="0" baseline="0" smtClean="0">
                        <a:ln>
                          <a:noFill/>
                        </a:ln>
                        <a:solidFill>
                          <a:schemeClr val="tx1"/>
                        </a:solidFill>
                        <a:effectLst/>
                        <a:latin typeface="Arial" panose="02080604020202020204" pitchFamily="34" charset="0"/>
                        <a:ea typeface="宋体" pitchFamily="2" charset="-122"/>
                        <a:cs typeface="Times New Roman" pitchFamily="18" charset="0"/>
                      </a:endParaRPr>
                    </a:p>
                  </a:txBody>
                  <a:tcPr marL="92075" marR="92075" marT="46038" marB="46038"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0"/>
                        </a:spcAft>
                        <a:buClrTx/>
                        <a:buSzTx/>
                        <a:buFontTx/>
                        <a:buNone/>
                        <a:tabLst>
                          <a:tab pos="1200150" algn="l"/>
                        </a:tabLst>
                      </a:pPr>
                      <a:r>
                        <a:rPr kumimoji="0" lang="en-US" altLang="zh-CN" sz="2400" b="0" i="0" u="none" strike="noStrike" cap="none" normalizeH="0" baseline="0" smtClean="0">
                          <a:ln>
                            <a:noFill/>
                          </a:ln>
                          <a:solidFill>
                            <a:schemeClr val="tx1"/>
                          </a:solidFill>
                          <a:effectLst/>
                          <a:latin typeface="Arial" panose="02080604020202020204" pitchFamily="34" charset="0"/>
                          <a:ea typeface="宋体" pitchFamily="2" charset="-122"/>
                          <a:cs typeface="Times New Roman" pitchFamily="18" charset="0"/>
                        </a:rPr>
                        <a:t>26</a:t>
                      </a:r>
                      <a:endParaRPr kumimoji="0" lang="en-US" altLang="zh-CN" sz="2400" b="0" i="0" u="none" strike="noStrike" cap="none" normalizeH="0" baseline="0" smtClean="0">
                        <a:ln>
                          <a:noFill/>
                        </a:ln>
                        <a:solidFill>
                          <a:schemeClr val="tx1"/>
                        </a:solidFill>
                        <a:effectLst/>
                        <a:latin typeface="Arial" panose="02080604020202020204" pitchFamily="34" charset="0"/>
                        <a:ea typeface="宋体" pitchFamily="2" charset="-122"/>
                        <a:cs typeface="Times New Roman" pitchFamily="18" charset="0"/>
                      </a:endParaRPr>
                    </a:p>
                  </a:txBody>
                  <a:tcPr marL="92075" marR="92075" marT="46038" marB="46038"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0"/>
                        </a:spcAft>
                        <a:buClrTx/>
                        <a:buSzTx/>
                        <a:buFontTx/>
                        <a:buNone/>
                        <a:tabLst>
                          <a:tab pos="1200150" algn="l"/>
                        </a:tabLst>
                      </a:pPr>
                      <a:r>
                        <a:rPr kumimoji="0" lang="en-US" altLang="zh-CN" sz="2400" b="0" i="0" u="none" strike="noStrike" cap="none" normalizeH="0" baseline="0" smtClean="0">
                          <a:ln>
                            <a:noFill/>
                          </a:ln>
                          <a:solidFill>
                            <a:schemeClr val="tx1"/>
                          </a:solidFill>
                          <a:effectLst/>
                          <a:latin typeface="Arial" panose="02080604020202020204" pitchFamily="34" charset="0"/>
                          <a:ea typeface="宋体" pitchFamily="2" charset="-122"/>
                          <a:cs typeface="Times New Roman" pitchFamily="18" charset="0"/>
                        </a:rPr>
                        <a:t>0571-85271880</a:t>
                      </a:r>
                      <a:endParaRPr kumimoji="0" lang="en-US" altLang="zh-CN" sz="2400" b="0" i="0" u="none" strike="noStrike" cap="none" normalizeH="0" baseline="0" smtClean="0">
                        <a:ln>
                          <a:noFill/>
                        </a:ln>
                        <a:solidFill>
                          <a:schemeClr val="tx1"/>
                        </a:solidFill>
                        <a:effectLst/>
                        <a:latin typeface="Arial" panose="02080604020202020204" pitchFamily="34" charset="0"/>
                        <a:ea typeface="宋体" pitchFamily="2" charset="-122"/>
                        <a:cs typeface="Times New Roman" pitchFamily="18" charset="0"/>
                      </a:endParaRPr>
                    </a:p>
                  </a:txBody>
                  <a:tcPr marL="92075" marR="92075" marT="46038" marB="46038"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bl>
          </a:graphicData>
        </a:graphic>
      </p:graphicFrame>
    </p:spTree>
  </p:cSld>
  <p:clrMapOvr>
    <a:masterClrMapping/>
  </p:clrMapOvr>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2531" name="Rectangle 4"/>
          <p:cNvSpPr>
            <a:spLocks noGrp="1"/>
          </p:cNvSpPr>
          <p:nvPr>
            <p:ph type="title"/>
          </p:nvPr>
        </p:nvSpPr>
        <p:spPr>
          <a:xfrm>
            <a:off x="250825" y="385763"/>
            <a:ext cx="8229600" cy="955675"/>
          </a:xfrm>
        </p:spPr>
        <p:txBody>
          <a:bodyPr vert="horz" wrap="square" lIns="91440" tIns="45720" rIns="91440" bIns="45720" anchor="ctr" anchorCtr="0"/>
          <a:p>
            <a:pPr eaLnBrk="1" hangingPunct="1"/>
            <a:r>
              <a:rPr lang="en-US" altLang="zh-CN" sz="4000" b="0"/>
              <a:t>9.2.2  </a:t>
            </a:r>
            <a:r>
              <a:rPr lang="zh-CN" altLang="en-US" sz="4000" b="0" dirty="0"/>
              <a:t>结构变量的使用</a:t>
            </a:r>
            <a:endParaRPr lang="zh-CN" altLang="en-US" sz="4000" b="0" dirty="0"/>
          </a:p>
        </p:txBody>
      </p:sp>
      <p:sp>
        <p:nvSpPr>
          <p:cNvPr id="237573" name="Rectangle 5"/>
          <p:cNvSpPr>
            <a:spLocks noGrp="1"/>
          </p:cNvSpPr>
          <p:nvPr>
            <p:ph idx="1"/>
          </p:nvPr>
        </p:nvSpPr>
        <p:spPr>
          <a:xfrm>
            <a:off x="468313" y="1484313"/>
            <a:ext cx="8229600" cy="4608512"/>
          </a:xfrm>
        </p:spPr>
        <p:txBody>
          <a:bodyPr vert="horz" wrap="square" lIns="91440" tIns="45720" rIns="91440" bIns="45720" anchor="t" anchorCtr="0"/>
          <a:p>
            <a:pPr marL="609600" indent="-609600" eaLnBrk="1" hangingPunct="1">
              <a:buNone/>
            </a:pPr>
            <a:r>
              <a:rPr lang="en-US" altLang="zh-CN" b="0"/>
              <a:t>1. </a:t>
            </a:r>
            <a:r>
              <a:rPr lang="zh-CN" altLang="en-US" b="0" dirty="0"/>
              <a:t>结构变量成员的引用</a:t>
            </a:r>
            <a:endParaRPr lang="zh-CN" altLang="en-US" b="0" dirty="0"/>
          </a:p>
          <a:p>
            <a:pPr marL="609600" indent="-609600" eaLnBrk="1" hangingPunct="1">
              <a:buNone/>
            </a:pPr>
            <a:endParaRPr lang="zh-CN" altLang="en-US" b="0" dirty="0"/>
          </a:p>
          <a:p>
            <a:pPr marL="609600" indent="-609600" eaLnBrk="1" hangingPunct="1">
              <a:buNone/>
            </a:pPr>
            <a:r>
              <a:rPr lang="zh-CN" altLang="en-US" b="0" dirty="0">
                <a:solidFill>
                  <a:schemeClr val="bg2"/>
                </a:solidFill>
              </a:rPr>
              <a:t>结构变量名</a:t>
            </a:r>
            <a:r>
              <a:rPr lang="zh-CN" altLang="en-US" b="0" dirty="0">
                <a:solidFill>
                  <a:srgbClr val="CC0066"/>
                </a:solidFill>
              </a:rPr>
              <a:t> </a:t>
            </a:r>
            <a:r>
              <a:rPr lang="en-US" altLang="zh-CN" b="0">
                <a:solidFill>
                  <a:srgbClr val="CC0066"/>
                </a:solidFill>
              </a:rPr>
              <a:t>.</a:t>
            </a:r>
            <a:r>
              <a:rPr lang="zh-CN" altLang="en-US" b="0" dirty="0">
                <a:solidFill>
                  <a:schemeClr val="bg2"/>
                </a:solidFill>
              </a:rPr>
              <a:t>结构成员名</a:t>
            </a:r>
            <a:endParaRPr lang="zh-CN" altLang="en-US" b="0" dirty="0">
              <a:solidFill>
                <a:schemeClr val="bg2"/>
              </a:solidFill>
            </a:endParaRPr>
          </a:p>
          <a:p>
            <a:pPr marL="990600" lvl="1" indent="-533400" eaLnBrk="1" hangingPunct="1">
              <a:buNone/>
            </a:pPr>
            <a:endParaRPr lang="zh-CN" altLang="en-US" b="0" dirty="0">
              <a:solidFill>
                <a:srgbClr val="CC0066"/>
              </a:solidFill>
            </a:endParaRPr>
          </a:p>
          <a:p>
            <a:pPr marL="990600" lvl="1" indent="-533400" eaLnBrk="1" hangingPunct="1">
              <a:buNone/>
            </a:pPr>
            <a:r>
              <a:rPr lang="en-US" altLang="zh-CN" b="0"/>
              <a:t>friend1</a:t>
            </a:r>
            <a:r>
              <a:rPr lang="en-US" altLang="zh-CN" b="0">
                <a:solidFill>
                  <a:srgbClr val="CC0066"/>
                </a:solidFill>
              </a:rPr>
              <a:t>.</a:t>
            </a:r>
            <a:r>
              <a:rPr lang="en-US" altLang="zh-CN" b="0"/>
              <a:t>age = 26;</a:t>
            </a:r>
            <a:endParaRPr lang="en-US" altLang="zh-CN" b="0"/>
          </a:p>
          <a:p>
            <a:pPr marL="990600" lvl="1" indent="-533400" eaLnBrk="1" hangingPunct="1">
              <a:buNone/>
            </a:pPr>
            <a:r>
              <a:rPr lang="en-US" altLang="zh-CN" b="0"/>
              <a:t>strcpy(friend1</a:t>
            </a:r>
            <a:r>
              <a:rPr lang="en-US" altLang="zh-CN" b="0">
                <a:solidFill>
                  <a:srgbClr val="CC0066"/>
                </a:solidFill>
              </a:rPr>
              <a:t>.</a:t>
            </a:r>
            <a:r>
              <a:rPr lang="en-US" altLang="zh-CN" b="0"/>
              <a:t>name, "Zhang San"); </a:t>
            </a:r>
            <a:endParaRPr lang="en-US" altLang="zh-CN" b="0"/>
          </a:p>
          <a:p>
            <a:pPr marL="990600" lvl="1" indent="-533400" eaLnBrk="1" hangingPunct="1">
              <a:buNone/>
            </a:pPr>
            <a:r>
              <a:rPr lang="en-US" altLang="zh-CN" b="0" err="1"/>
              <a:t>nest_friend</a:t>
            </a:r>
            <a:r>
              <a:rPr lang="en-US" altLang="zh-CN" b="0" err="1">
                <a:solidFill>
                  <a:srgbClr val="CC0066"/>
                </a:solidFill>
              </a:rPr>
              <a:t>.</a:t>
            </a:r>
            <a:r>
              <a:rPr lang="en-US" altLang="zh-CN" b="0" err="1"/>
              <a:t>addr</a:t>
            </a:r>
            <a:r>
              <a:rPr lang="en-US" altLang="zh-CN" b="0" err="1">
                <a:solidFill>
                  <a:srgbClr val="CC0066"/>
                </a:solidFill>
              </a:rPr>
              <a:t>.</a:t>
            </a:r>
            <a:r>
              <a:rPr lang="en-US" altLang="zh-CN" b="0" err="1"/>
              <a:t>zip</a:t>
            </a:r>
            <a:endParaRPr lang="zh-CN" altLang="en-US" b="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37573">
                                            <p:txEl>
                                              <p:charRg st="14" end="27"/>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2" presetClass="entr" presetSubtype="4" fill="hold" nodeType="clickEffect">
                                  <p:stCondLst>
                                    <p:cond delay="0"/>
                                  </p:stCondLst>
                                  <p:childTnLst>
                                    <p:set>
                                      <p:cBhvr>
                                        <p:cTn id="10" dur="1" fill="hold">
                                          <p:stCondLst>
                                            <p:cond delay="0"/>
                                          </p:stCondLst>
                                        </p:cTn>
                                        <p:tgtEl>
                                          <p:spTgt spid="237573">
                                            <p:txEl>
                                              <p:charRg st="28" end="46"/>
                                            </p:txEl>
                                          </p:spTgt>
                                        </p:tgtEl>
                                        <p:attrNameLst>
                                          <p:attrName>style.visibility</p:attrName>
                                        </p:attrNameLst>
                                      </p:cBhvr>
                                      <p:to>
                                        <p:strVal val="visible"/>
                                      </p:to>
                                    </p:set>
                                    <p:animEffect transition="in" filter="wipe(down)">
                                      <p:cBhvr>
                                        <p:cTn id="11" dur="500"/>
                                        <p:tgtEl>
                                          <p:spTgt spid="237573">
                                            <p:txEl>
                                              <p:charRg st="28" end="46"/>
                                            </p:txEl>
                                          </p:spTgt>
                                        </p:tgtEl>
                                      </p:cBhvr>
                                    </p:animEffect>
                                  </p:childTnLst>
                                </p:cTn>
                              </p:par>
                              <p:par>
                                <p:cTn id="12" presetID="22" presetClass="entr" presetSubtype="4" fill="hold" nodeType="withEffect">
                                  <p:stCondLst>
                                    <p:cond delay="0"/>
                                  </p:stCondLst>
                                  <p:childTnLst>
                                    <p:set>
                                      <p:cBhvr>
                                        <p:cTn id="13" dur="1" fill="hold">
                                          <p:stCondLst>
                                            <p:cond delay="0"/>
                                          </p:stCondLst>
                                        </p:cTn>
                                        <p:tgtEl>
                                          <p:spTgt spid="237573">
                                            <p:txEl>
                                              <p:charRg st="46" end="82"/>
                                            </p:txEl>
                                          </p:spTgt>
                                        </p:tgtEl>
                                        <p:attrNameLst>
                                          <p:attrName>style.visibility</p:attrName>
                                        </p:attrNameLst>
                                      </p:cBhvr>
                                      <p:to>
                                        <p:strVal val="visible"/>
                                      </p:to>
                                    </p:set>
                                    <p:animEffect transition="in" filter="wipe(down)">
                                      <p:cBhvr>
                                        <p:cTn id="14" dur="500"/>
                                        <p:tgtEl>
                                          <p:spTgt spid="237573">
                                            <p:txEl>
                                              <p:charRg st="46" end="82"/>
                                            </p:txEl>
                                          </p:spTgt>
                                        </p:tgtEl>
                                      </p:cBhvr>
                                    </p:animEffect>
                                  </p:childTnLst>
                                </p:cTn>
                              </p:par>
                              <p:par>
                                <p:cTn id="15" presetID="22" presetClass="entr" presetSubtype="4" fill="hold" nodeType="withEffect">
                                  <p:stCondLst>
                                    <p:cond delay="0"/>
                                  </p:stCondLst>
                                  <p:childTnLst>
                                    <p:set>
                                      <p:cBhvr>
                                        <p:cTn id="16" dur="1" fill="hold">
                                          <p:stCondLst>
                                            <p:cond delay="0"/>
                                          </p:stCondLst>
                                        </p:cTn>
                                        <p:tgtEl>
                                          <p:spTgt spid="237573">
                                            <p:txEl>
                                              <p:charRg st="82" end="103"/>
                                            </p:txEl>
                                          </p:spTgt>
                                        </p:tgtEl>
                                        <p:attrNameLst>
                                          <p:attrName>style.visibility</p:attrName>
                                        </p:attrNameLst>
                                      </p:cBhvr>
                                      <p:to>
                                        <p:strVal val="visible"/>
                                      </p:to>
                                    </p:set>
                                    <p:animEffect transition="in" filter="wipe(down)">
                                      <p:cBhvr>
                                        <p:cTn id="17" dur="500"/>
                                        <p:tgtEl>
                                          <p:spTgt spid="237573">
                                            <p:txEl>
                                              <p:charRg st="82" end="10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p:sp>
        <p:nvSpPr>
          <p:cNvPr id="23555" name="Rectangle 2"/>
          <p:cNvSpPr>
            <a:spLocks noGrp="1"/>
          </p:cNvSpPr>
          <p:nvPr>
            <p:ph type="title"/>
          </p:nvPr>
        </p:nvSpPr>
        <p:spPr>
          <a:xfrm>
            <a:off x="250825" y="385763"/>
            <a:ext cx="8229600" cy="955675"/>
          </a:xfrm>
        </p:spPr>
        <p:txBody>
          <a:bodyPr vert="horz" wrap="square" lIns="91440" tIns="45720" rIns="91440" bIns="45720" anchor="ctr" anchorCtr="0"/>
          <a:p>
            <a:pPr eaLnBrk="1" hangingPunct="1"/>
            <a:r>
              <a:rPr lang="zh-CN" altLang="en-US" sz="4000" b="0" dirty="0"/>
              <a:t>例</a:t>
            </a:r>
            <a:r>
              <a:rPr lang="en-US" altLang="zh-CN" sz="4000" b="0"/>
              <a:t>9-2  </a:t>
            </a:r>
            <a:r>
              <a:rPr lang="zh-CN" altLang="en-US" sz="4000" b="0" dirty="0"/>
              <a:t>计算实发工资</a:t>
            </a:r>
            <a:endParaRPr lang="zh-CN" altLang="en-US" sz="4000" b="0" dirty="0"/>
          </a:p>
        </p:txBody>
      </p:sp>
      <p:sp>
        <p:nvSpPr>
          <p:cNvPr id="23556" name="Rectangle 3"/>
          <p:cNvSpPr>
            <a:spLocks noGrp="1"/>
          </p:cNvSpPr>
          <p:nvPr>
            <p:ph idx="1"/>
          </p:nvPr>
        </p:nvSpPr>
        <p:spPr>
          <a:xfrm>
            <a:off x="468313" y="1700213"/>
            <a:ext cx="8435975" cy="3313112"/>
          </a:xfrm>
        </p:spPr>
        <p:txBody>
          <a:bodyPr vert="horz" wrap="square" lIns="91440" tIns="45720" rIns="91440" bIns="45720" anchor="t" anchorCtr="0"/>
          <a:p>
            <a:pPr marL="609600" indent="-609600" eaLnBrk="1" hangingPunct="1">
              <a:buNone/>
            </a:pPr>
            <a:r>
              <a:rPr lang="zh-CN" altLang="en-US" sz="2800" b="0" dirty="0"/>
              <a:t>在一个职工工资管理系统中，工资项目包括编号、姓名、基本工资、奖金、保险、实发工资。</a:t>
            </a:r>
            <a:endParaRPr lang="zh-CN" altLang="en-US" sz="2800" b="0" dirty="0"/>
          </a:p>
          <a:p>
            <a:pPr marL="609600" indent="-609600" eaLnBrk="1" hangingPunct="1">
              <a:buNone/>
            </a:pPr>
            <a:r>
              <a:rPr lang="zh-CN" altLang="en-US" sz="2800" b="0" dirty="0"/>
              <a:t>输入一个正整数</a:t>
            </a:r>
            <a:r>
              <a:rPr lang="en-US" altLang="zh-CN" sz="2800" b="0"/>
              <a:t>n</a:t>
            </a:r>
            <a:r>
              <a:rPr lang="zh-CN" altLang="en-US" sz="2800" b="0" dirty="0"/>
              <a:t>，再输入</a:t>
            </a:r>
            <a:r>
              <a:rPr lang="en-US" altLang="zh-CN" sz="2800" b="0"/>
              <a:t>n</a:t>
            </a:r>
            <a:r>
              <a:rPr lang="zh-CN" altLang="en-US" sz="2800" b="0" dirty="0"/>
              <a:t>个职工的前</a:t>
            </a:r>
            <a:r>
              <a:rPr lang="en-US" altLang="zh-CN" sz="2800" b="0"/>
              <a:t>5</a:t>
            </a:r>
            <a:r>
              <a:rPr lang="zh-CN" altLang="en-US" sz="2800" b="0" dirty="0"/>
              <a:t>项信息，计算并输出每位职工的实发工资。</a:t>
            </a:r>
            <a:endParaRPr lang="zh-CN" altLang="en-US" sz="2800" b="0" dirty="0"/>
          </a:p>
          <a:p>
            <a:pPr marL="990600" lvl="1" indent="-533400" eaLnBrk="1" hangingPunct="1">
              <a:buNone/>
            </a:pPr>
            <a:r>
              <a:rPr lang="zh-CN" altLang="en-US" sz="2400" b="0" dirty="0"/>
              <a:t>实发工资 </a:t>
            </a:r>
            <a:r>
              <a:rPr lang="en-US" altLang="zh-CN" sz="2400" b="0"/>
              <a:t>= </a:t>
            </a:r>
            <a:r>
              <a:rPr lang="zh-CN" altLang="en-US" sz="2400" b="0" dirty="0"/>
              <a:t>基本工资</a:t>
            </a:r>
            <a:r>
              <a:rPr lang="en-US" altLang="zh-CN" sz="2400" b="0"/>
              <a:t>+</a:t>
            </a:r>
            <a:r>
              <a:rPr lang="zh-CN" altLang="en-US" sz="2400" b="0" dirty="0"/>
              <a:t>奖金</a:t>
            </a:r>
            <a:r>
              <a:rPr lang="en-US" altLang="zh-CN" sz="2400" b="0"/>
              <a:t>–</a:t>
            </a:r>
            <a:r>
              <a:rPr lang="zh-CN" altLang="en-US" sz="2400" b="0" dirty="0"/>
              <a:t>保险。</a:t>
            </a:r>
            <a:endParaRPr lang="zh-CN" altLang="en-US" sz="2400" b="0" dirty="0"/>
          </a:p>
        </p:txBody>
      </p:sp>
    </p:spTree>
  </p:cSld>
  <p:clrMapOvr>
    <a:masterClrMapping/>
  </p:clrMapOvr>
  <p:transition/>
</p:sld>
</file>

<file path=ppt/slides/slide2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p:sp>
        <p:nvSpPr>
          <p:cNvPr id="24578" name="Rectangle 2"/>
          <p:cNvSpPr>
            <a:spLocks noGrp="1"/>
          </p:cNvSpPr>
          <p:nvPr>
            <p:ph type="title"/>
          </p:nvPr>
        </p:nvSpPr>
        <p:spPr>
          <a:xfrm>
            <a:off x="4806950" y="287020"/>
            <a:ext cx="4265295" cy="955675"/>
          </a:xfrm>
        </p:spPr>
        <p:txBody>
          <a:bodyPr vert="horz" wrap="square" lIns="91440" tIns="45720" rIns="91440" bIns="45720" anchor="ctr" anchorCtr="0"/>
          <a:p>
            <a:pPr eaLnBrk="1" hangingPunct="1"/>
            <a:r>
              <a:rPr lang="zh-CN" altLang="en-US" sz="4000" dirty="0"/>
              <a:t>例</a:t>
            </a:r>
            <a:r>
              <a:rPr lang="en-US" altLang="zh-CN" sz="4000"/>
              <a:t>9-2 </a:t>
            </a:r>
            <a:r>
              <a:rPr lang="zh-CN" altLang="en-US" sz="4000" dirty="0"/>
              <a:t>源程序</a:t>
            </a:r>
            <a:endParaRPr lang="zh-CN" altLang="en-US" sz="4000" dirty="0"/>
          </a:p>
        </p:txBody>
      </p:sp>
      <p:sp>
        <p:nvSpPr>
          <p:cNvPr id="24579" name="Rectangle 3"/>
          <p:cNvSpPr>
            <a:spLocks noGrp="1"/>
          </p:cNvSpPr>
          <p:nvPr>
            <p:ph idx="1"/>
          </p:nvPr>
        </p:nvSpPr>
        <p:spPr>
          <a:xfrm>
            <a:off x="179388" y="45085"/>
            <a:ext cx="8964612" cy="6677660"/>
          </a:xfrm>
          <a:noFill/>
          <a:ln w="28575" cmpd="sng">
            <a:solidFill>
              <a:schemeClr val="accent1">
                <a:shade val="50000"/>
              </a:schemeClr>
            </a:solidFill>
            <a:prstDash val="solid"/>
          </a:ln>
        </p:spPr>
        <p:txBody>
          <a:bodyPr vert="horz" wrap="square" lIns="91440" tIns="45720" rIns="91440" bIns="45720" rtlCol="0" anchor="t" anchorCtr="0">
            <a:spAutoFit/>
          </a:bodyPr>
          <a:p>
            <a:pPr marL="0" lvl="0" algn="l" defTabSz="914400">
              <a:buNone/>
            </a:pPr>
            <a:r>
              <a:rPr sz="2000" b="0" kern="1200">
                <a:latin typeface="+mn-ea"/>
                <a:ea typeface="宋体" pitchFamily="2" charset="-122"/>
                <a:cs typeface="+mn-ea"/>
                <a:sym typeface="+mn-ea"/>
              </a:rPr>
              <a:t>#include&lt;</a:t>
            </a:r>
            <a:r>
              <a:rPr sz="2000" b="0" kern="1200">
                <a:latin typeface="+mn-ea"/>
                <a:ea typeface="宋体" pitchFamily="2" charset="-122"/>
                <a:cs typeface="+mn-ea"/>
                <a:sym typeface="+mn-ea"/>
              </a:rPr>
              <a:t>stdio.h</a:t>
            </a:r>
            <a:r>
              <a:rPr sz="2000" b="0" kern="1200">
                <a:latin typeface="+mn-ea"/>
                <a:ea typeface="宋体" pitchFamily="2" charset="-122"/>
                <a:cs typeface="+mn-ea"/>
                <a:sym typeface="+mn-ea"/>
              </a:rPr>
              <a:t>&gt;</a:t>
            </a:r>
            <a:endParaRPr sz="2000" b="0" kern="1200">
              <a:latin typeface="+mn-ea"/>
              <a:ea typeface="宋体" pitchFamily="2" charset="-122"/>
              <a:cs typeface="+mn-ea"/>
              <a:sym typeface="+mn-ea"/>
            </a:endParaRPr>
          </a:p>
          <a:p>
            <a:pPr marL="0" lvl="0" algn="l" defTabSz="914400">
              <a:buNone/>
            </a:pPr>
            <a:r>
              <a:rPr sz="2000" b="0" kern="1200">
                <a:latin typeface="+mn-ea"/>
                <a:ea typeface="宋体" pitchFamily="2" charset="-122"/>
                <a:cs typeface="+mn-ea"/>
                <a:sym typeface="+mn-ea"/>
              </a:rPr>
              <a:t>struct</a:t>
            </a:r>
            <a:r>
              <a:rPr sz="2000" b="0" kern="1200">
                <a:latin typeface="+mn-ea"/>
                <a:ea typeface="宋体" pitchFamily="2" charset="-122"/>
                <a:cs typeface="+mn-ea"/>
                <a:sym typeface="+mn-ea"/>
              </a:rPr>
              <a:t> employee</a:t>
            </a:r>
            <a:r>
              <a:rPr sz="2000" b="0" kern="1200">
                <a:latin typeface="+mn-ea"/>
                <a:ea typeface="宋体" pitchFamily="2" charset="-122"/>
                <a:cs typeface="+mn-ea"/>
                <a:sym typeface="+mn-ea"/>
              </a:rPr>
              <a:t>{</a:t>
            </a:r>
            <a:endParaRPr sz="2000" b="0" kern="1200">
              <a:latin typeface="+mn-ea"/>
              <a:ea typeface="宋体" pitchFamily="2" charset="-122"/>
              <a:cs typeface="+mn-ea"/>
              <a:sym typeface="+mn-ea"/>
            </a:endParaRPr>
          </a:p>
          <a:p>
            <a:pPr marL="0" lvl="0" algn="l" defTabSz="914400">
              <a:buNone/>
            </a:pPr>
            <a:r>
              <a:rPr sz="2000" b="0" kern="1200">
                <a:latin typeface="+mn-ea"/>
                <a:ea typeface="宋体" pitchFamily="2" charset="-122"/>
                <a:cs typeface="+mn-ea"/>
                <a:sym typeface="+mn-ea"/>
              </a:rPr>
              <a:t>    </a:t>
            </a:r>
            <a:r>
              <a:rPr sz="2000" b="0" kern="1200">
                <a:latin typeface="+mn-ea"/>
                <a:ea typeface="宋体" pitchFamily="2" charset="-122"/>
                <a:cs typeface="+mn-ea"/>
                <a:sym typeface="+mn-ea"/>
              </a:rPr>
              <a:t>int</a:t>
            </a:r>
            <a:r>
              <a:rPr sz="2000" b="0" kern="1200">
                <a:latin typeface="+mn-ea"/>
                <a:ea typeface="宋体" pitchFamily="2" charset="-122"/>
                <a:cs typeface="+mn-ea"/>
                <a:sym typeface="+mn-ea"/>
              </a:rPr>
              <a:t> num;</a:t>
            </a:r>
            <a:endParaRPr sz="2000" b="0" kern="1200">
              <a:latin typeface="+mn-ea"/>
              <a:ea typeface="宋体" pitchFamily="2" charset="-122"/>
              <a:cs typeface="+mn-ea"/>
              <a:sym typeface="+mn-ea"/>
            </a:endParaRPr>
          </a:p>
          <a:p>
            <a:pPr marL="0" lvl="0" algn="l" defTabSz="914400">
              <a:buNone/>
            </a:pPr>
            <a:r>
              <a:rPr sz="2000" b="0" kern="1200">
                <a:latin typeface="+mn-ea"/>
                <a:ea typeface="宋体" pitchFamily="2" charset="-122"/>
                <a:cs typeface="+mn-ea"/>
                <a:sym typeface="+mn-ea"/>
              </a:rPr>
              <a:t>    char name[20];</a:t>
            </a:r>
            <a:endParaRPr sz="2000" b="0" kern="1200">
              <a:latin typeface="+mn-ea"/>
              <a:ea typeface="宋体" pitchFamily="2" charset="-122"/>
              <a:cs typeface="+mn-ea"/>
              <a:sym typeface="+mn-ea"/>
            </a:endParaRPr>
          </a:p>
          <a:p>
            <a:pPr marL="0" lvl="0" algn="l" defTabSz="914400">
              <a:buNone/>
            </a:pPr>
            <a:r>
              <a:rPr sz="2000" b="0" kern="1200">
                <a:latin typeface="+mn-ea"/>
                <a:ea typeface="宋体" pitchFamily="2" charset="-122"/>
                <a:cs typeface="+mn-ea"/>
                <a:sym typeface="+mn-ea"/>
              </a:rPr>
              <a:t>    float </a:t>
            </a:r>
            <a:r>
              <a:rPr sz="2000" b="0" kern="1200">
                <a:latin typeface="+mn-ea"/>
                <a:ea typeface="宋体" pitchFamily="2" charset="-122"/>
                <a:cs typeface="+mn-ea"/>
                <a:sym typeface="+mn-ea"/>
              </a:rPr>
              <a:t>jbgz</a:t>
            </a:r>
            <a:r>
              <a:rPr sz="2000" b="0" kern="1200">
                <a:latin typeface="+mn-ea"/>
                <a:ea typeface="宋体" pitchFamily="2" charset="-122"/>
                <a:cs typeface="+mn-ea"/>
                <a:sym typeface="+mn-ea"/>
              </a:rPr>
              <a:t>, </a:t>
            </a:r>
            <a:r>
              <a:rPr sz="2000" b="0" kern="1200">
                <a:latin typeface="+mn-ea"/>
                <a:ea typeface="宋体" pitchFamily="2" charset="-122"/>
                <a:cs typeface="+mn-ea"/>
                <a:sym typeface="+mn-ea"/>
              </a:rPr>
              <a:t>jj</a:t>
            </a:r>
            <a:r>
              <a:rPr sz="2000" b="0" kern="1200">
                <a:latin typeface="+mn-ea"/>
                <a:ea typeface="宋体" pitchFamily="2" charset="-122"/>
                <a:cs typeface="+mn-ea"/>
                <a:sym typeface="+mn-ea"/>
              </a:rPr>
              <a:t>, </a:t>
            </a:r>
            <a:r>
              <a:rPr sz="2000" b="0" kern="1200">
                <a:latin typeface="+mn-ea"/>
                <a:ea typeface="宋体" pitchFamily="2" charset="-122"/>
                <a:cs typeface="+mn-ea"/>
                <a:sym typeface="+mn-ea"/>
              </a:rPr>
              <a:t>bx</a:t>
            </a:r>
            <a:r>
              <a:rPr sz="2000" b="0" kern="1200">
                <a:latin typeface="+mn-ea"/>
                <a:ea typeface="宋体" pitchFamily="2" charset="-122"/>
                <a:cs typeface="+mn-ea"/>
                <a:sym typeface="+mn-ea"/>
              </a:rPr>
              <a:t>, </a:t>
            </a:r>
            <a:r>
              <a:rPr sz="2000" b="0" kern="1200">
                <a:latin typeface="+mn-ea"/>
                <a:ea typeface="宋体" pitchFamily="2" charset="-122"/>
                <a:cs typeface="+mn-ea"/>
                <a:sym typeface="+mn-ea"/>
              </a:rPr>
              <a:t>sfgz</a:t>
            </a:r>
            <a:r>
              <a:rPr sz="2000" b="0" kern="1200">
                <a:latin typeface="+mn-ea"/>
                <a:ea typeface="宋体" pitchFamily="2" charset="-122"/>
                <a:cs typeface="+mn-ea"/>
                <a:sym typeface="+mn-ea"/>
              </a:rPr>
              <a:t>;</a:t>
            </a:r>
            <a:endParaRPr sz="2000" b="0" kern="1200">
              <a:latin typeface="+mn-ea"/>
              <a:ea typeface="宋体" pitchFamily="2" charset="-122"/>
              <a:cs typeface="+mn-ea"/>
              <a:sym typeface="+mn-ea"/>
            </a:endParaRPr>
          </a:p>
          <a:p>
            <a:pPr marL="0" lvl="0" algn="l" defTabSz="914400">
              <a:buNone/>
            </a:pPr>
            <a:r>
              <a:rPr sz="2000" b="0" kern="1200">
                <a:latin typeface="+mn-ea"/>
                <a:ea typeface="宋体" pitchFamily="2" charset="-122"/>
                <a:cs typeface="+mn-ea"/>
                <a:sym typeface="+mn-ea"/>
              </a:rPr>
              <a:t>};</a:t>
            </a:r>
            <a:endParaRPr sz="2000" b="0" kern="1200">
              <a:latin typeface="+mn-ea"/>
              <a:ea typeface="宋体" pitchFamily="2" charset="-122"/>
              <a:cs typeface="+mn-ea"/>
              <a:sym typeface="+mn-ea"/>
            </a:endParaRPr>
          </a:p>
          <a:p>
            <a:pPr marL="0" lvl="0" algn="l" defTabSz="914400">
              <a:buNone/>
            </a:pPr>
            <a:r>
              <a:rPr sz="2000" b="0" kern="1200">
                <a:latin typeface="+mn-ea"/>
                <a:ea typeface="宋体" pitchFamily="2" charset="-122"/>
                <a:cs typeface="+mn-ea"/>
                <a:sym typeface="+mn-ea"/>
              </a:rPr>
              <a:t>int</a:t>
            </a:r>
            <a:r>
              <a:rPr sz="2000" b="0" kern="1200">
                <a:latin typeface="+mn-ea"/>
                <a:ea typeface="宋体" pitchFamily="2" charset="-122"/>
                <a:cs typeface="+mn-ea"/>
                <a:sym typeface="+mn-ea"/>
              </a:rPr>
              <a:t> </a:t>
            </a:r>
            <a:r>
              <a:rPr sz="2000" b="0" kern="1200">
                <a:latin typeface="+mn-ea"/>
                <a:ea typeface="宋体" pitchFamily="2" charset="-122"/>
                <a:cs typeface="+mn-ea"/>
                <a:sym typeface="+mn-ea"/>
              </a:rPr>
              <a:t>main(void</a:t>
            </a:r>
            <a:r>
              <a:rPr sz="2000" b="0" kern="1200">
                <a:latin typeface="+mn-ea"/>
                <a:ea typeface="宋体" pitchFamily="2" charset="-122"/>
                <a:cs typeface="+mn-ea"/>
                <a:sym typeface="+mn-ea"/>
              </a:rPr>
              <a:t>)</a:t>
            </a:r>
            <a:endParaRPr sz="2000" b="0" kern="1200">
              <a:latin typeface="+mn-ea"/>
              <a:ea typeface="宋体" pitchFamily="2" charset="-122"/>
              <a:cs typeface="+mn-ea"/>
              <a:sym typeface="+mn-ea"/>
            </a:endParaRPr>
          </a:p>
          <a:p>
            <a:pPr marL="0" lvl="0" algn="l" defTabSz="914400">
              <a:buNone/>
            </a:pPr>
            <a:r>
              <a:rPr sz="2000" b="0" kern="1200">
                <a:latin typeface="+mn-ea"/>
                <a:ea typeface="宋体" pitchFamily="2" charset="-122"/>
                <a:cs typeface="+mn-ea"/>
                <a:sym typeface="+mn-ea"/>
              </a:rPr>
              <a:t>{  </a:t>
            </a:r>
            <a:r>
              <a:rPr sz="2000" b="0" kern="1200">
                <a:latin typeface="+mn-ea"/>
                <a:ea typeface="宋体" pitchFamily="2" charset="-122"/>
                <a:cs typeface="+mn-ea"/>
                <a:sym typeface="+mn-ea"/>
              </a:rPr>
              <a:t>int</a:t>
            </a:r>
            <a:r>
              <a:rPr sz="2000" b="0" kern="1200">
                <a:latin typeface="+mn-ea"/>
                <a:ea typeface="宋体" pitchFamily="2" charset="-122"/>
                <a:cs typeface="+mn-ea"/>
                <a:sym typeface="+mn-ea"/>
              </a:rPr>
              <a:t> i, n;</a:t>
            </a:r>
            <a:r>
              <a:rPr lang="en-US" sz="2000" b="0" kern="1200">
                <a:latin typeface="+mn-ea"/>
                <a:ea typeface="宋体" pitchFamily="2" charset="-122"/>
                <a:cs typeface="+mn-ea"/>
                <a:sym typeface="+mn-ea"/>
              </a:rPr>
              <a:t>    </a:t>
            </a:r>
            <a:r>
              <a:rPr sz="2000" b="0" kern="1200">
                <a:latin typeface="+mn-ea"/>
                <a:ea typeface="宋体" pitchFamily="2" charset="-122"/>
                <a:cs typeface="+mn-ea"/>
                <a:sym typeface="+mn-ea"/>
              </a:rPr>
              <a:t>struct</a:t>
            </a:r>
            <a:r>
              <a:rPr sz="2000" b="0" kern="1200">
                <a:latin typeface="+mn-ea"/>
                <a:ea typeface="宋体" pitchFamily="2" charset="-122"/>
                <a:cs typeface="+mn-ea"/>
                <a:sym typeface="+mn-ea"/>
              </a:rPr>
              <a:t> employee</a:t>
            </a:r>
            <a:r>
              <a:rPr sz="2000" b="0" kern="1200">
                <a:latin typeface="+mn-ea"/>
                <a:ea typeface="宋体" pitchFamily="2" charset="-122"/>
                <a:cs typeface="+mn-ea"/>
                <a:sym typeface="+mn-ea"/>
              </a:rPr>
              <a:t> </a:t>
            </a:r>
            <a:r>
              <a:rPr sz="2000" b="0" kern="1200">
                <a:latin typeface="+mn-ea"/>
                <a:ea typeface="宋体" pitchFamily="2" charset="-122"/>
                <a:cs typeface="+mn-ea"/>
                <a:sym typeface="+mn-ea"/>
              </a:rPr>
              <a:t>e</a:t>
            </a:r>
            <a:r>
              <a:rPr sz="2000" b="0" kern="1200">
                <a:latin typeface="+mn-ea"/>
                <a:ea typeface="宋体" pitchFamily="2" charset="-122"/>
                <a:cs typeface="+mn-ea"/>
                <a:sym typeface="+mn-ea"/>
              </a:rPr>
              <a:t>;   </a:t>
            </a:r>
            <a:endParaRPr sz="2000" b="0" kern="1200">
              <a:latin typeface="+mn-ea"/>
              <a:ea typeface="宋体" pitchFamily="2" charset="-122"/>
              <a:cs typeface="+mn-ea"/>
              <a:sym typeface="+mn-ea"/>
            </a:endParaRPr>
          </a:p>
          <a:p>
            <a:pPr marL="0" lvl="0" algn="l" defTabSz="914400">
              <a:buNone/>
            </a:pPr>
            <a:r>
              <a:rPr sz="2000" b="0" kern="1200">
                <a:latin typeface="+mn-ea"/>
                <a:ea typeface="宋体" pitchFamily="2" charset="-122"/>
                <a:cs typeface="+mn-ea"/>
                <a:sym typeface="+mn-ea"/>
              </a:rPr>
              <a:t>    </a:t>
            </a:r>
            <a:r>
              <a:rPr sz="2000" b="0" kern="1200">
                <a:latin typeface="+mn-ea"/>
                <a:ea typeface="宋体" pitchFamily="2" charset="-122"/>
                <a:cs typeface="+mn-ea"/>
                <a:sym typeface="+mn-ea"/>
              </a:rPr>
              <a:t>printf</a:t>
            </a:r>
            <a:r>
              <a:rPr sz="2000" b="0" kern="1200">
                <a:latin typeface="+mn-ea"/>
                <a:ea typeface="宋体" pitchFamily="2" charset="-122"/>
                <a:cs typeface="+mn-ea"/>
                <a:sym typeface="+mn-ea"/>
              </a:rPr>
              <a:t>("</a:t>
            </a:r>
            <a:r>
              <a:rPr sz="2000" b="0" kern="1200">
                <a:latin typeface="+mn-ea"/>
                <a:ea typeface="宋体" pitchFamily="2" charset="-122"/>
                <a:cs typeface="+mn-ea"/>
                <a:sym typeface="+mn-ea"/>
              </a:rPr>
              <a:t>请输入职工人数</a:t>
            </a:r>
            <a:r>
              <a:rPr sz="2000" b="0" kern="1200">
                <a:latin typeface="+mn-ea"/>
                <a:ea typeface="宋体" pitchFamily="2" charset="-122"/>
                <a:cs typeface="+mn-ea"/>
                <a:sym typeface="+mn-ea"/>
              </a:rPr>
              <a:t>n: ");   scanf("%d</a:t>
            </a:r>
            <a:r>
              <a:rPr sz="2000" b="0" kern="1200">
                <a:latin typeface="+mn-ea"/>
                <a:ea typeface="宋体" pitchFamily="2" charset="-122"/>
                <a:cs typeface="+mn-ea"/>
                <a:sym typeface="+mn-ea"/>
              </a:rPr>
              <a:t>", &amp;n);</a:t>
            </a:r>
            <a:endParaRPr sz="2000" b="0" kern="1200">
              <a:latin typeface="+mn-ea"/>
              <a:ea typeface="宋体" pitchFamily="2" charset="-122"/>
              <a:cs typeface="+mn-ea"/>
              <a:sym typeface="+mn-ea"/>
            </a:endParaRPr>
          </a:p>
          <a:p>
            <a:pPr marL="0" lvl="0" algn="l" defTabSz="914400">
              <a:buNone/>
            </a:pPr>
            <a:r>
              <a:rPr sz="2000" b="0" kern="1200">
                <a:latin typeface="+mn-ea"/>
                <a:ea typeface="宋体" pitchFamily="2" charset="-122"/>
                <a:cs typeface="+mn-ea"/>
                <a:sym typeface="+mn-ea"/>
              </a:rPr>
              <a:t>    </a:t>
            </a:r>
            <a:r>
              <a:rPr sz="2000" b="0" kern="1200">
                <a:latin typeface="+mn-ea"/>
                <a:ea typeface="宋体" pitchFamily="2" charset="-122"/>
                <a:cs typeface="+mn-ea"/>
                <a:sym typeface="+mn-ea"/>
              </a:rPr>
              <a:t>for(i</a:t>
            </a:r>
            <a:r>
              <a:rPr sz="2000" b="0" kern="1200">
                <a:latin typeface="+mn-ea"/>
                <a:ea typeface="宋体" pitchFamily="2" charset="-122"/>
                <a:cs typeface="+mn-ea"/>
                <a:sym typeface="+mn-ea"/>
              </a:rPr>
              <a:t> = 1; i &lt;= n; i++){</a:t>
            </a:r>
            <a:endParaRPr sz="2000" b="0" kern="1200">
              <a:latin typeface="+mn-ea"/>
              <a:ea typeface="宋体" pitchFamily="2" charset="-122"/>
              <a:cs typeface="+mn-ea"/>
              <a:sym typeface="+mn-ea"/>
            </a:endParaRPr>
          </a:p>
          <a:p>
            <a:pPr marL="0" lvl="0" algn="l" defTabSz="914400">
              <a:buNone/>
            </a:pPr>
            <a:r>
              <a:rPr sz="2000" b="0" kern="1200">
                <a:latin typeface="+mn-ea"/>
                <a:ea typeface="宋体" pitchFamily="2" charset="-122"/>
                <a:cs typeface="+mn-ea"/>
                <a:sym typeface="+mn-ea"/>
              </a:rPr>
              <a:t>        </a:t>
            </a:r>
            <a:r>
              <a:rPr sz="2000" b="0" kern="1200">
                <a:latin typeface="+mn-ea"/>
                <a:ea typeface="宋体" pitchFamily="2" charset="-122"/>
                <a:cs typeface="+mn-ea"/>
                <a:sym typeface="+mn-ea"/>
              </a:rPr>
              <a:t>printf</a:t>
            </a:r>
            <a:r>
              <a:rPr sz="2000" b="0" kern="1200">
                <a:latin typeface="+mn-ea"/>
                <a:ea typeface="宋体" pitchFamily="2" charset="-122"/>
                <a:cs typeface="+mn-ea"/>
                <a:sym typeface="+mn-ea"/>
              </a:rPr>
              <a:t>("</a:t>
            </a:r>
            <a:r>
              <a:rPr sz="2000" b="0" kern="1200">
                <a:latin typeface="+mn-ea"/>
                <a:ea typeface="宋体" pitchFamily="2" charset="-122"/>
                <a:cs typeface="+mn-ea"/>
                <a:sym typeface="+mn-ea"/>
              </a:rPr>
              <a:t>请输入第</a:t>
            </a:r>
            <a:r>
              <a:rPr sz="2000" b="0" kern="1200">
                <a:latin typeface="+mn-ea"/>
                <a:ea typeface="宋体" pitchFamily="2" charset="-122"/>
                <a:cs typeface="+mn-ea"/>
                <a:sym typeface="+mn-ea"/>
              </a:rPr>
              <a:t>%d</a:t>
            </a:r>
            <a:r>
              <a:rPr sz="2000" b="0" kern="1200">
                <a:latin typeface="+mn-ea"/>
                <a:ea typeface="宋体" pitchFamily="2" charset="-122"/>
                <a:cs typeface="+mn-ea"/>
                <a:sym typeface="+mn-ea"/>
              </a:rPr>
              <a:t>个职工的信息</a:t>
            </a:r>
            <a:r>
              <a:rPr sz="2000" b="0" kern="1200">
                <a:latin typeface="+mn-ea"/>
                <a:ea typeface="宋体" pitchFamily="2" charset="-122"/>
                <a:cs typeface="+mn-ea"/>
                <a:sym typeface="+mn-ea"/>
              </a:rPr>
              <a:t>: ", i);</a:t>
            </a:r>
            <a:endParaRPr sz="2000" b="0" kern="1200">
              <a:latin typeface="+mn-ea"/>
              <a:ea typeface="宋体" pitchFamily="2" charset="-122"/>
              <a:cs typeface="+mn-ea"/>
              <a:sym typeface="+mn-ea"/>
            </a:endParaRPr>
          </a:p>
          <a:p>
            <a:pPr marL="0" lvl="0" algn="l" defTabSz="914400">
              <a:buNone/>
            </a:pPr>
            <a:r>
              <a:rPr sz="2000" b="0" kern="1200">
                <a:latin typeface="+mn-ea"/>
                <a:ea typeface="宋体" pitchFamily="2" charset="-122"/>
                <a:cs typeface="+mn-ea"/>
                <a:sym typeface="+mn-ea"/>
              </a:rPr>
              <a:t>        </a:t>
            </a:r>
            <a:r>
              <a:rPr sz="2000" b="0" kern="1200">
                <a:latin typeface="+mn-ea"/>
                <a:ea typeface="宋体" pitchFamily="2" charset="-122"/>
                <a:cs typeface="+mn-ea"/>
                <a:sym typeface="+mn-ea"/>
              </a:rPr>
              <a:t>scanf("%d%s</a:t>
            </a:r>
            <a:r>
              <a:rPr sz="2000" b="0" kern="1200">
                <a:latin typeface="+mn-ea"/>
                <a:ea typeface="宋体" pitchFamily="2" charset="-122"/>
                <a:cs typeface="+mn-ea"/>
                <a:sym typeface="+mn-ea"/>
              </a:rPr>
              <a:t>", &amp;</a:t>
            </a:r>
            <a:r>
              <a:rPr sz="2000" b="0" kern="1200">
                <a:latin typeface="+mn-ea"/>
                <a:ea typeface="宋体" pitchFamily="2" charset="-122"/>
                <a:cs typeface="+mn-ea"/>
                <a:sym typeface="+mn-ea"/>
              </a:rPr>
              <a:t>e.num</a:t>
            </a:r>
            <a:r>
              <a:rPr sz="2000" b="0" kern="1200">
                <a:latin typeface="+mn-ea"/>
                <a:ea typeface="宋体" pitchFamily="2" charset="-122"/>
                <a:cs typeface="+mn-ea"/>
                <a:sym typeface="+mn-ea"/>
              </a:rPr>
              <a:t>, </a:t>
            </a:r>
            <a:r>
              <a:rPr sz="2000" b="0" kern="1200">
                <a:latin typeface="+mn-ea"/>
                <a:ea typeface="宋体" pitchFamily="2" charset="-122"/>
                <a:cs typeface="+mn-ea"/>
                <a:sym typeface="+mn-ea"/>
              </a:rPr>
              <a:t>e.name</a:t>
            </a:r>
            <a:r>
              <a:rPr sz="2000" b="0" kern="1200">
                <a:latin typeface="+mn-ea"/>
                <a:ea typeface="宋体" pitchFamily="2" charset="-122"/>
                <a:cs typeface="+mn-ea"/>
                <a:sym typeface="+mn-ea"/>
              </a:rPr>
              <a:t>);</a:t>
            </a:r>
            <a:endParaRPr sz="2000" b="0" kern="1200">
              <a:latin typeface="+mn-ea"/>
              <a:ea typeface="宋体" pitchFamily="2" charset="-122"/>
              <a:cs typeface="+mn-ea"/>
              <a:sym typeface="+mn-ea"/>
            </a:endParaRPr>
          </a:p>
          <a:p>
            <a:pPr marL="0" lvl="0" algn="l" defTabSz="914400">
              <a:buNone/>
            </a:pPr>
            <a:r>
              <a:rPr sz="2000" b="0" kern="1200">
                <a:latin typeface="+mn-ea"/>
                <a:ea typeface="宋体" pitchFamily="2" charset="-122"/>
                <a:cs typeface="+mn-ea"/>
                <a:sym typeface="+mn-ea"/>
              </a:rPr>
              <a:t>        </a:t>
            </a:r>
            <a:r>
              <a:rPr sz="2000" b="0" kern="1200">
                <a:latin typeface="+mn-ea"/>
                <a:ea typeface="宋体" pitchFamily="2" charset="-122"/>
                <a:cs typeface="+mn-ea"/>
                <a:sym typeface="+mn-ea"/>
              </a:rPr>
              <a:t>scanf("%f%f%f</a:t>
            </a:r>
            <a:r>
              <a:rPr sz="2000" b="0" kern="1200">
                <a:latin typeface="+mn-ea"/>
                <a:ea typeface="宋体" pitchFamily="2" charset="-122"/>
                <a:cs typeface="+mn-ea"/>
                <a:sym typeface="+mn-ea"/>
              </a:rPr>
              <a:t>", &amp;</a:t>
            </a:r>
            <a:r>
              <a:rPr sz="2000" b="0" kern="1200">
                <a:latin typeface="+mn-ea"/>
                <a:ea typeface="宋体" pitchFamily="2" charset="-122"/>
                <a:cs typeface="+mn-ea"/>
                <a:sym typeface="+mn-ea"/>
              </a:rPr>
              <a:t>e.jbgz</a:t>
            </a:r>
            <a:r>
              <a:rPr sz="2000" b="0" kern="1200">
                <a:latin typeface="+mn-ea"/>
                <a:ea typeface="宋体" pitchFamily="2" charset="-122"/>
                <a:cs typeface="+mn-ea"/>
                <a:sym typeface="+mn-ea"/>
              </a:rPr>
              <a:t>, &amp;</a:t>
            </a:r>
            <a:r>
              <a:rPr sz="2000" b="0" kern="1200">
                <a:latin typeface="+mn-ea"/>
                <a:ea typeface="宋体" pitchFamily="2" charset="-122"/>
                <a:cs typeface="+mn-ea"/>
                <a:sym typeface="+mn-ea"/>
              </a:rPr>
              <a:t>e.jj</a:t>
            </a:r>
            <a:r>
              <a:rPr sz="2000" b="0" kern="1200">
                <a:latin typeface="+mn-ea"/>
                <a:ea typeface="宋体" pitchFamily="2" charset="-122"/>
                <a:cs typeface="+mn-ea"/>
                <a:sym typeface="+mn-ea"/>
              </a:rPr>
              <a:t>, &amp;</a:t>
            </a:r>
            <a:r>
              <a:rPr sz="2000" b="0" kern="1200">
                <a:latin typeface="+mn-ea"/>
                <a:ea typeface="宋体" pitchFamily="2" charset="-122"/>
                <a:cs typeface="+mn-ea"/>
                <a:sym typeface="+mn-ea"/>
              </a:rPr>
              <a:t>e.bx</a:t>
            </a:r>
            <a:r>
              <a:rPr sz="2000" b="0" kern="1200">
                <a:latin typeface="+mn-ea"/>
                <a:ea typeface="宋体" pitchFamily="2" charset="-122"/>
                <a:cs typeface="+mn-ea"/>
                <a:sym typeface="+mn-ea"/>
              </a:rPr>
              <a:t>);</a:t>
            </a:r>
            <a:endParaRPr sz="2000" b="0" kern="1200">
              <a:latin typeface="+mn-ea"/>
              <a:ea typeface="宋体" pitchFamily="2" charset="-122"/>
              <a:cs typeface="+mn-ea"/>
              <a:sym typeface="+mn-ea"/>
            </a:endParaRPr>
          </a:p>
          <a:p>
            <a:pPr marL="0" lvl="0" algn="l" defTabSz="914400">
              <a:buNone/>
            </a:pPr>
            <a:r>
              <a:rPr sz="2000" b="0" kern="1200">
                <a:latin typeface="+mn-ea"/>
                <a:ea typeface="宋体" pitchFamily="2" charset="-122"/>
                <a:cs typeface="+mn-ea"/>
                <a:sym typeface="+mn-ea"/>
              </a:rPr>
              <a:t>        </a:t>
            </a:r>
            <a:r>
              <a:rPr sz="2000" b="0" kern="1200">
                <a:latin typeface="+mn-ea"/>
                <a:ea typeface="宋体" pitchFamily="2" charset="-122"/>
                <a:cs typeface="+mn-ea"/>
                <a:sym typeface="+mn-ea"/>
              </a:rPr>
              <a:t>e.sfgz</a:t>
            </a:r>
            <a:r>
              <a:rPr sz="2000" b="0" kern="1200">
                <a:latin typeface="+mn-ea"/>
                <a:ea typeface="宋体" pitchFamily="2" charset="-122"/>
                <a:cs typeface="+mn-ea"/>
                <a:sym typeface="+mn-ea"/>
              </a:rPr>
              <a:t> = </a:t>
            </a:r>
            <a:r>
              <a:rPr sz="2000" b="0" kern="1200">
                <a:latin typeface="+mn-ea"/>
                <a:ea typeface="宋体" pitchFamily="2" charset="-122"/>
                <a:cs typeface="+mn-ea"/>
                <a:sym typeface="+mn-ea"/>
              </a:rPr>
              <a:t>e.jbgz</a:t>
            </a:r>
            <a:r>
              <a:rPr sz="2000" b="0" kern="1200">
                <a:latin typeface="+mn-ea"/>
                <a:ea typeface="宋体" pitchFamily="2" charset="-122"/>
                <a:cs typeface="+mn-ea"/>
                <a:sym typeface="+mn-ea"/>
              </a:rPr>
              <a:t> + </a:t>
            </a:r>
            <a:r>
              <a:rPr sz="2000" b="0" kern="1200">
                <a:latin typeface="+mn-ea"/>
                <a:ea typeface="宋体" pitchFamily="2" charset="-122"/>
                <a:cs typeface="+mn-ea"/>
                <a:sym typeface="+mn-ea"/>
              </a:rPr>
              <a:t>e.jj</a:t>
            </a:r>
            <a:r>
              <a:rPr sz="2000" b="0" kern="1200">
                <a:latin typeface="+mn-ea"/>
                <a:ea typeface="宋体" pitchFamily="2" charset="-122"/>
                <a:cs typeface="+mn-ea"/>
                <a:sym typeface="+mn-ea"/>
              </a:rPr>
              <a:t> - </a:t>
            </a:r>
            <a:r>
              <a:rPr sz="2000" b="0" kern="1200">
                <a:latin typeface="+mn-ea"/>
                <a:ea typeface="宋体" pitchFamily="2" charset="-122"/>
                <a:cs typeface="+mn-ea"/>
                <a:sym typeface="+mn-ea"/>
              </a:rPr>
              <a:t>e.bx</a:t>
            </a:r>
            <a:r>
              <a:rPr sz="2000" b="0" kern="1200">
                <a:latin typeface="+mn-ea"/>
                <a:ea typeface="宋体" pitchFamily="2" charset="-122"/>
                <a:cs typeface="+mn-ea"/>
                <a:sym typeface="+mn-ea"/>
              </a:rPr>
              <a:t>;</a:t>
            </a:r>
            <a:endParaRPr sz="2000" b="0" kern="1200">
              <a:latin typeface="+mn-ea"/>
              <a:ea typeface="宋体" pitchFamily="2" charset="-122"/>
              <a:cs typeface="+mn-ea"/>
              <a:sym typeface="+mn-ea"/>
            </a:endParaRPr>
          </a:p>
          <a:p>
            <a:pPr marL="0" lvl="0" algn="l" defTabSz="914400">
              <a:buNone/>
            </a:pPr>
            <a:r>
              <a:rPr sz="2000" b="0" kern="1200">
                <a:latin typeface="+mn-ea"/>
                <a:ea typeface="宋体" pitchFamily="2" charset="-122"/>
                <a:cs typeface="+mn-ea"/>
                <a:sym typeface="+mn-ea"/>
              </a:rPr>
              <a:t>        </a:t>
            </a:r>
            <a:r>
              <a:rPr sz="2000" b="0" kern="1200">
                <a:latin typeface="+mn-ea"/>
                <a:ea typeface="宋体" pitchFamily="2" charset="-122"/>
                <a:cs typeface="+mn-ea"/>
                <a:sym typeface="+mn-ea"/>
              </a:rPr>
              <a:t>printf</a:t>
            </a:r>
            <a:r>
              <a:rPr sz="2000" b="0" kern="1200">
                <a:latin typeface="+mn-ea"/>
                <a:ea typeface="宋体" pitchFamily="2" charset="-122"/>
                <a:cs typeface="+mn-ea"/>
                <a:sym typeface="+mn-ea"/>
              </a:rPr>
              <a:t>("</a:t>
            </a:r>
            <a:r>
              <a:rPr sz="2000" b="0" kern="1200">
                <a:latin typeface="+mn-ea"/>
                <a:ea typeface="宋体" pitchFamily="2" charset="-122"/>
                <a:cs typeface="+mn-ea"/>
                <a:sym typeface="+mn-ea"/>
              </a:rPr>
              <a:t>编号</a:t>
            </a:r>
            <a:r>
              <a:rPr sz="2000" b="0" kern="1200">
                <a:latin typeface="+mn-ea"/>
                <a:ea typeface="宋体" pitchFamily="2" charset="-122"/>
                <a:cs typeface="+mn-ea"/>
                <a:sym typeface="+mn-ea"/>
              </a:rPr>
              <a:t>:%d </a:t>
            </a:r>
            <a:r>
              <a:rPr sz="2000" b="0" kern="1200">
                <a:latin typeface="+mn-ea"/>
                <a:ea typeface="宋体" pitchFamily="2" charset="-122"/>
                <a:cs typeface="+mn-ea"/>
                <a:sym typeface="+mn-ea"/>
              </a:rPr>
              <a:t>姓名</a:t>
            </a:r>
            <a:r>
              <a:rPr sz="2000" b="0" kern="1200">
                <a:latin typeface="+mn-ea"/>
                <a:ea typeface="宋体" pitchFamily="2" charset="-122"/>
                <a:cs typeface="+mn-ea"/>
                <a:sym typeface="+mn-ea"/>
              </a:rPr>
              <a:t>:%s</a:t>
            </a:r>
            <a:r>
              <a:rPr sz="2000" b="0" kern="1200">
                <a:latin typeface="+mn-ea"/>
                <a:ea typeface="宋体" pitchFamily="2" charset="-122"/>
                <a:cs typeface="+mn-ea"/>
                <a:sym typeface="+mn-ea"/>
              </a:rPr>
              <a:t>实发工资</a:t>
            </a:r>
            <a:r>
              <a:rPr sz="2000" b="0" kern="1200">
                <a:latin typeface="+mn-ea"/>
                <a:ea typeface="宋体" pitchFamily="2" charset="-122"/>
                <a:cs typeface="+mn-ea"/>
                <a:sym typeface="+mn-ea"/>
              </a:rPr>
              <a:t>:%.2f\n", </a:t>
            </a:r>
            <a:r>
              <a:rPr sz="2000" b="0" kern="1200">
                <a:latin typeface="+mn-ea"/>
                <a:ea typeface="宋体" pitchFamily="2" charset="-122"/>
                <a:cs typeface="+mn-ea"/>
                <a:sym typeface="+mn-ea"/>
              </a:rPr>
              <a:t>e.num</a:t>
            </a:r>
            <a:r>
              <a:rPr sz="2000" b="0" kern="1200">
                <a:latin typeface="+mn-ea"/>
                <a:ea typeface="宋体" pitchFamily="2" charset="-122"/>
                <a:cs typeface="+mn-ea"/>
                <a:sym typeface="+mn-ea"/>
              </a:rPr>
              <a:t>, </a:t>
            </a:r>
            <a:r>
              <a:rPr sz="2000" b="0" kern="1200">
                <a:latin typeface="+mn-ea"/>
                <a:ea typeface="宋体" pitchFamily="2" charset="-122"/>
                <a:cs typeface="+mn-ea"/>
                <a:sym typeface="+mn-ea"/>
              </a:rPr>
              <a:t>e.name</a:t>
            </a:r>
            <a:r>
              <a:rPr sz="2000" b="0" kern="1200">
                <a:latin typeface="+mn-ea"/>
                <a:ea typeface="宋体" pitchFamily="2" charset="-122"/>
                <a:cs typeface="+mn-ea"/>
                <a:sym typeface="+mn-ea"/>
              </a:rPr>
              <a:t>, </a:t>
            </a:r>
            <a:r>
              <a:rPr sz="2000" b="0" kern="1200">
                <a:latin typeface="+mn-ea"/>
                <a:ea typeface="宋体" pitchFamily="2" charset="-122"/>
                <a:cs typeface="+mn-ea"/>
                <a:sym typeface="+mn-ea"/>
              </a:rPr>
              <a:t>e.sfgz</a:t>
            </a:r>
            <a:r>
              <a:rPr sz="2000" b="0" kern="1200">
                <a:latin typeface="+mn-ea"/>
                <a:ea typeface="宋体" pitchFamily="2" charset="-122"/>
                <a:cs typeface="+mn-ea"/>
                <a:sym typeface="+mn-ea"/>
              </a:rPr>
              <a:t>);</a:t>
            </a:r>
            <a:endParaRPr sz="2000" b="0" kern="1200">
              <a:latin typeface="+mn-ea"/>
              <a:ea typeface="宋体" pitchFamily="2" charset="-122"/>
              <a:cs typeface="+mn-ea"/>
              <a:sym typeface="+mn-ea"/>
            </a:endParaRPr>
          </a:p>
          <a:p>
            <a:pPr marL="0" lvl="0" algn="l" defTabSz="914400">
              <a:buNone/>
            </a:pPr>
            <a:r>
              <a:rPr sz="2000" b="0" kern="1200">
                <a:latin typeface="+mn-ea"/>
                <a:ea typeface="宋体" pitchFamily="2" charset="-122"/>
                <a:cs typeface="+mn-ea"/>
                <a:sym typeface="+mn-ea"/>
              </a:rPr>
              <a:t>    }</a:t>
            </a:r>
            <a:endParaRPr sz="2000" b="0" kern="1200">
              <a:latin typeface="+mn-ea"/>
              <a:ea typeface="宋体" pitchFamily="2" charset="-122"/>
              <a:cs typeface="+mn-ea"/>
              <a:sym typeface="+mn-ea"/>
            </a:endParaRPr>
          </a:p>
          <a:p>
            <a:pPr marL="0" lvl="0" algn="l" defTabSz="914400">
              <a:buNone/>
            </a:pPr>
            <a:r>
              <a:rPr sz="2000" b="0" kern="1200">
                <a:latin typeface="+mn-ea"/>
                <a:ea typeface="宋体" pitchFamily="2" charset="-122"/>
                <a:cs typeface="+mn-ea"/>
                <a:sym typeface="+mn-ea"/>
              </a:rPr>
              <a:t>    return 0;</a:t>
            </a:r>
            <a:endParaRPr sz="2000" b="0" kern="1200">
              <a:latin typeface="+mn-ea"/>
              <a:ea typeface="宋体" pitchFamily="2" charset="-122"/>
              <a:cs typeface="+mn-ea"/>
              <a:sym typeface="+mn-ea"/>
            </a:endParaRPr>
          </a:p>
          <a:p>
            <a:pPr marL="0" lvl="0" algn="l" defTabSz="914400">
              <a:buNone/>
            </a:pPr>
            <a:r>
              <a:rPr sz="2000" b="0" kern="1200">
                <a:latin typeface="+mn-ea"/>
                <a:ea typeface="宋体" pitchFamily="2" charset="-122"/>
                <a:cs typeface="+mn-ea"/>
                <a:sym typeface="+mn-ea"/>
              </a:rPr>
              <a:t>}</a:t>
            </a:r>
            <a:endParaRPr sz="2000" b="0" kern="1200">
              <a:latin typeface="+mn-ea"/>
              <a:ea typeface="宋体" pitchFamily="2" charset="-122"/>
              <a:cs typeface="+mn-ea"/>
              <a:sym typeface="+mn-ea"/>
            </a:endParaRPr>
          </a:p>
        </p:txBody>
      </p:sp>
      <p:sp>
        <p:nvSpPr>
          <p:cNvPr id="403460" name="Rectangle 4"/>
          <p:cNvSpPr/>
          <p:nvPr/>
        </p:nvSpPr>
        <p:spPr>
          <a:xfrm>
            <a:off x="1691640" y="5661025"/>
            <a:ext cx="6760210" cy="934720"/>
          </a:xfrm>
          <a:prstGeom prst="rect">
            <a:avLst/>
          </a:prstGeom>
          <a:solidFill>
            <a:schemeClr val="bg1"/>
          </a:solidFill>
          <a:ln w="9525" cap="flat" cmpd="sng">
            <a:solidFill>
              <a:schemeClr val="tx1"/>
            </a:solidFill>
            <a:prstDash val="sysDot"/>
            <a:miter/>
            <a:headEnd type="none" w="med" len="med"/>
            <a:tailEnd type="none" w="med" len="med"/>
          </a:ln>
        </p:spPr>
        <p:txBody>
          <a:bodyPr lIns="92075" tIns="46038" rIns="92075" bIns="46038" anchor="ctr" anchorCtr="0"/>
          <a:p>
            <a:r>
              <a:rPr lang="zh-CN" altLang="en-US" sz="2000" dirty="0">
                <a:latin typeface="Arial" panose="02080604020202020204" pitchFamily="34" charset="0"/>
              </a:rPr>
              <a:t>请输入职工人数</a:t>
            </a:r>
            <a:r>
              <a:rPr lang="en-US" altLang="zh-CN" sz="2000">
                <a:latin typeface="Arial" panose="02080604020202020204" pitchFamily="34" charset="0"/>
              </a:rPr>
              <a:t>n: </a:t>
            </a:r>
            <a:r>
              <a:rPr lang="en-US" altLang="zh-CN" sz="2000">
                <a:solidFill>
                  <a:srgbClr val="CC0066"/>
                </a:solidFill>
                <a:latin typeface="Arial" panose="02080604020202020204" pitchFamily="34" charset="0"/>
              </a:rPr>
              <a:t>1</a:t>
            </a:r>
            <a:endParaRPr lang="en-US" altLang="zh-CN" sz="2000">
              <a:solidFill>
                <a:srgbClr val="CC0066"/>
              </a:solidFill>
              <a:latin typeface="Arial" panose="02080604020202020204" pitchFamily="34" charset="0"/>
            </a:endParaRPr>
          </a:p>
          <a:p>
            <a:r>
              <a:rPr lang="zh-CN" altLang="en-US" sz="2000" dirty="0">
                <a:latin typeface="Arial" panose="02080604020202020204" pitchFamily="34" charset="0"/>
              </a:rPr>
              <a:t>请输入第</a:t>
            </a:r>
            <a:r>
              <a:rPr lang="en-US" altLang="zh-CN" sz="2000">
                <a:latin typeface="Arial" panose="02080604020202020204" pitchFamily="34" charset="0"/>
              </a:rPr>
              <a:t>1</a:t>
            </a:r>
            <a:r>
              <a:rPr lang="zh-CN" altLang="en-US" sz="2000" dirty="0">
                <a:latin typeface="Arial" panose="02080604020202020204" pitchFamily="34" charset="0"/>
              </a:rPr>
              <a:t>个职工的信息：</a:t>
            </a:r>
            <a:r>
              <a:rPr lang="en-US" altLang="zh-CN" sz="2000">
                <a:solidFill>
                  <a:srgbClr val="CC0066"/>
                </a:solidFill>
                <a:latin typeface="Arial" panose="02080604020202020204" pitchFamily="34" charset="0"/>
              </a:rPr>
              <a:t>102 </a:t>
            </a:r>
            <a:r>
              <a:rPr lang="en-US" altLang="zh-CN" sz="2000" err="1">
                <a:solidFill>
                  <a:srgbClr val="CC0066"/>
                </a:solidFill>
                <a:latin typeface="Arial" panose="02080604020202020204" pitchFamily="34" charset="0"/>
              </a:rPr>
              <a:t>Zhong</a:t>
            </a:r>
            <a:r>
              <a:rPr lang="en-US" altLang="zh-CN" sz="2000">
                <a:solidFill>
                  <a:srgbClr val="CC0066"/>
                </a:solidFill>
                <a:latin typeface="Arial" panose="02080604020202020204" pitchFamily="34" charset="0"/>
              </a:rPr>
              <a:t> 2200.5 800 85.2</a:t>
            </a:r>
            <a:endParaRPr lang="en-US" altLang="zh-CN" sz="2000">
              <a:solidFill>
                <a:srgbClr val="CC0066"/>
              </a:solidFill>
              <a:latin typeface="Arial" panose="02080604020202020204" pitchFamily="34" charset="0"/>
            </a:endParaRPr>
          </a:p>
          <a:p>
            <a:r>
              <a:rPr lang="zh-CN" altLang="en-US" sz="2000" dirty="0">
                <a:latin typeface="Arial" panose="02080604020202020204" pitchFamily="34" charset="0"/>
              </a:rPr>
              <a:t>编号</a:t>
            </a:r>
            <a:r>
              <a:rPr lang="en-US" altLang="zh-CN" sz="2000">
                <a:latin typeface="Arial" panose="02080604020202020204" pitchFamily="34" charset="0"/>
              </a:rPr>
              <a:t>:102 </a:t>
            </a:r>
            <a:r>
              <a:rPr lang="zh-CN" altLang="en-US" sz="2000" dirty="0">
                <a:latin typeface="Arial" panose="02080604020202020204" pitchFamily="34" charset="0"/>
              </a:rPr>
              <a:t>姓名</a:t>
            </a:r>
            <a:r>
              <a:rPr lang="en-US" altLang="zh-CN" sz="2000">
                <a:latin typeface="Arial" panose="02080604020202020204" pitchFamily="34" charset="0"/>
              </a:rPr>
              <a:t>:</a:t>
            </a:r>
            <a:r>
              <a:rPr lang="en-US" altLang="zh-CN" sz="2000" err="1">
                <a:latin typeface="Arial" panose="02080604020202020204" pitchFamily="34" charset="0"/>
              </a:rPr>
              <a:t>Zhong</a:t>
            </a:r>
            <a:r>
              <a:rPr lang="en-US" altLang="zh-CN" sz="2000">
                <a:latin typeface="Arial" panose="02080604020202020204" pitchFamily="34" charset="0"/>
              </a:rPr>
              <a:t> </a:t>
            </a:r>
            <a:r>
              <a:rPr lang="zh-CN" altLang="en-US" sz="2000" dirty="0">
                <a:latin typeface="Arial" panose="02080604020202020204" pitchFamily="34" charset="0"/>
              </a:rPr>
              <a:t>实发工资</a:t>
            </a:r>
            <a:r>
              <a:rPr lang="en-US" altLang="zh-CN" sz="2000">
                <a:latin typeface="Arial" panose="02080604020202020204" pitchFamily="34" charset="0"/>
              </a:rPr>
              <a:t>:2915.30</a:t>
            </a:r>
            <a:r>
              <a:rPr lang="zh-CN" altLang="en-US" sz="2000" dirty="0">
                <a:solidFill>
                  <a:schemeClr val="bg2"/>
                </a:solidFill>
                <a:latin typeface="宋体" pitchFamily="2" charset="-122"/>
              </a:rPr>
              <a:t> </a:t>
            </a:r>
            <a:endParaRPr lang="zh-CN" altLang="en-US" sz="2000" dirty="0">
              <a:solidFill>
                <a:schemeClr val="bg2"/>
              </a:solidFill>
              <a:latin typeface="宋体" pitchFamily="2"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0346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3460" grpId="0" bldLvl="0"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5603" name="Rectangle 2"/>
          <p:cNvSpPr>
            <a:spLocks noGrp="1"/>
          </p:cNvSpPr>
          <p:nvPr>
            <p:ph type="title"/>
          </p:nvPr>
        </p:nvSpPr>
        <p:spPr>
          <a:xfrm>
            <a:off x="250825" y="385763"/>
            <a:ext cx="8229600" cy="955675"/>
          </a:xfrm>
        </p:spPr>
        <p:txBody>
          <a:bodyPr vert="horz" wrap="square" lIns="91440" tIns="45720" rIns="91440" bIns="45720" anchor="ctr" anchorCtr="0"/>
          <a:p>
            <a:pPr eaLnBrk="1" hangingPunct="1"/>
            <a:r>
              <a:rPr lang="zh-CN" altLang="en-US" sz="4000" b="0" dirty="0"/>
              <a:t>结构变量的使用－整体赋值</a:t>
            </a:r>
            <a:endParaRPr lang="zh-CN" altLang="en-US" sz="4000" b="0" dirty="0"/>
          </a:p>
        </p:txBody>
      </p:sp>
      <p:sp>
        <p:nvSpPr>
          <p:cNvPr id="25604" name="Rectangle 3"/>
          <p:cNvSpPr>
            <a:spLocks noGrp="1"/>
          </p:cNvSpPr>
          <p:nvPr>
            <p:ph idx="1"/>
          </p:nvPr>
        </p:nvSpPr>
        <p:spPr>
          <a:xfrm>
            <a:off x="468313" y="1412875"/>
            <a:ext cx="8424862" cy="4968875"/>
          </a:xfrm>
        </p:spPr>
        <p:txBody>
          <a:bodyPr vert="horz" wrap="square" lIns="91440" tIns="45720" rIns="91440" bIns="45720" anchor="t" anchorCtr="0"/>
          <a:p>
            <a:pPr marL="609600" indent="-609600" eaLnBrk="1" hangingPunct="1">
              <a:buNone/>
            </a:pPr>
            <a:r>
              <a:rPr lang="en-US" altLang="zh-CN" b="0"/>
              <a:t>2. </a:t>
            </a:r>
            <a:r>
              <a:rPr lang="zh-CN" altLang="en-US" b="0" dirty="0"/>
              <a:t>结构变量的整体赋值</a:t>
            </a:r>
            <a:endParaRPr lang="zh-CN" altLang="en-US" b="0" dirty="0"/>
          </a:p>
          <a:p>
            <a:pPr marL="990600" lvl="1" indent="-533400" eaLnBrk="1" hangingPunct="1">
              <a:buNone/>
            </a:pPr>
            <a:r>
              <a:rPr lang="zh-CN" altLang="en-US" sz="2400" b="0" dirty="0"/>
              <a:t>具有相同类型的结构变量可以直接赋值。</a:t>
            </a:r>
            <a:endParaRPr lang="zh-CN" altLang="en-US" sz="2400" b="0" dirty="0"/>
          </a:p>
          <a:p>
            <a:pPr marL="990600" lvl="1" indent="-533400" eaLnBrk="1" hangingPunct="1">
              <a:buNone/>
            </a:pPr>
            <a:r>
              <a:rPr lang="zh-CN" altLang="en-US" sz="2400" b="0" dirty="0"/>
              <a:t>将赋值符号右边结构变量的每一个成员的值都赋给了左边结构变量中相应的成员。 </a:t>
            </a:r>
            <a:endParaRPr lang="zh-CN" altLang="en-US" sz="2400" b="0" dirty="0">
              <a:solidFill>
                <a:srgbClr val="CC0066"/>
              </a:solidFill>
            </a:endParaRPr>
          </a:p>
          <a:p>
            <a:pPr marL="990600" lvl="1" indent="-533400" eaLnBrk="1" hangingPunct="1">
              <a:buNone/>
            </a:pPr>
            <a:r>
              <a:rPr lang="en-US" altLang="zh-CN" sz="2400" b="0" err="1"/>
              <a:t>struct</a:t>
            </a:r>
            <a:r>
              <a:rPr lang="en-US" altLang="zh-CN" sz="2400" b="0"/>
              <a:t> </a:t>
            </a:r>
            <a:r>
              <a:rPr lang="en-US" altLang="zh-CN" sz="2400" b="0" err="1"/>
              <a:t>friends_list</a:t>
            </a:r>
            <a:r>
              <a:rPr lang="en-US" altLang="zh-CN" sz="2400" b="0"/>
              <a:t> {</a:t>
            </a:r>
            <a:endParaRPr lang="en-US" altLang="zh-CN" sz="2400" b="0"/>
          </a:p>
          <a:p>
            <a:pPr marL="990600" lvl="1" indent="-533400" eaLnBrk="1" hangingPunct="1">
              <a:buNone/>
            </a:pPr>
            <a:r>
              <a:rPr lang="en-US" altLang="zh-CN" sz="2400" b="0"/>
              <a:t>    char name[10];   </a:t>
            </a:r>
            <a:endParaRPr lang="en-US" altLang="zh-CN" sz="2400" b="0"/>
          </a:p>
          <a:p>
            <a:pPr marL="990600" lvl="1" indent="-533400" eaLnBrk="1" hangingPunct="1">
              <a:buNone/>
            </a:pPr>
            <a:r>
              <a:rPr lang="en-US" altLang="zh-CN" sz="2400" b="0"/>
              <a:t>    </a:t>
            </a:r>
            <a:r>
              <a:rPr lang="en-US" altLang="zh-CN" sz="2400" b="0" err="1"/>
              <a:t>int</a:t>
            </a:r>
            <a:r>
              <a:rPr lang="en-US" altLang="zh-CN" sz="2400" b="0"/>
              <a:t> age;    </a:t>
            </a:r>
            <a:endParaRPr lang="en-US" altLang="zh-CN" sz="2400" b="0"/>
          </a:p>
          <a:p>
            <a:pPr marL="990600" lvl="1" indent="-533400" eaLnBrk="1" hangingPunct="1">
              <a:buNone/>
            </a:pPr>
            <a:r>
              <a:rPr lang="en-US" altLang="zh-CN" sz="2400" b="0"/>
              <a:t>    char telephone[13];</a:t>
            </a:r>
            <a:endParaRPr lang="en-US" altLang="zh-CN" sz="2400" b="0"/>
          </a:p>
          <a:p>
            <a:pPr marL="990600" lvl="1" indent="-533400" eaLnBrk="1" hangingPunct="1">
              <a:buNone/>
            </a:pPr>
            <a:r>
              <a:rPr lang="zh-CN" altLang="en-US" sz="2400" b="0" dirty="0">
                <a:ea typeface="黑体" pitchFamily="2" charset="-122"/>
              </a:rPr>
              <a:t>} </a:t>
            </a:r>
            <a:r>
              <a:rPr lang="en-US" altLang="zh-CN" sz="2400" b="0">
                <a:ea typeface="Arial Unicode MS" pitchFamily="34" charset="-122"/>
              </a:rPr>
              <a:t>friend1 =  {Zhang",26, “</a:t>
            </a:r>
            <a:r>
              <a:rPr lang="en-US" altLang="zh-CN" sz="2400" b="0"/>
              <a:t>0571-85271880</a:t>
            </a:r>
            <a:r>
              <a:rPr lang="en-US" altLang="zh-CN" sz="2400" b="0">
                <a:ea typeface="Arial Unicode MS" pitchFamily="34" charset="-122"/>
              </a:rPr>
              <a:t>”}, friend2;</a:t>
            </a:r>
            <a:endParaRPr lang="en-US" altLang="zh-CN" sz="2400" b="0">
              <a:ea typeface="Arial Unicode MS" pitchFamily="34" charset="-122"/>
            </a:endParaRPr>
          </a:p>
          <a:p>
            <a:pPr marL="990600" lvl="1" indent="-533400" algn="just" eaLnBrk="1" hangingPunct="1">
              <a:buNone/>
            </a:pPr>
            <a:r>
              <a:rPr lang="en-US" altLang="zh-CN" sz="2400" b="0">
                <a:solidFill>
                  <a:srgbClr val="CC0066"/>
                </a:solidFill>
                <a:ea typeface="Arial Unicode MS" pitchFamily="34" charset="-122"/>
              </a:rPr>
              <a:t>friend</a:t>
            </a:r>
            <a:r>
              <a:rPr lang="en-US" altLang="zh-CN" sz="2400" b="0">
                <a:solidFill>
                  <a:srgbClr val="CC0066"/>
                </a:solidFill>
              </a:rPr>
              <a:t>2 =  </a:t>
            </a:r>
            <a:r>
              <a:rPr lang="en-US" altLang="zh-CN" sz="2400" b="0">
                <a:solidFill>
                  <a:srgbClr val="CC0066"/>
                </a:solidFill>
                <a:ea typeface="Arial Unicode MS" pitchFamily="34" charset="-122"/>
              </a:rPr>
              <a:t>friend</a:t>
            </a:r>
            <a:r>
              <a:rPr lang="en-US" altLang="zh-CN" sz="2400" b="0">
                <a:solidFill>
                  <a:srgbClr val="CC0066"/>
                </a:solidFill>
              </a:rPr>
              <a:t>1</a:t>
            </a:r>
            <a:r>
              <a:rPr lang="en-US" altLang="zh-CN" sz="2400" b="0"/>
              <a:t>;</a:t>
            </a:r>
            <a:endParaRPr lang="en-US" altLang="zh-CN" sz="2400" b="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6627" name="Rectangle 2"/>
          <p:cNvSpPr>
            <a:spLocks noGrp="1"/>
          </p:cNvSpPr>
          <p:nvPr>
            <p:ph type="title"/>
          </p:nvPr>
        </p:nvSpPr>
        <p:spPr>
          <a:xfrm>
            <a:off x="250825" y="385763"/>
            <a:ext cx="8229600" cy="955675"/>
          </a:xfrm>
        </p:spPr>
        <p:txBody>
          <a:bodyPr vert="horz" wrap="square" lIns="91440" tIns="45720" rIns="91440" bIns="45720" anchor="ctr" anchorCtr="0"/>
          <a:p>
            <a:pPr eaLnBrk="1" hangingPunct="1"/>
            <a:r>
              <a:rPr lang="zh-CN" altLang="en-US" sz="4000" b="0" dirty="0"/>
              <a:t>结构变量的使用－函数参数</a:t>
            </a:r>
            <a:endParaRPr lang="zh-CN" altLang="en-US" sz="4000" b="0" dirty="0"/>
          </a:p>
        </p:txBody>
      </p:sp>
      <p:sp>
        <p:nvSpPr>
          <p:cNvPr id="26628" name="Rectangle 3"/>
          <p:cNvSpPr>
            <a:spLocks noGrp="1"/>
          </p:cNvSpPr>
          <p:nvPr>
            <p:ph idx="1"/>
          </p:nvPr>
        </p:nvSpPr>
        <p:spPr>
          <a:xfrm>
            <a:off x="323850" y="1628775"/>
            <a:ext cx="8351838" cy="3095625"/>
          </a:xfrm>
        </p:spPr>
        <p:txBody>
          <a:bodyPr vert="horz" wrap="square" lIns="91440" tIns="45720" rIns="91440" bIns="45720" anchor="t" anchorCtr="0"/>
          <a:p>
            <a:pPr marL="609600" indent="-609600" eaLnBrk="1" hangingPunct="1">
              <a:buNone/>
            </a:pPr>
            <a:r>
              <a:rPr lang="en-US" altLang="zh-CN" b="0"/>
              <a:t>3. </a:t>
            </a:r>
            <a:r>
              <a:rPr lang="zh-CN" altLang="en-US" b="0" dirty="0"/>
              <a:t>结构变量作为函数参数</a:t>
            </a:r>
            <a:endParaRPr lang="zh-CN" altLang="en-US" b="0" dirty="0"/>
          </a:p>
          <a:p>
            <a:pPr marL="990600" lvl="1" indent="-533400" eaLnBrk="1" hangingPunct="1">
              <a:buNone/>
            </a:pPr>
            <a:r>
              <a:rPr lang="zh-CN" altLang="en-US" b="0" dirty="0">
                <a:latin typeface="宋体" pitchFamily="2" charset="-122"/>
              </a:rPr>
              <a:t>当程序的规模较大，功能较多时，需要以函数的形式进行功能模块的划分和实现；</a:t>
            </a:r>
            <a:endParaRPr lang="zh-CN" altLang="en-US" b="0" dirty="0">
              <a:latin typeface="宋体" pitchFamily="2" charset="-122"/>
            </a:endParaRPr>
          </a:p>
          <a:p>
            <a:pPr marL="990600" lvl="1" indent="-533400" eaLnBrk="1" hangingPunct="1">
              <a:buNone/>
            </a:pPr>
            <a:r>
              <a:rPr lang="zh-CN" altLang="en-US" b="0" dirty="0">
                <a:latin typeface="宋体" pitchFamily="2" charset="-122"/>
              </a:rPr>
              <a:t>如果在函数间传递结构数据，则需用结构变量作为函数的参数或返回值。</a:t>
            </a:r>
            <a:endParaRPr lang="zh-CN" altLang="en-US" b="0" dirty="0">
              <a:latin typeface="宋体" pitchFamily="2" charset="-122"/>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p:sp>
        <p:nvSpPr>
          <p:cNvPr id="27651" name="Rectangle 2"/>
          <p:cNvSpPr>
            <a:spLocks noGrp="1"/>
          </p:cNvSpPr>
          <p:nvPr>
            <p:ph type="title"/>
          </p:nvPr>
        </p:nvSpPr>
        <p:spPr>
          <a:xfrm>
            <a:off x="250825" y="385763"/>
            <a:ext cx="8229600" cy="955675"/>
          </a:xfrm>
        </p:spPr>
        <p:txBody>
          <a:bodyPr vert="horz" wrap="square" lIns="91440" tIns="45720" rIns="91440" bIns="45720" anchor="ctr" anchorCtr="0"/>
          <a:p>
            <a:pPr eaLnBrk="1" hangingPunct="1"/>
            <a:r>
              <a:rPr lang="zh-CN" altLang="en-US" sz="4000" b="0" dirty="0"/>
              <a:t>例</a:t>
            </a:r>
            <a:r>
              <a:rPr lang="en-US" altLang="zh-CN" sz="4000" b="0"/>
              <a:t>9-3 </a:t>
            </a:r>
            <a:r>
              <a:rPr lang="zh-CN" altLang="en-US" sz="4000" b="0" dirty="0"/>
              <a:t>结构变量做为函数参数</a:t>
            </a:r>
            <a:endParaRPr lang="zh-CN" altLang="en-US" sz="4000" b="0" dirty="0"/>
          </a:p>
        </p:txBody>
      </p:sp>
      <p:sp>
        <p:nvSpPr>
          <p:cNvPr id="27652" name="Rectangle 3"/>
          <p:cNvSpPr>
            <a:spLocks noGrp="1"/>
          </p:cNvSpPr>
          <p:nvPr>
            <p:ph idx="1"/>
          </p:nvPr>
        </p:nvSpPr>
        <p:spPr>
          <a:xfrm>
            <a:off x="468313" y="1412875"/>
            <a:ext cx="8229600" cy="4967288"/>
          </a:xfrm>
        </p:spPr>
        <p:txBody>
          <a:bodyPr vert="horz" wrap="square" lIns="91440" tIns="45720" rIns="91440" bIns="45720" anchor="t" anchorCtr="0"/>
          <a:p>
            <a:pPr marL="609600" indent="-609600" eaLnBrk="1" hangingPunct="1">
              <a:lnSpc>
                <a:spcPct val="90000"/>
              </a:lnSpc>
              <a:buNone/>
            </a:pPr>
            <a:r>
              <a:rPr lang="zh-CN" altLang="en-US" sz="2800" b="0" dirty="0"/>
              <a:t>改写例</a:t>
            </a:r>
            <a:r>
              <a:rPr lang="en-US" altLang="zh-CN" sz="2800" b="0"/>
              <a:t>9-2</a:t>
            </a:r>
            <a:r>
              <a:rPr lang="zh-CN" altLang="en-US" sz="2800" b="0" dirty="0"/>
              <a:t>，要求使用</a:t>
            </a:r>
            <a:r>
              <a:rPr lang="zh-CN" altLang="en-US" sz="2800" b="0" dirty="0">
                <a:solidFill>
                  <a:schemeClr val="bg2"/>
                </a:solidFill>
              </a:rPr>
              <a:t>结构变量</a:t>
            </a:r>
            <a:r>
              <a:rPr lang="zh-CN" altLang="en-US" sz="2800" b="0" dirty="0"/>
              <a:t>作为函数参数。</a:t>
            </a:r>
            <a:endParaRPr lang="zh-CN" altLang="en-US" sz="2800" b="0" dirty="0"/>
          </a:p>
          <a:p>
            <a:pPr marL="609600" indent="-609600" eaLnBrk="1" hangingPunct="1">
              <a:lnSpc>
                <a:spcPct val="90000"/>
              </a:lnSpc>
              <a:buNone/>
            </a:pPr>
            <a:endParaRPr lang="zh-CN" altLang="en-US" sz="2400" b="0" dirty="0"/>
          </a:p>
          <a:p>
            <a:pPr marL="609600" indent="-609600" eaLnBrk="1" hangingPunct="1">
              <a:lnSpc>
                <a:spcPct val="90000"/>
              </a:lnSpc>
            </a:pPr>
            <a:r>
              <a:rPr lang="zh-CN" altLang="en-US" sz="2400" b="0" dirty="0"/>
              <a:t>定义一个用于计算实发工资的函数：</a:t>
            </a:r>
            <a:endParaRPr lang="zh-CN" altLang="en-US" sz="2400" b="0" dirty="0"/>
          </a:p>
          <a:p>
            <a:pPr marL="609600" indent="-609600" eaLnBrk="1" hangingPunct="1">
              <a:lnSpc>
                <a:spcPct val="90000"/>
              </a:lnSpc>
              <a:buNone/>
            </a:pPr>
            <a:r>
              <a:rPr lang="en-US" altLang="zh-CN" sz="2400" b="0"/>
              <a:t>       float </a:t>
            </a:r>
            <a:r>
              <a:rPr lang="en-US" altLang="zh-CN" sz="2400" b="0" err="1">
                <a:solidFill>
                  <a:schemeClr val="bg2"/>
                </a:solidFill>
              </a:rPr>
              <a:t>count_sfgz</a:t>
            </a:r>
            <a:r>
              <a:rPr lang="en-US" altLang="zh-CN" sz="2400" b="0" err="1"/>
              <a:t>(</a:t>
            </a:r>
            <a:r>
              <a:rPr lang="en-US" altLang="zh-CN" sz="2400" b="0" err="1">
                <a:solidFill>
                  <a:schemeClr val="bg2"/>
                </a:solidFill>
              </a:rPr>
              <a:t>struct</a:t>
            </a:r>
            <a:r>
              <a:rPr lang="en-US" altLang="zh-CN" sz="2400" b="0">
                <a:solidFill>
                  <a:schemeClr val="bg2"/>
                </a:solidFill>
              </a:rPr>
              <a:t> employee</a:t>
            </a:r>
            <a:r>
              <a:rPr lang="en-US" altLang="zh-CN" sz="2400" b="0"/>
              <a:t> </a:t>
            </a:r>
            <a:r>
              <a:rPr lang="en-US" altLang="zh-CN" sz="2400" b="0">
                <a:solidFill>
                  <a:srgbClr val="CC0066"/>
                </a:solidFill>
              </a:rPr>
              <a:t>m</a:t>
            </a:r>
            <a:r>
              <a:rPr lang="en-US" altLang="zh-CN" sz="2400" b="0"/>
              <a:t>)</a:t>
            </a:r>
            <a:endParaRPr lang="en-US" altLang="zh-CN" sz="2400" b="0"/>
          </a:p>
          <a:p>
            <a:pPr marL="609600" indent="-609600" eaLnBrk="1" hangingPunct="1">
              <a:lnSpc>
                <a:spcPct val="90000"/>
              </a:lnSpc>
              <a:buNone/>
            </a:pPr>
            <a:r>
              <a:rPr lang="en-US" altLang="zh-CN" sz="2400" b="0"/>
              <a:t>       {</a:t>
            </a:r>
            <a:endParaRPr lang="en-US" altLang="zh-CN" sz="2400" b="0"/>
          </a:p>
          <a:p>
            <a:pPr marL="609600" indent="-609600" eaLnBrk="1" hangingPunct="1">
              <a:lnSpc>
                <a:spcPct val="90000"/>
              </a:lnSpc>
              <a:buNone/>
            </a:pPr>
            <a:r>
              <a:rPr lang="en-US" altLang="zh-CN" sz="2400" b="0"/>
              <a:t>           return </a:t>
            </a:r>
            <a:r>
              <a:rPr lang="en-US" altLang="zh-CN" sz="2400" b="0" err="1"/>
              <a:t>m.jbgz</a:t>
            </a:r>
            <a:r>
              <a:rPr lang="en-US" altLang="zh-CN" sz="2400" b="0"/>
              <a:t> + </a:t>
            </a:r>
            <a:r>
              <a:rPr lang="en-US" altLang="zh-CN" sz="2400" b="0" err="1"/>
              <a:t>m.jj</a:t>
            </a:r>
            <a:r>
              <a:rPr lang="en-US" altLang="zh-CN" sz="2400" b="0"/>
              <a:t> - </a:t>
            </a:r>
            <a:r>
              <a:rPr lang="en-US" altLang="zh-CN" sz="2400" b="0" err="1"/>
              <a:t>m.bx</a:t>
            </a:r>
            <a:r>
              <a:rPr lang="en-US" altLang="zh-CN" sz="2400" b="0"/>
              <a:t>;     </a:t>
            </a:r>
            <a:endParaRPr lang="en-US" altLang="zh-CN" sz="2400" b="0"/>
          </a:p>
          <a:p>
            <a:pPr marL="609600" indent="-609600" eaLnBrk="1" hangingPunct="1">
              <a:lnSpc>
                <a:spcPct val="90000"/>
              </a:lnSpc>
              <a:buNone/>
            </a:pPr>
            <a:r>
              <a:rPr lang="en-US" altLang="zh-CN" sz="2400" b="0"/>
              <a:t>       }</a:t>
            </a:r>
            <a:endParaRPr lang="en-US" altLang="zh-CN" sz="2400" b="0"/>
          </a:p>
          <a:p>
            <a:pPr marL="609600" indent="-609600" eaLnBrk="1" hangingPunct="1">
              <a:lnSpc>
                <a:spcPct val="90000"/>
              </a:lnSpc>
            </a:pPr>
            <a:r>
              <a:rPr lang="zh-CN" altLang="en-US" sz="2400" b="0" dirty="0"/>
              <a:t>再将主函数</a:t>
            </a:r>
            <a:r>
              <a:rPr lang="en-US" altLang="zh-CN" sz="2400" b="0"/>
              <a:t>main</a:t>
            </a:r>
            <a:r>
              <a:rPr lang="zh-CN" altLang="en-US" sz="2400" b="0" dirty="0"/>
              <a:t>中的语句：</a:t>
            </a:r>
            <a:endParaRPr lang="zh-CN" altLang="en-US" sz="2400" b="0" dirty="0"/>
          </a:p>
          <a:p>
            <a:pPr marL="609600" indent="-609600" eaLnBrk="1" hangingPunct="1">
              <a:lnSpc>
                <a:spcPct val="90000"/>
              </a:lnSpc>
              <a:buNone/>
            </a:pPr>
            <a:r>
              <a:rPr lang="en-US" altLang="zh-CN" sz="2400" b="0"/>
              <a:t>       </a:t>
            </a:r>
            <a:r>
              <a:rPr lang="en-US" altLang="zh-CN" sz="2400" b="0" err="1"/>
              <a:t>e.sfgz</a:t>
            </a:r>
            <a:r>
              <a:rPr lang="en-US" altLang="zh-CN" sz="2400" b="0"/>
              <a:t> = </a:t>
            </a:r>
            <a:r>
              <a:rPr lang="en-US" altLang="zh-CN" sz="2400" b="0" err="1"/>
              <a:t>e.jbgz</a:t>
            </a:r>
            <a:r>
              <a:rPr lang="en-US" altLang="zh-CN" sz="2400" b="0"/>
              <a:t> + </a:t>
            </a:r>
            <a:r>
              <a:rPr lang="en-US" altLang="zh-CN" sz="2400" b="0" err="1"/>
              <a:t>e.jj</a:t>
            </a:r>
            <a:r>
              <a:rPr lang="en-US" altLang="zh-CN" sz="2400" b="0"/>
              <a:t> - </a:t>
            </a:r>
            <a:r>
              <a:rPr lang="en-US" altLang="zh-CN" sz="2400" b="0" err="1"/>
              <a:t>e.bx</a:t>
            </a:r>
            <a:r>
              <a:rPr lang="en-US" altLang="zh-CN" sz="2400" b="0"/>
              <a:t>;</a:t>
            </a:r>
            <a:endParaRPr lang="en-US" altLang="zh-CN" sz="2400" b="0"/>
          </a:p>
          <a:p>
            <a:pPr marL="609600" indent="-609600" eaLnBrk="1" hangingPunct="1">
              <a:lnSpc>
                <a:spcPct val="90000"/>
              </a:lnSpc>
              <a:buNone/>
            </a:pPr>
            <a:r>
              <a:rPr lang="zh-CN" altLang="en-US" sz="2400" b="0" dirty="0"/>
              <a:t>       改为：</a:t>
            </a:r>
            <a:endParaRPr lang="zh-CN" altLang="en-US" sz="2400" b="0" dirty="0"/>
          </a:p>
          <a:p>
            <a:pPr marL="609600" indent="-609600" eaLnBrk="1" hangingPunct="1">
              <a:lnSpc>
                <a:spcPct val="90000"/>
              </a:lnSpc>
              <a:buNone/>
            </a:pPr>
            <a:r>
              <a:rPr lang="en-US" altLang="zh-CN" sz="2400" b="0"/>
              <a:t>       </a:t>
            </a:r>
            <a:r>
              <a:rPr lang="en-US" altLang="zh-CN" sz="2400" b="0" err="1"/>
              <a:t>e.sfgz</a:t>
            </a:r>
            <a:r>
              <a:rPr lang="en-US" altLang="zh-CN" sz="2400" b="0"/>
              <a:t> = </a:t>
            </a:r>
            <a:r>
              <a:rPr lang="en-US" altLang="zh-CN" sz="2400" b="0" err="1">
                <a:solidFill>
                  <a:schemeClr val="bg2"/>
                </a:solidFill>
              </a:rPr>
              <a:t>count_sfgz</a:t>
            </a:r>
            <a:r>
              <a:rPr lang="en-US" altLang="zh-CN" sz="2400" b="0" err="1"/>
              <a:t>(</a:t>
            </a:r>
            <a:r>
              <a:rPr lang="en-US" altLang="zh-CN" sz="2400" b="0" err="1">
                <a:solidFill>
                  <a:srgbClr val="CC0066"/>
                </a:solidFill>
              </a:rPr>
              <a:t>e</a:t>
            </a:r>
            <a:r>
              <a:rPr lang="en-US" altLang="zh-CN" sz="2400" b="0"/>
              <a:t>);</a:t>
            </a:r>
            <a:endParaRPr lang="zh-CN" altLang="en-US" sz="2400" b="0" dirty="0"/>
          </a:p>
        </p:txBody>
      </p:sp>
    </p:spTree>
  </p:cSld>
  <p:clrMapOvr>
    <a:masterClrMapping/>
  </p:clrMapOvr>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8675" name="Rectangle 3"/>
          <p:cNvSpPr>
            <a:spLocks noGrp="1"/>
          </p:cNvSpPr>
          <p:nvPr>
            <p:ph idx="1"/>
          </p:nvPr>
        </p:nvSpPr>
        <p:spPr>
          <a:xfrm>
            <a:off x="468313" y="1844675"/>
            <a:ext cx="8291512" cy="3384550"/>
          </a:xfrm>
        </p:spPr>
        <p:txBody>
          <a:bodyPr vert="horz" wrap="square" lIns="91440" tIns="45720" rIns="91440" bIns="45720" anchor="t" anchorCtr="0"/>
          <a:p>
            <a:pPr marL="609600" indent="-609600" eaLnBrk="1" hangingPunct="1"/>
            <a:r>
              <a:rPr lang="zh-CN" altLang="en-US" b="0" dirty="0">
                <a:latin typeface="宋体" pitchFamily="2" charset="-122"/>
              </a:rPr>
              <a:t>一个结构变量只能表示一个实体的信息，如果有许多相同类型的实体，就需要使用结构数组。</a:t>
            </a:r>
            <a:endParaRPr lang="zh-CN" altLang="en-US" b="0" dirty="0">
              <a:latin typeface="宋体" pitchFamily="2" charset="-122"/>
            </a:endParaRPr>
          </a:p>
          <a:p>
            <a:pPr marL="609600" indent="-609600" eaLnBrk="1" hangingPunct="1"/>
            <a:r>
              <a:rPr lang="zh-CN" altLang="en-US" b="0" dirty="0">
                <a:latin typeface="宋体" pitchFamily="2" charset="-122"/>
              </a:rPr>
              <a:t>结构数组是结构与数组的结合，与普通数组的不同之处在于每个数组元素都是一个结构类型的数据，包括各个成员项。 </a:t>
            </a:r>
            <a:endParaRPr lang="zh-CN" altLang="en-US" b="0" dirty="0">
              <a:latin typeface="宋体" pitchFamily="2" charset="-122"/>
            </a:endParaRPr>
          </a:p>
        </p:txBody>
      </p:sp>
      <p:sp>
        <p:nvSpPr>
          <p:cNvPr id="28676" name="Rectangle 5"/>
          <p:cNvSpPr>
            <a:spLocks noGrp="1"/>
          </p:cNvSpPr>
          <p:nvPr>
            <p:ph type="title"/>
          </p:nvPr>
        </p:nvSpPr>
        <p:spPr/>
        <p:txBody>
          <a:bodyPr vert="horz" wrap="square" lIns="91440" tIns="45720" rIns="91440" bIns="45720" anchor="ctr" anchorCtr="0"/>
          <a:p>
            <a:pPr eaLnBrk="1" hangingPunct="1"/>
            <a:r>
              <a:rPr lang="en-US" altLang="zh-CN" b="0"/>
              <a:t>9.3  </a:t>
            </a:r>
            <a:r>
              <a:rPr lang="zh-CN" altLang="en-US" b="0" dirty="0"/>
              <a:t>结构数组</a:t>
            </a:r>
            <a:r>
              <a:rPr lang="en-US" altLang="zh-CN" b="0"/>
              <a:t> </a:t>
            </a:r>
            <a:endParaRPr lang="zh-CN" altLang="en-US" b="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8675">
                                            <p:txEl>
                                              <p:charRg st="4294967295" end="4294967295"/>
                                            </p:txEl>
                                          </p:spTgt>
                                        </p:tgtEl>
                                        <p:attrNameLst>
                                          <p:attrName>style.visibility</p:attrName>
                                        </p:attrNameLst>
                                      </p:cBhvr>
                                    </p:set>
                                    <p:anim calcmode="lin" valueType="num">
                                      <p:cBhvr>
                                        <p:cTn id="7" dur="500" fill="hold"/>
                                        <p:tgtEl>
                                          <p:spTgt spid="28675">
                                            <p:txEl>
                                              <p:charRg st="4294967295" end="4294967295"/>
                                            </p:txEl>
                                          </p:spTgt>
                                        </p:tgtEl>
                                        <p:attrNameLst>
                                          <p:attrName>ppt_x</p:attrName>
                                        </p:attrNameLst>
                                      </p:cBhvr>
                                      <p:tavLst>
                                        <p:tav tm="0">
                                          <p:val>
                                            <p:strVal val="#ppt_x"/>
                                          </p:val>
                                        </p:tav>
                                        <p:tav tm="100000">
                                          <p:val>
                                            <p:strVal val="#ppt_x"/>
                                          </p:val>
                                        </p:tav>
                                      </p:tavLst>
                                    </p:anim>
                                    <p:anim calcmode="lin" valueType="num">
                                      <p:cBhvr>
                                        <p:cTn id="8" dur="500" fill="hold"/>
                                        <p:tgtEl>
                                          <p:spTgt spid="28675">
                                            <p:txEl>
                                              <p:charRg st="4294967295" end="429496729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675" grpId="0" animBg="1" advAuto="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9699" name="Rectangle 2"/>
          <p:cNvSpPr>
            <a:spLocks noGrp="1"/>
          </p:cNvSpPr>
          <p:nvPr>
            <p:ph idx="1"/>
          </p:nvPr>
        </p:nvSpPr>
        <p:spPr>
          <a:xfrm>
            <a:off x="457200" y="1557338"/>
            <a:ext cx="8229600" cy="4967287"/>
          </a:xfrm>
        </p:spPr>
        <p:txBody>
          <a:bodyPr vert="horz" wrap="square" lIns="91440" tIns="45720" rIns="91440" bIns="45720" anchor="t" anchorCtr="0"/>
          <a:p>
            <a:pPr marL="609600" indent="-609600" eaLnBrk="1" hangingPunct="1">
              <a:lnSpc>
                <a:spcPct val="90000"/>
              </a:lnSpc>
            </a:pPr>
            <a:r>
              <a:rPr lang="zh-CN" altLang="en-US" b="0" dirty="0"/>
              <a:t>结构数组的定义方法与结构变量相同</a:t>
            </a:r>
            <a:endParaRPr lang="zh-CN" altLang="en-US" b="0" dirty="0"/>
          </a:p>
          <a:p>
            <a:pPr marL="609600" indent="-609600" eaLnBrk="1" hangingPunct="1">
              <a:lnSpc>
                <a:spcPct val="90000"/>
              </a:lnSpc>
              <a:buNone/>
            </a:pPr>
            <a:r>
              <a:rPr lang="en-US" altLang="zh-CN" sz="2800" b="0"/>
              <a:t>     </a:t>
            </a:r>
            <a:r>
              <a:rPr lang="en-US" altLang="zh-CN" sz="2800" b="0" err="1"/>
              <a:t>struct</a:t>
            </a:r>
            <a:r>
              <a:rPr lang="en-US" altLang="zh-CN" sz="2800" b="0"/>
              <a:t> </a:t>
            </a:r>
            <a:r>
              <a:rPr lang="en-US" altLang="zh-CN" sz="2800" b="0" err="1"/>
              <a:t>friends_list</a:t>
            </a:r>
            <a:r>
              <a:rPr lang="en-US" altLang="zh-CN" sz="2800" b="0"/>
              <a:t>{</a:t>
            </a:r>
            <a:endParaRPr lang="en-US" altLang="zh-CN" sz="2800" b="0"/>
          </a:p>
          <a:p>
            <a:pPr marL="990600" lvl="1" indent="-533400" eaLnBrk="1" hangingPunct="1">
              <a:lnSpc>
                <a:spcPct val="90000"/>
              </a:lnSpc>
              <a:buNone/>
            </a:pPr>
            <a:r>
              <a:rPr lang="en-US" altLang="zh-CN" b="0"/>
              <a:t>    char name[10];       </a:t>
            </a:r>
            <a:endParaRPr lang="en-US" altLang="zh-CN" b="0"/>
          </a:p>
          <a:p>
            <a:pPr marL="990600" lvl="1" indent="-533400" eaLnBrk="1" hangingPunct="1">
              <a:lnSpc>
                <a:spcPct val="90000"/>
              </a:lnSpc>
              <a:buNone/>
            </a:pPr>
            <a:r>
              <a:rPr lang="en-US" altLang="zh-CN" b="0"/>
              <a:t>    </a:t>
            </a:r>
            <a:r>
              <a:rPr lang="en-US" altLang="zh-CN" b="0" err="1"/>
              <a:t>int</a:t>
            </a:r>
            <a:r>
              <a:rPr lang="en-US" altLang="zh-CN" b="0"/>
              <a:t> age;    </a:t>
            </a:r>
            <a:endParaRPr lang="en-US" altLang="zh-CN" b="0"/>
          </a:p>
          <a:p>
            <a:pPr marL="990600" lvl="1" indent="-533400" eaLnBrk="1" hangingPunct="1">
              <a:lnSpc>
                <a:spcPct val="90000"/>
              </a:lnSpc>
              <a:buNone/>
            </a:pPr>
            <a:r>
              <a:rPr lang="en-US" altLang="zh-CN" b="0"/>
              <a:t>    char telephone[13];   </a:t>
            </a:r>
            <a:endParaRPr lang="en-US" altLang="zh-CN" b="0"/>
          </a:p>
          <a:p>
            <a:pPr marL="990600" lvl="1" indent="-533400" eaLnBrk="1" hangingPunct="1">
              <a:lnSpc>
                <a:spcPct val="90000"/>
              </a:lnSpc>
              <a:buNone/>
            </a:pPr>
            <a:r>
              <a:rPr lang="en-US" altLang="zh-CN" b="0"/>
              <a:t>} </a:t>
            </a:r>
            <a:r>
              <a:rPr lang="en-US" altLang="zh-CN" b="0">
                <a:solidFill>
                  <a:srgbClr val="CC0066"/>
                </a:solidFill>
              </a:rPr>
              <a:t>friends[10]</a:t>
            </a:r>
            <a:r>
              <a:rPr lang="en-US" altLang="zh-CN" b="0"/>
              <a:t>;</a:t>
            </a:r>
            <a:endParaRPr lang="en-US" altLang="zh-CN" b="0"/>
          </a:p>
          <a:p>
            <a:pPr marL="990600" lvl="1" indent="-533400" eaLnBrk="1" hangingPunct="1">
              <a:lnSpc>
                <a:spcPct val="90000"/>
              </a:lnSpc>
              <a:buClr>
                <a:schemeClr val="bg2"/>
              </a:buClr>
              <a:buSzPct val="75000"/>
              <a:buNone/>
            </a:pPr>
            <a:endParaRPr lang="zh-CN" altLang="en-US" sz="3200" b="0" dirty="0"/>
          </a:p>
          <a:p>
            <a:pPr marL="609600" indent="-609600" eaLnBrk="1" hangingPunct="1">
              <a:lnSpc>
                <a:spcPct val="90000"/>
              </a:lnSpc>
              <a:buNone/>
            </a:pPr>
            <a:r>
              <a:rPr lang="zh-CN" altLang="en-US" sz="2800" b="0" dirty="0"/>
              <a:t>      结构数组</a:t>
            </a:r>
            <a:r>
              <a:rPr lang="en-US" altLang="zh-CN" sz="2800" b="0"/>
              <a:t>friends</a:t>
            </a:r>
            <a:r>
              <a:rPr lang="zh-CN" altLang="en-US" sz="2800" b="0" dirty="0"/>
              <a:t>，它有</a:t>
            </a:r>
            <a:r>
              <a:rPr lang="en-US" altLang="zh-CN" sz="2800" b="0"/>
              <a:t>10</a:t>
            </a:r>
            <a:r>
              <a:rPr lang="zh-CN" altLang="en-US" sz="2800" b="0" dirty="0"/>
              <a:t>个数组元素，从</a:t>
            </a:r>
            <a:r>
              <a:rPr lang="en-US" altLang="zh-CN" sz="2800" b="0"/>
              <a:t>friends[0]</a:t>
            </a:r>
            <a:r>
              <a:rPr lang="zh-CN" altLang="en-US" sz="2800" b="0" dirty="0"/>
              <a:t>到</a:t>
            </a:r>
            <a:r>
              <a:rPr lang="en-US" altLang="zh-CN" sz="2800" b="0"/>
              <a:t>friends[9]</a:t>
            </a:r>
            <a:r>
              <a:rPr lang="zh-CN" altLang="en-US" sz="2800" b="0" dirty="0"/>
              <a:t>，每个数组元素都是结构类型</a:t>
            </a:r>
            <a:r>
              <a:rPr lang="en-US" altLang="zh-CN" sz="2800" b="0" err="1"/>
              <a:t>struct</a:t>
            </a:r>
            <a:r>
              <a:rPr lang="en-US" altLang="zh-CN" sz="2800" b="0"/>
              <a:t> </a:t>
            </a:r>
            <a:r>
              <a:rPr lang="en-US" altLang="zh-CN" sz="2800" b="0" err="1"/>
              <a:t>friends_list</a:t>
            </a:r>
            <a:endParaRPr lang="en-US" altLang="zh-CN" sz="2800" b="0"/>
          </a:p>
        </p:txBody>
      </p:sp>
      <p:sp>
        <p:nvSpPr>
          <p:cNvPr id="29700" name="Rectangle 3"/>
          <p:cNvSpPr>
            <a:spLocks noGrp="1"/>
          </p:cNvSpPr>
          <p:nvPr>
            <p:ph type="title"/>
          </p:nvPr>
        </p:nvSpPr>
        <p:spPr/>
        <p:txBody>
          <a:bodyPr vert="horz" wrap="square" lIns="91440" tIns="45720" rIns="91440" bIns="45720" anchor="ctr" anchorCtr="0"/>
          <a:p>
            <a:pPr eaLnBrk="1" hangingPunct="1"/>
            <a:r>
              <a:rPr lang="en-US" altLang="zh-CN" b="0"/>
              <a:t>9.3  </a:t>
            </a:r>
            <a:r>
              <a:rPr lang="zh-CN" altLang="en-US" b="0" dirty="0"/>
              <a:t>结构数组</a:t>
            </a:r>
            <a:r>
              <a:rPr lang="en-US" altLang="zh-CN" b="0"/>
              <a:t> </a:t>
            </a:r>
            <a:endParaRPr lang="zh-CN" altLang="en-US" b="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9699">
                                            <p:txEl>
                                              <p:charRg st="4294967295" end="4294967295"/>
                                            </p:txEl>
                                          </p:spTgt>
                                        </p:tgtEl>
                                        <p:attrNameLst>
                                          <p:attrName>style.visibility</p:attrName>
                                        </p:attrNameLst>
                                      </p:cBhvr>
                                    </p:set>
                                    <p:anim calcmode="lin" valueType="num">
                                      <p:cBhvr>
                                        <p:cTn id="7" dur="500" fill="hold"/>
                                        <p:tgtEl>
                                          <p:spTgt spid="29699">
                                            <p:txEl>
                                              <p:charRg st="4294967295" end="4294967295"/>
                                            </p:txEl>
                                          </p:spTgt>
                                        </p:tgtEl>
                                        <p:attrNameLst>
                                          <p:attrName>ppt_x</p:attrName>
                                        </p:attrNameLst>
                                      </p:cBhvr>
                                      <p:tavLst>
                                        <p:tav tm="0">
                                          <p:val>
                                            <p:strVal val="#ppt_x"/>
                                          </p:val>
                                        </p:tav>
                                        <p:tav tm="100000">
                                          <p:val>
                                            <p:strVal val="#ppt_x"/>
                                          </p:val>
                                        </p:tav>
                                      </p:tavLst>
                                    </p:anim>
                                    <p:anim calcmode="lin" valueType="num">
                                      <p:cBhvr>
                                        <p:cTn id="8" dur="500" fill="hold"/>
                                        <p:tgtEl>
                                          <p:spTgt spid="29699">
                                            <p:txEl>
                                              <p:charRg st="4294967295" end="429496729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699" grpId="0" animBg="1" advAuto="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0723" name="Rectangle 3"/>
          <p:cNvSpPr>
            <a:spLocks noGrp="1"/>
          </p:cNvSpPr>
          <p:nvPr>
            <p:ph type="title"/>
          </p:nvPr>
        </p:nvSpPr>
        <p:spPr>
          <a:xfrm>
            <a:off x="457200" y="457200"/>
            <a:ext cx="7715250" cy="955675"/>
          </a:xfrm>
        </p:spPr>
        <p:txBody>
          <a:bodyPr vert="horz" wrap="square" lIns="91440" tIns="45720" rIns="91440" bIns="45720" anchor="ctr" anchorCtr="0"/>
          <a:p>
            <a:pPr eaLnBrk="1" hangingPunct="1"/>
            <a:r>
              <a:rPr lang="zh-CN" altLang="en-US" b="0" dirty="0"/>
              <a:t>结构数组的初始化</a:t>
            </a:r>
            <a:r>
              <a:rPr lang="en-US" altLang="zh-CN" b="0"/>
              <a:t> </a:t>
            </a:r>
            <a:endParaRPr lang="zh-CN" altLang="en-US" b="0" dirty="0"/>
          </a:p>
        </p:txBody>
      </p:sp>
      <p:sp>
        <p:nvSpPr>
          <p:cNvPr id="30724" name="Rectangle 2"/>
          <p:cNvSpPr>
            <a:spLocks noGrp="1"/>
          </p:cNvSpPr>
          <p:nvPr>
            <p:ph type="body" sz="half" idx="1"/>
          </p:nvPr>
        </p:nvSpPr>
        <p:spPr>
          <a:xfrm>
            <a:off x="468313" y="1484313"/>
            <a:ext cx="8135937" cy="2305050"/>
          </a:xfrm>
        </p:spPr>
        <p:txBody>
          <a:bodyPr vert="horz" wrap="square" lIns="91440" tIns="45720" rIns="91440" bIns="45720" anchor="t" anchorCtr="0"/>
          <a:p>
            <a:pPr marL="609600" indent="-609600" eaLnBrk="1" hangingPunct="1">
              <a:buClr>
                <a:schemeClr val="bg2"/>
              </a:buClr>
              <a:buSzPct val="75000"/>
              <a:buFont typeface="Wingdings" panose="05000000000000000000" pitchFamily="2" charset="2"/>
              <a:buNone/>
            </a:pPr>
            <a:r>
              <a:rPr lang="en-US" altLang="zh-CN" sz="2800" b="0" err="1"/>
              <a:t>struct</a:t>
            </a:r>
            <a:r>
              <a:rPr lang="en-US" altLang="zh-CN" sz="2800" b="0"/>
              <a:t> </a:t>
            </a:r>
            <a:r>
              <a:rPr lang="en-US" altLang="zh-CN" sz="2800" b="0" err="1"/>
              <a:t>friends_list</a:t>
            </a:r>
            <a:r>
              <a:rPr lang="en-US" altLang="zh-CN" sz="2800" b="0"/>
              <a:t> friends[10] = { </a:t>
            </a:r>
            <a:endParaRPr lang="en-US" altLang="zh-CN" sz="2800" b="0"/>
          </a:p>
          <a:p>
            <a:pPr marL="609600" indent="-609600" eaLnBrk="1" hangingPunct="1">
              <a:buClr>
                <a:schemeClr val="bg2"/>
              </a:buClr>
              <a:buSzPct val="75000"/>
              <a:buFont typeface="Wingdings" panose="05000000000000000000" pitchFamily="2" charset="2"/>
              <a:buNone/>
            </a:pPr>
            <a:r>
              <a:rPr lang="en-US" altLang="zh-CN" sz="2800" b="0"/>
              <a:t>    { "</a:t>
            </a:r>
            <a:r>
              <a:rPr lang="en-US" altLang="zh-CN" sz="2800" b="0" err="1"/>
              <a:t>zhang</a:t>
            </a:r>
            <a:r>
              <a:rPr lang="en-US" altLang="zh-CN" sz="2800" b="0"/>
              <a:t> san", 26, "0571-85271880"},</a:t>
            </a:r>
            <a:endParaRPr lang="en-US" altLang="zh-CN" sz="2800" b="0"/>
          </a:p>
          <a:p>
            <a:pPr marL="609600" indent="-609600" eaLnBrk="1" hangingPunct="1">
              <a:buClr>
                <a:schemeClr val="bg2"/>
              </a:buClr>
              <a:buSzPct val="75000"/>
              <a:buFont typeface="Wingdings" panose="05000000000000000000" pitchFamily="2" charset="2"/>
              <a:buNone/>
            </a:pPr>
            <a:r>
              <a:rPr lang="en-US" altLang="zh-CN" sz="2800" b="0"/>
              <a:t>    { "Li </a:t>
            </a:r>
            <a:r>
              <a:rPr lang="en-US" altLang="zh-CN" sz="2800" b="0" err="1"/>
              <a:t>Si</a:t>
            </a:r>
            <a:r>
              <a:rPr lang="en-US" altLang="zh-CN" sz="2800" b="0"/>
              <a:t>", 30, "13605732436"}</a:t>
            </a:r>
            <a:endParaRPr lang="en-US" altLang="zh-CN" sz="2800" b="0"/>
          </a:p>
          <a:p>
            <a:pPr marL="609600" indent="-609600" eaLnBrk="1" hangingPunct="1">
              <a:buClr>
                <a:schemeClr val="bg2"/>
              </a:buClr>
              <a:buSzPct val="75000"/>
              <a:buFont typeface="Wingdings" panose="05000000000000000000" pitchFamily="2" charset="2"/>
              <a:buNone/>
            </a:pPr>
            <a:r>
              <a:rPr lang="en-US" altLang="zh-CN" sz="2800" b="0"/>
              <a:t> };</a:t>
            </a:r>
            <a:r>
              <a:rPr lang="zh-CN" altLang="en-US" sz="2800" b="0" dirty="0"/>
              <a:t>     </a:t>
            </a:r>
            <a:endParaRPr lang="en-US" altLang="zh-CN" sz="2800" b="0"/>
          </a:p>
        </p:txBody>
      </p:sp>
      <p:grpSp>
        <p:nvGrpSpPr>
          <p:cNvPr id="30725" name="Group 107"/>
          <p:cNvGrpSpPr/>
          <p:nvPr/>
        </p:nvGrpSpPr>
        <p:grpSpPr>
          <a:xfrm>
            <a:off x="900113" y="3860800"/>
            <a:ext cx="7058025" cy="1685925"/>
            <a:chOff x="567" y="2432"/>
            <a:chExt cx="4446" cy="1062"/>
          </a:xfrm>
        </p:grpSpPr>
        <p:sp>
          <p:nvSpPr>
            <p:cNvPr id="30726" name="Rectangle 36"/>
            <p:cNvSpPr/>
            <p:nvPr/>
          </p:nvSpPr>
          <p:spPr>
            <a:xfrm>
              <a:off x="3354" y="3213"/>
              <a:ext cx="1659" cy="281"/>
            </a:xfrm>
            <a:prstGeom prst="rect">
              <a:avLst/>
            </a:prstGeom>
            <a:noFill/>
            <a:ln w="9525">
              <a:noFill/>
            </a:ln>
          </p:spPr>
          <p:txBody>
            <a:bodyPr lIns="92075" tIns="46038" rIns="92075" bIns="46038"/>
            <a:p>
              <a:pPr>
                <a:spcBef>
                  <a:spcPct val="20000"/>
                </a:spcBef>
                <a:buClr>
                  <a:schemeClr val="bg2"/>
                </a:buClr>
                <a:buSzPct val="75000"/>
                <a:buFont typeface="Wingdings" panose="05000000000000000000" pitchFamily="2" charset="2"/>
              </a:pPr>
              <a:endParaRPr lang="zh-CN" altLang="en-US" sz="2000" dirty="0">
                <a:latin typeface="Arial" panose="02080604020202020204" pitchFamily="34" charset="0"/>
              </a:endParaRPr>
            </a:p>
          </p:txBody>
        </p:sp>
        <p:sp>
          <p:nvSpPr>
            <p:cNvPr id="30727" name="Rectangle 35"/>
            <p:cNvSpPr/>
            <p:nvPr/>
          </p:nvSpPr>
          <p:spPr>
            <a:xfrm>
              <a:off x="2695" y="3213"/>
              <a:ext cx="659" cy="281"/>
            </a:xfrm>
            <a:prstGeom prst="rect">
              <a:avLst/>
            </a:prstGeom>
            <a:noFill/>
            <a:ln w="9525">
              <a:noFill/>
            </a:ln>
          </p:spPr>
          <p:txBody>
            <a:bodyPr lIns="92075" tIns="46038" rIns="92075" bIns="46038"/>
            <a:p>
              <a:pPr>
                <a:spcBef>
                  <a:spcPct val="20000"/>
                </a:spcBef>
                <a:buClr>
                  <a:schemeClr val="bg2"/>
                </a:buClr>
                <a:buSzPct val="75000"/>
                <a:buFont typeface="Wingdings" panose="05000000000000000000" pitchFamily="2" charset="2"/>
              </a:pPr>
              <a:endParaRPr lang="zh-CN" altLang="en-US" sz="2000" dirty="0">
                <a:latin typeface="Arial" panose="02080604020202020204" pitchFamily="34" charset="0"/>
              </a:endParaRPr>
            </a:p>
          </p:txBody>
        </p:sp>
        <p:sp>
          <p:nvSpPr>
            <p:cNvPr id="30728" name="Rectangle 34"/>
            <p:cNvSpPr/>
            <p:nvPr/>
          </p:nvSpPr>
          <p:spPr>
            <a:xfrm>
              <a:off x="1523" y="3213"/>
              <a:ext cx="1172" cy="281"/>
            </a:xfrm>
            <a:prstGeom prst="rect">
              <a:avLst/>
            </a:prstGeom>
            <a:noFill/>
            <a:ln w="9525">
              <a:noFill/>
            </a:ln>
          </p:spPr>
          <p:txBody>
            <a:bodyPr lIns="92075" tIns="46038" rIns="92075" bIns="46038"/>
            <a:p>
              <a:pPr>
                <a:spcBef>
                  <a:spcPct val="20000"/>
                </a:spcBef>
                <a:buClr>
                  <a:schemeClr val="bg2"/>
                </a:buClr>
                <a:buSzPct val="75000"/>
                <a:buFont typeface="Wingdings" panose="05000000000000000000" pitchFamily="2" charset="2"/>
              </a:pPr>
              <a:endParaRPr lang="zh-CN" altLang="en-US" sz="2000" dirty="0">
                <a:latin typeface="Arial" panose="02080604020202020204" pitchFamily="34" charset="0"/>
              </a:endParaRPr>
            </a:p>
          </p:txBody>
        </p:sp>
        <p:sp>
          <p:nvSpPr>
            <p:cNvPr id="30729" name="Rectangle 33"/>
            <p:cNvSpPr/>
            <p:nvPr/>
          </p:nvSpPr>
          <p:spPr>
            <a:xfrm>
              <a:off x="567" y="3213"/>
              <a:ext cx="956" cy="281"/>
            </a:xfrm>
            <a:prstGeom prst="rect">
              <a:avLst/>
            </a:prstGeom>
            <a:noFill/>
            <a:ln w="9525">
              <a:noFill/>
            </a:ln>
          </p:spPr>
          <p:txBody>
            <a:bodyPr lIns="92075" tIns="46038" rIns="92075" bIns="46038"/>
            <a:p>
              <a:pPr marL="342900" indent="-342900" eaLnBrk="0" hangingPunct="0"/>
              <a:r>
                <a:rPr lang="en-US" altLang="zh-CN" sz="2000">
                  <a:latin typeface="Arial" panose="02080604020202020204" pitchFamily="34" charset="0"/>
                  <a:cs typeface="Times New Roman" pitchFamily="18" charset="0"/>
                </a:rPr>
                <a:t>friends[9]</a:t>
              </a:r>
              <a:endParaRPr lang="en-US" altLang="zh-CN" sz="2000">
                <a:latin typeface="Arial" panose="02080604020202020204" pitchFamily="34" charset="0"/>
                <a:cs typeface="Times New Roman" pitchFamily="18" charset="0"/>
              </a:endParaRPr>
            </a:p>
          </p:txBody>
        </p:sp>
        <p:sp>
          <p:nvSpPr>
            <p:cNvPr id="30730" name="Rectangle 32"/>
            <p:cNvSpPr/>
            <p:nvPr/>
          </p:nvSpPr>
          <p:spPr>
            <a:xfrm>
              <a:off x="3354" y="2932"/>
              <a:ext cx="1659" cy="281"/>
            </a:xfrm>
            <a:prstGeom prst="rect">
              <a:avLst/>
            </a:prstGeom>
            <a:noFill/>
            <a:ln w="9525">
              <a:noFill/>
            </a:ln>
          </p:spPr>
          <p:txBody>
            <a:bodyPr lIns="92075" tIns="46038" rIns="92075" bIns="46038"/>
            <a:p>
              <a:pPr marL="342900" indent="-342900" eaLnBrk="0" hangingPunct="0"/>
              <a:r>
                <a:rPr lang="en-US" altLang="zh-CN" sz="2000">
                  <a:latin typeface="Arial" panose="02080604020202020204" pitchFamily="34" charset="0"/>
                  <a:ea typeface="Times New Roman" pitchFamily="18" charset="0"/>
                  <a:sym typeface="Symbol" panose="05050102010706020507" pitchFamily="18" charset="2"/>
                </a:rPr>
                <a:t>…</a:t>
              </a:r>
              <a:endParaRPr lang="en-US" altLang="zh-CN" sz="2000">
                <a:latin typeface="Arial" panose="02080604020202020204" pitchFamily="34" charset="0"/>
                <a:ea typeface="Times New Roman" pitchFamily="18" charset="0"/>
                <a:sym typeface="Symbol" panose="05050102010706020507" pitchFamily="18" charset="2"/>
              </a:endParaRPr>
            </a:p>
          </p:txBody>
        </p:sp>
        <p:sp>
          <p:nvSpPr>
            <p:cNvPr id="30731" name="Rectangle 31"/>
            <p:cNvSpPr/>
            <p:nvPr/>
          </p:nvSpPr>
          <p:spPr>
            <a:xfrm>
              <a:off x="2695" y="2932"/>
              <a:ext cx="659" cy="281"/>
            </a:xfrm>
            <a:prstGeom prst="rect">
              <a:avLst/>
            </a:prstGeom>
            <a:noFill/>
            <a:ln w="9525">
              <a:noFill/>
            </a:ln>
          </p:spPr>
          <p:txBody>
            <a:bodyPr lIns="92075" tIns="46038" rIns="92075" bIns="46038"/>
            <a:p>
              <a:pPr marL="342900" indent="-342900" eaLnBrk="0" hangingPunct="0"/>
              <a:r>
                <a:rPr lang="en-US" altLang="zh-CN" sz="2000">
                  <a:latin typeface="Arial" panose="02080604020202020204" pitchFamily="34" charset="0"/>
                  <a:ea typeface="Times New Roman" pitchFamily="18" charset="0"/>
                  <a:sym typeface="Symbol" panose="05050102010706020507" pitchFamily="18" charset="2"/>
                </a:rPr>
                <a:t>…</a:t>
              </a:r>
              <a:endParaRPr lang="en-US" altLang="zh-CN" sz="2000">
                <a:latin typeface="Arial" panose="02080604020202020204" pitchFamily="34" charset="0"/>
                <a:ea typeface="Times New Roman" pitchFamily="18" charset="0"/>
                <a:sym typeface="Symbol" panose="05050102010706020507" pitchFamily="18" charset="2"/>
              </a:endParaRPr>
            </a:p>
          </p:txBody>
        </p:sp>
        <p:sp>
          <p:nvSpPr>
            <p:cNvPr id="30732" name="Rectangle 30"/>
            <p:cNvSpPr/>
            <p:nvPr/>
          </p:nvSpPr>
          <p:spPr>
            <a:xfrm>
              <a:off x="1523" y="2932"/>
              <a:ext cx="1172" cy="281"/>
            </a:xfrm>
            <a:prstGeom prst="rect">
              <a:avLst/>
            </a:prstGeom>
            <a:noFill/>
            <a:ln w="9525">
              <a:noFill/>
            </a:ln>
          </p:spPr>
          <p:txBody>
            <a:bodyPr lIns="92075" tIns="46038" rIns="92075" bIns="46038"/>
            <a:p>
              <a:pPr marL="342900" indent="-342900" eaLnBrk="0" hangingPunct="0"/>
              <a:r>
                <a:rPr lang="en-US" altLang="zh-CN" sz="2000">
                  <a:latin typeface="Arial" panose="02080604020202020204" pitchFamily="34" charset="0"/>
                  <a:ea typeface="Times New Roman" pitchFamily="18" charset="0"/>
                  <a:sym typeface="Symbol" panose="05050102010706020507" pitchFamily="18" charset="2"/>
                </a:rPr>
                <a:t>…</a:t>
              </a:r>
              <a:endParaRPr lang="en-US" altLang="zh-CN" sz="2000">
                <a:latin typeface="Arial" panose="02080604020202020204" pitchFamily="34" charset="0"/>
                <a:ea typeface="Times New Roman" pitchFamily="18" charset="0"/>
                <a:sym typeface="Symbol" panose="05050102010706020507" pitchFamily="18" charset="2"/>
              </a:endParaRPr>
            </a:p>
          </p:txBody>
        </p:sp>
        <p:sp>
          <p:nvSpPr>
            <p:cNvPr id="30733" name="Rectangle 29"/>
            <p:cNvSpPr/>
            <p:nvPr/>
          </p:nvSpPr>
          <p:spPr>
            <a:xfrm>
              <a:off x="567" y="2932"/>
              <a:ext cx="956" cy="281"/>
            </a:xfrm>
            <a:prstGeom prst="rect">
              <a:avLst/>
            </a:prstGeom>
            <a:noFill/>
            <a:ln w="9525">
              <a:noFill/>
            </a:ln>
          </p:spPr>
          <p:txBody>
            <a:bodyPr lIns="92075" tIns="46038" rIns="92075" bIns="46038"/>
            <a:p>
              <a:pPr>
                <a:spcBef>
                  <a:spcPct val="20000"/>
                </a:spcBef>
                <a:buClr>
                  <a:schemeClr val="bg2"/>
                </a:buClr>
                <a:buSzPct val="75000"/>
                <a:buFont typeface="Wingdings" panose="05000000000000000000" pitchFamily="2" charset="2"/>
              </a:pPr>
              <a:r>
                <a:rPr lang="en-US" altLang="zh-CN" sz="2000">
                  <a:latin typeface="Arial" panose="02080604020202020204" pitchFamily="34" charset="0"/>
                </a:rPr>
                <a:t>…</a:t>
              </a:r>
              <a:endParaRPr lang="en-US" altLang="zh-CN" sz="2000">
                <a:latin typeface="Arial" panose="02080604020202020204" pitchFamily="34" charset="0"/>
              </a:endParaRPr>
            </a:p>
          </p:txBody>
        </p:sp>
        <p:sp>
          <p:nvSpPr>
            <p:cNvPr id="30734" name="Rectangle 28"/>
            <p:cNvSpPr/>
            <p:nvPr/>
          </p:nvSpPr>
          <p:spPr>
            <a:xfrm>
              <a:off x="3354" y="2682"/>
              <a:ext cx="1659" cy="250"/>
            </a:xfrm>
            <a:prstGeom prst="rect">
              <a:avLst/>
            </a:prstGeom>
            <a:noFill/>
            <a:ln w="9525">
              <a:noFill/>
            </a:ln>
          </p:spPr>
          <p:txBody>
            <a:bodyPr lIns="92075" tIns="46038" rIns="92075" bIns="46038"/>
            <a:p>
              <a:pPr marL="342900" indent="-342900" eaLnBrk="0" hangingPunct="0"/>
              <a:r>
                <a:rPr lang="en-US" altLang="zh-CN" sz="2000">
                  <a:latin typeface="Arial" panose="02080604020202020204" pitchFamily="34" charset="0"/>
                  <a:cs typeface="Times New Roman" pitchFamily="18" charset="0"/>
                </a:rPr>
                <a:t>13605732436</a:t>
              </a:r>
              <a:endParaRPr lang="en-US" altLang="zh-CN" sz="2000">
                <a:latin typeface="Arial" panose="02080604020202020204" pitchFamily="34" charset="0"/>
                <a:cs typeface="Times New Roman" pitchFamily="18" charset="0"/>
              </a:endParaRPr>
            </a:p>
          </p:txBody>
        </p:sp>
        <p:sp>
          <p:nvSpPr>
            <p:cNvPr id="30735" name="Rectangle 27"/>
            <p:cNvSpPr/>
            <p:nvPr/>
          </p:nvSpPr>
          <p:spPr>
            <a:xfrm>
              <a:off x="2695" y="2682"/>
              <a:ext cx="659" cy="250"/>
            </a:xfrm>
            <a:prstGeom prst="rect">
              <a:avLst/>
            </a:prstGeom>
            <a:noFill/>
            <a:ln w="9525">
              <a:noFill/>
            </a:ln>
          </p:spPr>
          <p:txBody>
            <a:bodyPr lIns="92075" tIns="46038" rIns="92075" bIns="46038"/>
            <a:p>
              <a:pPr marL="342900" indent="-342900" eaLnBrk="0" hangingPunct="0"/>
              <a:r>
                <a:rPr lang="en-US" altLang="zh-CN" sz="2000">
                  <a:latin typeface="Arial" panose="02080604020202020204" pitchFamily="34" charset="0"/>
                  <a:cs typeface="Times New Roman" pitchFamily="18" charset="0"/>
                </a:rPr>
                <a:t>30</a:t>
              </a:r>
              <a:endParaRPr lang="en-US" altLang="zh-CN" sz="2000">
                <a:latin typeface="Arial" panose="02080604020202020204" pitchFamily="34" charset="0"/>
                <a:cs typeface="Times New Roman" pitchFamily="18" charset="0"/>
              </a:endParaRPr>
            </a:p>
          </p:txBody>
        </p:sp>
        <p:sp>
          <p:nvSpPr>
            <p:cNvPr id="30736" name="Rectangle 26"/>
            <p:cNvSpPr/>
            <p:nvPr/>
          </p:nvSpPr>
          <p:spPr>
            <a:xfrm>
              <a:off x="1523" y="2682"/>
              <a:ext cx="1172" cy="250"/>
            </a:xfrm>
            <a:prstGeom prst="rect">
              <a:avLst/>
            </a:prstGeom>
            <a:noFill/>
            <a:ln w="9525">
              <a:noFill/>
            </a:ln>
          </p:spPr>
          <p:txBody>
            <a:bodyPr lIns="92075" tIns="46038" rIns="92075" bIns="46038"/>
            <a:p>
              <a:pPr marL="342900" indent="-342900" eaLnBrk="0" hangingPunct="0"/>
              <a:r>
                <a:rPr lang="en-US" altLang="zh-CN" sz="2000">
                  <a:latin typeface="Arial" panose="02080604020202020204" pitchFamily="34" charset="0"/>
                  <a:cs typeface="Times New Roman" pitchFamily="18" charset="0"/>
                </a:rPr>
                <a:t>Li </a:t>
              </a:r>
              <a:r>
                <a:rPr lang="en-US" altLang="zh-CN" sz="2000" err="1">
                  <a:latin typeface="Arial" panose="02080604020202020204" pitchFamily="34" charset="0"/>
                  <a:cs typeface="Times New Roman" pitchFamily="18" charset="0"/>
                </a:rPr>
                <a:t>Si</a:t>
              </a:r>
              <a:endParaRPr lang="en-US" altLang="zh-CN" sz="2000">
                <a:latin typeface="Arial" panose="02080604020202020204" pitchFamily="34" charset="0"/>
              </a:endParaRPr>
            </a:p>
          </p:txBody>
        </p:sp>
        <p:sp>
          <p:nvSpPr>
            <p:cNvPr id="30737" name="Rectangle 25"/>
            <p:cNvSpPr/>
            <p:nvPr/>
          </p:nvSpPr>
          <p:spPr>
            <a:xfrm>
              <a:off x="567" y="2682"/>
              <a:ext cx="956" cy="250"/>
            </a:xfrm>
            <a:prstGeom prst="rect">
              <a:avLst/>
            </a:prstGeom>
            <a:noFill/>
            <a:ln w="9525">
              <a:noFill/>
            </a:ln>
          </p:spPr>
          <p:txBody>
            <a:bodyPr lIns="92075" tIns="46038" rIns="92075" bIns="46038"/>
            <a:p>
              <a:pPr marL="342900" indent="-342900" eaLnBrk="0" hangingPunct="0"/>
              <a:r>
                <a:rPr lang="en-US" altLang="zh-CN" sz="2000">
                  <a:latin typeface="Arial" panose="02080604020202020204" pitchFamily="34" charset="0"/>
                  <a:cs typeface="Times New Roman" pitchFamily="18" charset="0"/>
                </a:rPr>
                <a:t>friends[1]</a:t>
              </a:r>
              <a:endParaRPr lang="en-US" altLang="zh-CN" sz="2000">
                <a:latin typeface="Arial" panose="02080604020202020204" pitchFamily="34" charset="0"/>
                <a:cs typeface="Times New Roman" pitchFamily="18" charset="0"/>
              </a:endParaRPr>
            </a:p>
          </p:txBody>
        </p:sp>
        <p:sp>
          <p:nvSpPr>
            <p:cNvPr id="30738" name="Rectangle 24"/>
            <p:cNvSpPr/>
            <p:nvPr/>
          </p:nvSpPr>
          <p:spPr>
            <a:xfrm>
              <a:off x="3354" y="2432"/>
              <a:ext cx="1659" cy="250"/>
            </a:xfrm>
            <a:prstGeom prst="rect">
              <a:avLst/>
            </a:prstGeom>
            <a:noFill/>
            <a:ln w="9525">
              <a:noFill/>
            </a:ln>
          </p:spPr>
          <p:txBody>
            <a:bodyPr lIns="92075" tIns="46038" rIns="92075" bIns="46038"/>
            <a:p>
              <a:pPr marL="342900" indent="-342900" eaLnBrk="0" hangingPunct="0"/>
              <a:r>
                <a:rPr lang="en-US" altLang="zh-CN" sz="2000">
                  <a:latin typeface="Arial" panose="02080604020202020204" pitchFamily="34" charset="0"/>
                  <a:cs typeface="Times New Roman" pitchFamily="18" charset="0"/>
                </a:rPr>
                <a:t>0571-85271880</a:t>
              </a:r>
              <a:endParaRPr lang="en-US" altLang="zh-CN" sz="2000">
                <a:latin typeface="Arial" panose="02080604020202020204" pitchFamily="34" charset="0"/>
                <a:cs typeface="Times New Roman" pitchFamily="18" charset="0"/>
              </a:endParaRPr>
            </a:p>
          </p:txBody>
        </p:sp>
        <p:sp>
          <p:nvSpPr>
            <p:cNvPr id="30739" name="Rectangle 23"/>
            <p:cNvSpPr/>
            <p:nvPr/>
          </p:nvSpPr>
          <p:spPr>
            <a:xfrm>
              <a:off x="2695" y="2432"/>
              <a:ext cx="659" cy="250"/>
            </a:xfrm>
            <a:prstGeom prst="rect">
              <a:avLst/>
            </a:prstGeom>
            <a:noFill/>
            <a:ln w="9525">
              <a:noFill/>
            </a:ln>
          </p:spPr>
          <p:txBody>
            <a:bodyPr lIns="92075" tIns="46038" rIns="92075" bIns="46038"/>
            <a:p>
              <a:pPr marL="342900" indent="-342900" eaLnBrk="0" hangingPunct="0"/>
              <a:r>
                <a:rPr lang="en-US" altLang="zh-CN" sz="2000">
                  <a:latin typeface="Arial" panose="02080604020202020204" pitchFamily="34" charset="0"/>
                  <a:cs typeface="Times New Roman" pitchFamily="18" charset="0"/>
                </a:rPr>
                <a:t>26</a:t>
              </a:r>
              <a:endParaRPr lang="en-US" altLang="zh-CN" sz="2000">
                <a:latin typeface="Arial" panose="02080604020202020204" pitchFamily="34" charset="0"/>
                <a:cs typeface="Times New Roman" pitchFamily="18" charset="0"/>
              </a:endParaRPr>
            </a:p>
          </p:txBody>
        </p:sp>
        <p:sp>
          <p:nvSpPr>
            <p:cNvPr id="30740" name="Rectangle 22"/>
            <p:cNvSpPr/>
            <p:nvPr/>
          </p:nvSpPr>
          <p:spPr>
            <a:xfrm>
              <a:off x="1523" y="2432"/>
              <a:ext cx="1172" cy="250"/>
            </a:xfrm>
            <a:prstGeom prst="rect">
              <a:avLst/>
            </a:prstGeom>
            <a:noFill/>
            <a:ln w="9525">
              <a:noFill/>
            </a:ln>
          </p:spPr>
          <p:txBody>
            <a:bodyPr lIns="92075" tIns="46038" rIns="92075" bIns="46038"/>
            <a:p>
              <a:pPr marL="342900" indent="-342900" eaLnBrk="0" hangingPunct="0"/>
              <a:r>
                <a:rPr lang="en-US" altLang="zh-CN" sz="2000">
                  <a:latin typeface="Arial" panose="02080604020202020204" pitchFamily="34" charset="0"/>
                  <a:cs typeface="Times New Roman" pitchFamily="18" charset="0"/>
                </a:rPr>
                <a:t>Zhang San</a:t>
              </a:r>
              <a:endParaRPr lang="en-US" altLang="zh-CN" sz="2000">
                <a:latin typeface="Arial" panose="02080604020202020204" pitchFamily="34" charset="0"/>
                <a:cs typeface="Times New Roman" pitchFamily="18" charset="0"/>
              </a:endParaRPr>
            </a:p>
          </p:txBody>
        </p:sp>
        <p:sp>
          <p:nvSpPr>
            <p:cNvPr id="30741" name="Rectangle 21"/>
            <p:cNvSpPr/>
            <p:nvPr/>
          </p:nvSpPr>
          <p:spPr>
            <a:xfrm>
              <a:off x="567" y="2432"/>
              <a:ext cx="956" cy="250"/>
            </a:xfrm>
            <a:prstGeom prst="rect">
              <a:avLst/>
            </a:prstGeom>
            <a:noFill/>
            <a:ln w="9525">
              <a:noFill/>
            </a:ln>
          </p:spPr>
          <p:txBody>
            <a:bodyPr lIns="92075" tIns="46038" rIns="92075" bIns="46038"/>
            <a:p>
              <a:pPr marL="342900" indent="-342900" eaLnBrk="0" hangingPunct="0"/>
              <a:r>
                <a:rPr lang="en-US" altLang="zh-CN" sz="2000">
                  <a:latin typeface="Arial" panose="02080604020202020204" pitchFamily="34" charset="0"/>
                  <a:cs typeface="Times New Roman" pitchFamily="18" charset="0"/>
                </a:rPr>
                <a:t>friends[0]</a:t>
              </a:r>
              <a:endParaRPr lang="en-US" altLang="zh-CN" sz="2000">
                <a:latin typeface="Arial" panose="02080604020202020204" pitchFamily="34" charset="0"/>
                <a:cs typeface="Times New Roman" pitchFamily="18" charset="0"/>
              </a:endParaRPr>
            </a:p>
          </p:txBody>
        </p:sp>
        <p:sp>
          <p:nvSpPr>
            <p:cNvPr id="30742" name="Line 40"/>
            <p:cNvSpPr/>
            <p:nvPr/>
          </p:nvSpPr>
          <p:spPr>
            <a:xfrm>
              <a:off x="5013" y="2432"/>
              <a:ext cx="0" cy="1062"/>
            </a:xfrm>
            <a:prstGeom prst="line">
              <a:avLst/>
            </a:prstGeom>
            <a:ln w="12700" cap="rnd" cmpd="sng">
              <a:solidFill>
                <a:srgbClr val="000000"/>
              </a:solidFill>
              <a:prstDash val="solid"/>
              <a:headEnd type="none" w="med" len="med"/>
              <a:tailEnd type="none" w="med" len="med"/>
            </a:ln>
          </p:spPr>
        </p:sp>
        <p:sp>
          <p:nvSpPr>
            <p:cNvPr id="30743" name="Line 42"/>
            <p:cNvSpPr/>
            <p:nvPr/>
          </p:nvSpPr>
          <p:spPr>
            <a:xfrm>
              <a:off x="1523" y="2432"/>
              <a:ext cx="3490" cy="0"/>
            </a:xfrm>
            <a:prstGeom prst="line">
              <a:avLst/>
            </a:prstGeom>
            <a:ln w="12700" cap="rnd" cmpd="sng">
              <a:solidFill>
                <a:srgbClr val="000000"/>
              </a:solidFill>
              <a:prstDash val="solid"/>
              <a:headEnd type="none" w="med" len="med"/>
              <a:tailEnd type="none" w="med" len="med"/>
            </a:ln>
          </p:spPr>
        </p:sp>
        <p:sp>
          <p:nvSpPr>
            <p:cNvPr id="30744" name="Line 45"/>
            <p:cNvSpPr/>
            <p:nvPr/>
          </p:nvSpPr>
          <p:spPr>
            <a:xfrm>
              <a:off x="1523" y="2432"/>
              <a:ext cx="0" cy="1062"/>
            </a:xfrm>
            <a:prstGeom prst="line">
              <a:avLst/>
            </a:prstGeom>
            <a:ln w="12700" cap="rnd" cmpd="sng">
              <a:solidFill>
                <a:srgbClr val="000000"/>
              </a:solidFill>
              <a:prstDash val="solid"/>
              <a:headEnd type="none" w="med" len="med"/>
              <a:tailEnd type="none" w="med" len="med"/>
            </a:ln>
          </p:spPr>
        </p:sp>
        <p:sp>
          <p:nvSpPr>
            <p:cNvPr id="30745" name="Line 47"/>
            <p:cNvSpPr/>
            <p:nvPr/>
          </p:nvSpPr>
          <p:spPr>
            <a:xfrm>
              <a:off x="1523" y="2682"/>
              <a:ext cx="3490" cy="0"/>
            </a:xfrm>
            <a:prstGeom prst="line">
              <a:avLst/>
            </a:prstGeom>
            <a:ln w="12700" cap="rnd" cmpd="sng">
              <a:solidFill>
                <a:srgbClr val="000000"/>
              </a:solidFill>
              <a:prstDash val="solid"/>
              <a:headEnd type="none" w="med" len="med"/>
              <a:tailEnd type="none" w="med" len="med"/>
            </a:ln>
          </p:spPr>
        </p:sp>
        <p:sp>
          <p:nvSpPr>
            <p:cNvPr id="30746" name="Line 48"/>
            <p:cNvSpPr/>
            <p:nvPr/>
          </p:nvSpPr>
          <p:spPr>
            <a:xfrm>
              <a:off x="2695" y="2432"/>
              <a:ext cx="0" cy="1062"/>
            </a:xfrm>
            <a:prstGeom prst="line">
              <a:avLst/>
            </a:prstGeom>
            <a:ln w="12700" cap="rnd" cmpd="sng">
              <a:solidFill>
                <a:srgbClr val="000000"/>
              </a:solidFill>
              <a:prstDash val="solid"/>
              <a:headEnd type="none" w="med" len="med"/>
              <a:tailEnd type="none" w="med" len="med"/>
            </a:ln>
          </p:spPr>
        </p:sp>
        <p:sp>
          <p:nvSpPr>
            <p:cNvPr id="30747" name="Line 51"/>
            <p:cNvSpPr/>
            <p:nvPr/>
          </p:nvSpPr>
          <p:spPr>
            <a:xfrm>
              <a:off x="3354" y="2432"/>
              <a:ext cx="0" cy="1062"/>
            </a:xfrm>
            <a:prstGeom prst="line">
              <a:avLst/>
            </a:prstGeom>
            <a:ln w="12700" cap="rnd" cmpd="sng">
              <a:solidFill>
                <a:srgbClr val="000000"/>
              </a:solidFill>
              <a:prstDash val="solid"/>
              <a:headEnd type="none" w="med" len="med"/>
              <a:tailEnd type="none" w="med" len="med"/>
            </a:ln>
          </p:spPr>
        </p:sp>
        <p:sp>
          <p:nvSpPr>
            <p:cNvPr id="30748" name="Line 58"/>
            <p:cNvSpPr/>
            <p:nvPr/>
          </p:nvSpPr>
          <p:spPr>
            <a:xfrm>
              <a:off x="1523" y="2932"/>
              <a:ext cx="3490" cy="0"/>
            </a:xfrm>
            <a:prstGeom prst="line">
              <a:avLst/>
            </a:prstGeom>
            <a:ln w="12700" cap="rnd" cmpd="sng">
              <a:solidFill>
                <a:srgbClr val="000000"/>
              </a:solidFill>
              <a:prstDash val="solid"/>
              <a:headEnd type="none" w="med" len="med"/>
              <a:tailEnd type="none" w="med" len="med"/>
            </a:ln>
          </p:spPr>
        </p:sp>
        <p:sp>
          <p:nvSpPr>
            <p:cNvPr id="30749" name="Line 74"/>
            <p:cNvSpPr/>
            <p:nvPr/>
          </p:nvSpPr>
          <p:spPr>
            <a:xfrm>
              <a:off x="1523" y="3213"/>
              <a:ext cx="3490" cy="0"/>
            </a:xfrm>
            <a:prstGeom prst="line">
              <a:avLst/>
            </a:prstGeom>
            <a:ln w="12700" cap="rnd" cmpd="sng">
              <a:solidFill>
                <a:srgbClr val="000000"/>
              </a:solidFill>
              <a:prstDash val="solid"/>
              <a:headEnd type="none" w="med" len="med"/>
              <a:tailEnd type="none" w="med" len="med"/>
            </a:ln>
          </p:spPr>
        </p:sp>
        <p:sp>
          <p:nvSpPr>
            <p:cNvPr id="30750" name="Line 86"/>
            <p:cNvSpPr/>
            <p:nvPr/>
          </p:nvSpPr>
          <p:spPr>
            <a:xfrm>
              <a:off x="1523" y="3494"/>
              <a:ext cx="3490" cy="0"/>
            </a:xfrm>
            <a:prstGeom prst="line">
              <a:avLst/>
            </a:prstGeom>
            <a:ln w="12700" cap="rnd" cmpd="sng">
              <a:solidFill>
                <a:srgbClr val="000000"/>
              </a:solidFill>
              <a:prstDash val="solid"/>
              <a:headEnd type="none" w="med" len="med"/>
              <a:tailEnd type="none" w="med" len="med"/>
            </a:ln>
          </p:spPr>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0724">
                                            <p:txEl>
                                              <p:charRg st="4294967295" end="4294967295"/>
                                            </p:txEl>
                                          </p:spTgt>
                                        </p:tgtEl>
                                        <p:attrNameLst>
                                          <p:attrName>style.visibility</p:attrName>
                                        </p:attrNameLst>
                                      </p:cBhvr>
                                    </p:set>
                                    <p:anim calcmode="lin" valueType="num">
                                      <p:cBhvr>
                                        <p:cTn id="7" dur="500" fill="hold"/>
                                        <p:tgtEl>
                                          <p:spTgt spid="30724">
                                            <p:txEl>
                                              <p:charRg st="4294967295" end="4294967295"/>
                                            </p:txEl>
                                          </p:spTgt>
                                        </p:tgtEl>
                                        <p:attrNameLst>
                                          <p:attrName>ppt_x</p:attrName>
                                        </p:attrNameLst>
                                      </p:cBhvr>
                                      <p:tavLst>
                                        <p:tav tm="0">
                                          <p:val>
                                            <p:strVal val="#ppt_x"/>
                                          </p:val>
                                        </p:tav>
                                        <p:tav tm="100000">
                                          <p:val>
                                            <p:strVal val="#ppt_x"/>
                                          </p:val>
                                        </p:tav>
                                      </p:tavLst>
                                    </p:anim>
                                    <p:anim calcmode="lin" valueType="num">
                                      <p:cBhvr>
                                        <p:cTn id="8" dur="500" fill="hold"/>
                                        <p:tgtEl>
                                          <p:spTgt spid="30724">
                                            <p:txEl>
                                              <p:charRg st="4294967295" end="429496729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724" grpId="0" animBg="1" advAuto="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1747" name="Rectangle 2"/>
          <p:cNvSpPr>
            <a:spLocks noGrp="1"/>
          </p:cNvSpPr>
          <p:nvPr>
            <p:ph type="title"/>
          </p:nvPr>
        </p:nvSpPr>
        <p:spPr>
          <a:xfrm>
            <a:off x="457200" y="457200"/>
            <a:ext cx="4906963" cy="739775"/>
          </a:xfrm>
        </p:spPr>
        <p:txBody>
          <a:bodyPr vert="horz" wrap="square" lIns="91440" tIns="45720" rIns="91440" bIns="45720" anchor="ctr" anchorCtr="0"/>
          <a:p>
            <a:pPr eaLnBrk="1" hangingPunct="1"/>
            <a:r>
              <a:rPr lang="zh-CN" altLang="en-US" sz="4000" b="0" dirty="0"/>
              <a:t>结构数组元素</a:t>
            </a:r>
            <a:r>
              <a:rPr lang="en-US" altLang="zh-CN" sz="4000" b="0"/>
              <a:t> </a:t>
            </a:r>
            <a:endParaRPr lang="zh-CN" altLang="en-US" sz="4000" b="0" dirty="0"/>
          </a:p>
        </p:txBody>
      </p:sp>
      <p:sp>
        <p:nvSpPr>
          <p:cNvPr id="411651" name="Rectangle 3"/>
          <p:cNvSpPr>
            <a:spLocks noGrp="1"/>
          </p:cNvSpPr>
          <p:nvPr>
            <p:ph type="body" sz="half" idx="1"/>
          </p:nvPr>
        </p:nvSpPr>
        <p:spPr>
          <a:xfrm>
            <a:off x="323850" y="1125538"/>
            <a:ext cx="8135938" cy="3313112"/>
          </a:xfrm>
        </p:spPr>
        <p:txBody>
          <a:bodyPr vert="horz" wrap="square" lIns="91440" tIns="45720" rIns="91440" bIns="45720" anchor="t" anchorCtr="0"/>
          <a:p>
            <a:pPr marL="609600" indent="-609600" eaLnBrk="1" hangingPunct="1">
              <a:buClr>
                <a:schemeClr val="bg2"/>
              </a:buClr>
              <a:buSzPct val="75000"/>
              <a:buFont typeface="Wingdings" panose="05000000000000000000" pitchFamily="2" charset="2"/>
            </a:pPr>
            <a:r>
              <a:rPr lang="zh-CN" altLang="en-US" b="0" dirty="0"/>
              <a:t>结构数组元素的成员引用</a:t>
            </a:r>
            <a:endParaRPr lang="zh-CN" altLang="en-US" b="0" dirty="0"/>
          </a:p>
          <a:p>
            <a:pPr marL="990600" lvl="1" indent="-533400" eaLnBrk="1" hangingPunct="1">
              <a:buClr>
                <a:schemeClr val="accent2"/>
              </a:buClr>
              <a:buSzPct val="80000"/>
              <a:buFont typeface="Wingdings" panose="05000000000000000000" pitchFamily="2" charset="2"/>
              <a:buNone/>
            </a:pPr>
            <a:r>
              <a:rPr lang="zh-CN" altLang="en-US" b="0" dirty="0">
                <a:solidFill>
                  <a:schemeClr val="bg2"/>
                </a:solidFill>
              </a:rPr>
              <a:t>结构体数组名</a:t>
            </a:r>
            <a:r>
              <a:rPr lang="en-US" altLang="zh-CN" b="0">
                <a:solidFill>
                  <a:schemeClr val="bg2"/>
                </a:solidFill>
              </a:rPr>
              <a:t>[</a:t>
            </a:r>
            <a:r>
              <a:rPr lang="zh-CN" altLang="en-US" b="0" dirty="0">
                <a:solidFill>
                  <a:schemeClr val="bg2"/>
                </a:solidFill>
              </a:rPr>
              <a:t>下标</a:t>
            </a:r>
            <a:r>
              <a:rPr lang="en-US" altLang="zh-CN" b="0">
                <a:solidFill>
                  <a:schemeClr val="bg2"/>
                </a:solidFill>
              </a:rPr>
              <a:t>]</a:t>
            </a:r>
            <a:r>
              <a:rPr lang="en-US" altLang="zh-CN" b="0">
                <a:solidFill>
                  <a:srgbClr val="CC0066"/>
                </a:solidFill>
              </a:rPr>
              <a:t> . </a:t>
            </a:r>
            <a:r>
              <a:rPr lang="zh-CN" altLang="en-US" b="0" dirty="0"/>
              <a:t>结构体成员名</a:t>
            </a:r>
            <a:r>
              <a:rPr lang="zh-CN" altLang="en-US" sz="2400" b="0" dirty="0"/>
              <a:t>    </a:t>
            </a:r>
            <a:endParaRPr lang="zh-CN" altLang="en-US" sz="2400" b="0" dirty="0"/>
          </a:p>
          <a:p>
            <a:pPr marL="609600" indent="-609600" eaLnBrk="1" hangingPunct="1">
              <a:buClr>
                <a:schemeClr val="bg2"/>
              </a:buClr>
              <a:buSzPct val="75000"/>
              <a:buFont typeface="Wingdings" panose="05000000000000000000" pitchFamily="2" charset="2"/>
            </a:pPr>
            <a:r>
              <a:rPr lang="zh-CN" altLang="en-US" b="0" dirty="0"/>
              <a:t>使用方法与同类型的变量完全相同</a:t>
            </a:r>
            <a:endParaRPr lang="zh-CN" altLang="en-US" b="0" dirty="0"/>
          </a:p>
          <a:p>
            <a:pPr marL="990600" lvl="1" indent="-533400" eaLnBrk="1" hangingPunct="1">
              <a:buClr>
                <a:schemeClr val="accent2"/>
              </a:buClr>
              <a:buSzPct val="80000"/>
              <a:buFont typeface="Wingdings" panose="05000000000000000000" pitchFamily="2" charset="2"/>
              <a:buNone/>
            </a:pPr>
            <a:r>
              <a:rPr lang="en-US" altLang="zh-CN" b="0"/>
              <a:t>friends[5].age = 26;</a:t>
            </a:r>
            <a:endParaRPr lang="en-US" altLang="zh-CN" b="0"/>
          </a:p>
          <a:p>
            <a:pPr marL="990600" lvl="1" indent="-533400" eaLnBrk="1" hangingPunct="1">
              <a:buClr>
                <a:schemeClr val="accent2"/>
              </a:buClr>
              <a:buSzPct val="80000"/>
              <a:buFont typeface="Wingdings" panose="05000000000000000000" pitchFamily="2" charset="2"/>
              <a:buNone/>
            </a:pPr>
            <a:r>
              <a:rPr lang="en-US" altLang="zh-CN" b="0"/>
              <a:t>strcpy(friends[5].name,"Zhang San");</a:t>
            </a:r>
            <a:endParaRPr lang="en-US" altLang="zh-CN" b="0"/>
          </a:p>
          <a:p>
            <a:pPr marL="990600" lvl="1" indent="-533400" eaLnBrk="1" hangingPunct="1">
              <a:buClr>
                <a:schemeClr val="accent2"/>
              </a:buClr>
              <a:buSzPct val="80000"/>
              <a:buFont typeface="Wingdings" panose="05000000000000000000" pitchFamily="2" charset="2"/>
              <a:buNone/>
            </a:pPr>
            <a:r>
              <a:rPr lang="en-US" altLang="zh-CN" b="0"/>
              <a:t>friends[4] = friends[1];</a:t>
            </a:r>
            <a:endParaRPr lang="en-US" altLang="zh-CN" b="0"/>
          </a:p>
        </p:txBody>
      </p:sp>
      <p:grpSp>
        <p:nvGrpSpPr>
          <p:cNvPr id="31749" name="Group 37"/>
          <p:cNvGrpSpPr/>
          <p:nvPr/>
        </p:nvGrpSpPr>
        <p:grpSpPr>
          <a:xfrm>
            <a:off x="827088" y="4652963"/>
            <a:ext cx="7058025" cy="1685925"/>
            <a:chOff x="567" y="2432"/>
            <a:chExt cx="4446" cy="1062"/>
          </a:xfrm>
        </p:grpSpPr>
        <p:sp>
          <p:nvSpPr>
            <p:cNvPr id="31750" name="Rectangle 38"/>
            <p:cNvSpPr/>
            <p:nvPr/>
          </p:nvSpPr>
          <p:spPr>
            <a:xfrm>
              <a:off x="3354" y="3213"/>
              <a:ext cx="1659" cy="281"/>
            </a:xfrm>
            <a:prstGeom prst="rect">
              <a:avLst/>
            </a:prstGeom>
            <a:noFill/>
            <a:ln w="9525">
              <a:noFill/>
            </a:ln>
          </p:spPr>
          <p:txBody>
            <a:bodyPr lIns="92075" tIns="46038" rIns="92075" bIns="46038"/>
            <a:p>
              <a:pPr>
                <a:spcBef>
                  <a:spcPct val="20000"/>
                </a:spcBef>
                <a:buClr>
                  <a:schemeClr val="bg2"/>
                </a:buClr>
                <a:buSzPct val="75000"/>
                <a:buFont typeface="Wingdings" panose="05000000000000000000" pitchFamily="2" charset="2"/>
              </a:pPr>
              <a:endParaRPr lang="zh-CN" altLang="en-US" sz="2000" dirty="0">
                <a:latin typeface="Arial" panose="02080604020202020204" pitchFamily="34" charset="0"/>
              </a:endParaRPr>
            </a:p>
          </p:txBody>
        </p:sp>
        <p:sp>
          <p:nvSpPr>
            <p:cNvPr id="31751" name="Rectangle 39"/>
            <p:cNvSpPr/>
            <p:nvPr/>
          </p:nvSpPr>
          <p:spPr>
            <a:xfrm>
              <a:off x="2695" y="3213"/>
              <a:ext cx="659" cy="281"/>
            </a:xfrm>
            <a:prstGeom prst="rect">
              <a:avLst/>
            </a:prstGeom>
            <a:noFill/>
            <a:ln w="9525">
              <a:noFill/>
            </a:ln>
          </p:spPr>
          <p:txBody>
            <a:bodyPr lIns="92075" tIns="46038" rIns="92075" bIns="46038"/>
            <a:p>
              <a:pPr>
                <a:spcBef>
                  <a:spcPct val="20000"/>
                </a:spcBef>
                <a:buClr>
                  <a:schemeClr val="bg2"/>
                </a:buClr>
                <a:buSzPct val="75000"/>
                <a:buFont typeface="Wingdings" panose="05000000000000000000" pitchFamily="2" charset="2"/>
              </a:pPr>
              <a:endParaRPr lang="zh-CN" altLang="en-US" sz="2000" dirty="0">
                <a:latin typeface="Arial" panose="02080604020202020204" pitchFamily="34" charset="0"/>
              </a:endParaRPr>
            </a:p>
          </p:txBody>
        </p:sp>
        <p:sp>
          <p:nvSpPr>
            <p:cNvPr id="31752" name="Rectangle 40"/>
            <p:cNvSpPr/>
            <p:nvPr/>
          </p:nvSpPr>
          <p:spPr>
            <a:xfrm>
              <a:off x="1523" y="3213"/>
              <a:ext cx="1172" cy="281"/>
            </a:xfrm>
            <a:prstGeom prst="rect">
              <a:avLst/>
            </a:prstGeom>
            <a:noFill/>
            <a:ln w="9525">
              <a:noFill/>
            </a:ln>
          </p:spPr>
          <p:txBody>
            <a:bodyPr lIns="92075" tIns="46038" rIns="92075" bIns="46038"/>
            <a:p>
              <a:pPr>
                <a:spcBef>
                  <a:spcPct val="20000"/>
                </a:spcBef>
                <a:buClr>
                  <a:schemeClr val="bg2"/>
                </a:buClr>
                <a:buSzPct val="75000"/>
                <a:buFont typeface="Wingdings" panose="05000000000000000000" pitchFamily="2" charset="2"/>
              </a:pPr>
              <a:endParaRPr lang="zh-CN" altLang="en-US" sz="2000" dirty="0">
                <a:latin typeface="Arial" panose="02080604020202020204" pitchFamily="34" charset="0"/>
              </a:endParaRPr>
            </a:p>
          </p:txBody>
        </p:sp>
        <p:sp>
          <p:nvSpPr>
            <p:cNvPr id="31753" name="Rectangle 41"/>
            <p:cNvSpPr/>
            <p:nvPr/>
          </p:nvSpPr>
          <p:spPr>
            <a:xfrm>
              <a:off x="567" y="3213"/>
              <a:ext cx="956" cy="281"/>
            </a:xfrm>
            <a:prstGeom prst="rect">
              <a:avLst/>
            </a:prstGeom>
            <a:noFill/>
            <a:ln w="9525">
              <a:noFill/>
            </a:ln>
          </p:spPr>
          <p:txBody>
            <a:bodyPr lIns="92075" tIns="46038" rIns="92075" bIns="46038"/>
            <a:p>
              <a:pPr marL="342900" indent="-342900" eaLnBrk="0" hangingPunct="0"/>
              <a:r>
                <a:rPr lang="en-US" altLang="zh-CN" sz="2000">
                  <a:latin typeface="Arial" panose="02080604020202020204" pitchFamily="34" charset="0"/>
                  <a:cs typeface="Times New Roman" pitchFamily="18" charset="0"/>
                </a:rPr>
                <a:t>friends[9]</a:t>
              </a:r>
              <a:endParaRPr lang="en-US" altLang="zh-CN" sz="2000">
                <a:latin typeface="Arial" panose="02080604020202020204" pitchFamily="34" charset="0"/>
                <a:cs typeface="Times New Roman" pitchFamily="18" charset="0"/>
              </a:endParaRPr>
            </a:p>
          </p:txBody>
        </p:sp>
        <p:sp>
          <p:nvSpPr>
            <p:cNvPr id="31754" name="Rectangle 42"/>
            <p:cNvSpPr/>
            <p:nvPr/>
          </p:nvSpPr>
          <p:spPr>
            <a:xfrm>
              <a:off x="3354" y="2932"/>
              <a:ext cx="1659" cy="281"/>
            </a:xfrm>
            <a:prstGeom prst="rect">
              <a:avLst/>
            </a:prstGeom>
            <a:noFill/>
            <a:ln w="9525">
              <a:noFill/>
            </a:ln>
          </p:spPr>
          <p:txBody>
            <a:bodyPr lIns="92075" tIns="46038" rIns="92075" bIns="46038"/>
            <a:p>
              <a:pPr marL="342900" indent="-342900" eaLnBrk="0" hangingPunct="0"/>
              <a:r>
                <a:rPr lang="en-US" altLang="zh-CN" sz="2000">
                  <a:latin typeface="Arial" panose="02080604020202020204" pitchFamily="34" charset="0"/>
                  <a:ea typeface="Times New Roman" pitchFamily="18" charset="0"/>
                  <a:sym typeface="Symbol" panose="05050102010706020507" pitchFamily="18" charset="2"/>
                </a:rPr>
                <a:t>…</a:t>
              </a:r>
              <a:endParaRPr lang="en-US" altLang="zh-CN" sz="2000">
                <a:latin typeface="Arial" panose="02080604020202020204" pitchFamily="34" charset="0"/>
                <a:ea typeface="Times New Roman" pitchFamily="18" charset="0"/>
                <a:sym typeface="Symbol" panose="05050102010706020507" pitchFamily="18" charset="2"/>
              </a:endParaRPr>
            </a:p>
          </p:txBody>
        </p:sp>
        <p:sp>
          <p:nvSpPr>
            <p:cNvPr id="31755" name="Rectangle 43"/>
            <p:cNvSpPr/>
            <p:nvPr/>
          </p:nvSpPr>
          <p:spPr>
            <a:xfrm>
              <a:off x="2695" y="2932"/>
              <a:ext cx="659" cy="281"/>
            </a:xfrm>
            <a:prstGeom prst="rect">
              <a:avLst/>
            </a:prstGeom>
            <a:noFill/>
            <a:ln w="9525">
              <a:noFill/>
            </a:ln>
          </p:spPr>
          <p:txBody>
            <a:bodyPr lIns="92075" tIns="46038" rIns="92075" bIns="46038"/>
            <a:p>
              <a:pPr marL="342900" indent="-342900" eaLnBrk="0" hangingPunct="0"/>
              <a:r>
                <a:rPr lang="en-US" altLang="zh-CN" sz="2000">
                  <a:latin typeface="Arial" panose="02080604020202020204" pitchFamily="34" charset="0"/>
                  <a:ea typeface="Times New Roman" pitchFamily="18" charset="0"/>
                  <a:sym typeface="Symbol" panose="05050102010706020507" pitchFamily="18" charset="2"/>
                </a:rPr>
                <a:t>…</a:t>
              </a:r>
              <a:endParaRPr lang="en-US" altLang="zh-CN" sz="2000">
                <a:latin typeface="Arial" panose="02080604020202020204" pitchFamily="34" charset="0"/>
                <a:ea typeface="Times New Roman" pitchFamily="18" charset="0"/>
                <a:sym typeface="Symbol" panose="05050102010706020507" pitchFamily="18" charset="2"/>
              </a:endParaRPr>
            </a:p>
          </p:txBody>
        </p:sp>
        <p:sp>
          <p:nvSpPr>
            <p:cNvPr id="31756" name="Rectangle 44"/>
            <p:cNvSpPr/>
            <p:nvPr/>
          </p:nvSpPr>
          <p:spPr>
            <a:xfrm>
              <a:off x="1523" y="2932"/>
              <a:ext cx="1172" cy="281"/>
            </a:xfrm>
            <a:prstGeom prst="rect">
              <a:avLst/>
            </a:prstGeom>
            <a:noFill/>
            <a:ln w="9525">
              <a:noFill/>
            </a:ln>
          </p:spPr>
          <p:txBody>
            <a:bodyPr lIns="92075" tIns="46038" rIns="92075" bIns="46038"/>
            <a:p>
              <a:pPr marL="342900" indent="-342900" eaLnBrk="0" hangingPunct="0"/>
              <a:r>
                <a:rPr lang="en-US" altLang="zh-CN" sz="2000">
                  <a:latin typeface="Arial" panose="02080604020202020204" pitchFamily="34" charset="0"/>
                  <a:ea typeface="Times New Roman" pitchFamily="18" charset="0"/>
                  <a:sym typeface="Symbol" panose="05050102010706020507" pitchFamily="18" charset="2"/>
                </a:rPr>
                <a:t>…</a:t>
              </a:r>
              <a:endParaRPr lang="en-US" altLang="zh-CN" sz="2000">
                <a:latin typeface="Arial" panose="02080604020202020204" pitchFamily="34" charset="0"/>
                <a:ea typeface="Times New Roman" pitchFamily="18" charset="0"/>
                <a:sym typeface="Symbol" panose="05050102010706020507" pitchFamily="18" charset="2"/>
              </a:endParaRPr>
            </a:p>
          </p:txBody>
        </p:sp>
        <p:sp>
          <p:nvSpPr>
            <p:cNvPr id="31757" name="Rectangle 45"/>
            <p:cNvSpPr/>
            <p:nvPr/>
          </p:nvSpPr>
          <p:spPr>
            <a:xfrm>
              <a:off x="567" y="2932"/>
              <a:ext cx="956" cy="281"/>
            </a:xfrm>
            <a:prstGeom prst="rect">
              <a:avLst/>
            </a:prstGeom>
            <a:noFill/>
            <a:ln w="9525">
              <a:noFill/>
            </a:ln>
          </p:spPr>
          <p:txBody>
            <a:bodyPr lIns="92075" tIns="46038" rIns="92075" bIns="46038"/>
            <a:p>
              <a:pPr>
                <a:spcBef>
                  <a:spcPct val="20000"/>
                </a:spcBef>
                <a:buClr>
                  <a:schemeClr val="bg2"/>
                </a:buClr>
                <a:buSzPct val="75000"/>
                <a:buFont typeface="Wingdings" panose="05000000000000000000" pitchFamily="2" charset="2"/>
              </a:pPr>
              <a:r>
                <a:rPr lang="en-US" altLang="zh-CN" sz="2000">
                  <a:latin typeface="Arial" panose="02080604020202020204" pitchFamily="34" charset="0"/>
                </a:rPr>
                <a:t>…</a:t>
              </a:r>
              <a:endParaRPr lang="en-US" altLang="zh-CN" sz="2000">
                <a:latin typeface="Arial" panose="02080604020202020204" pitchFamily="34" charset="0"/>
              </a:endParaRPr>
            </a:p>
          </p:txBody>
        </p:sp>
        <p:sp>
          <p:nvSpPr>
            <p:cNvPr id="31758" name="Rectangle 46"/>
            <p:cNvSpPr/>
            <p:nvPr/>
          </p:nvSpPr>
          <p:spPr>
            <a:xfrm>
              <a:off x="3354" y="2682"/>
              <a:ext cx="1659" cy="250"/>
            </a:xfrm>
            <a:prstGeom prst="rect">
              <a:avLst/>
            </a:prstGeom>
            <a:noFill/>
            <a:ln w="9525">
              <a:noFill/>
            </a:ln>
          </p:spPr>
          <p:txBody>
            <a:bodyPr lIns="92075" tIns="46038" rIns="92075" bIns="46038"/>
            <a:p>
              <a:pPr marL="342900" indent="-342900" eaLnBrk="0" hangingPunct="0"/>
              <a:r>
                <a:rPr lang="en-US" altLang="zh-CN" sz="2000">
                  <a:latin typeface="Arial" panose="02080604020202020204" pitchFamily="34" charset="0"/>
                  <a:cs typeface="Times New Roman" pitchFamily="18" charset="0"/>
                </a:rPr>
                <a:t>13605732436</a:t>
              </a:r>
              <a:endParaRPr lang="en-US" altLang="zh-CN" sz="2000">
                <a:latin typeface="Arial" panose="02080604020202020204" pitchFamily="34" charset="0"/>
                <a:cs typeface="Times New Roman" pitchFamily="18" charset="0"/>
              </a:endParaRPr>
            </a:p>
          </p:txBody>
        </p:sp>
        <p:sp>
          <p:nvSpPr>
            <p:cNvPr id="31759" name="Rectangle 47"/>
            <p:cNvSpPr/>
            <p:nvPr/>
          </p:nvSpPr>
          <p:spPr>
            <a:xfrm>
              <a:off x="2695" y="2682"/>
              <a:ext cx="659" cy="250"/>
            </a:xfrm>
            <a:prstGeom prst="rect">
              <a:avLst/>
            </a:prstGeom>
            <a:noFill/>
            <a:ln w="9525">
              <a:noFill/>
            </a:ln>
          </p:spPr>
          <p:txBody>
            <a:bodyPr lIns="92075" tIns="46038" rIns="92075" bIns="46038"/>
            <a:p>
              <a:pPr marL="342900" indent="-342900" eaLnBrk="0" hangingPunct="0"/>
              <a:r>
                <a:rPr lang="en-US" altLang="zh-CN" sz="2000">
                  <a:latin typeface="Arial" panose="02080604020202020204" pitchFamily="34" charset="0"/>
                  <a:cs typeface="Times New Roman" pitchFamily="18" charset="0"/>
                </a:rPr>
                <a:t>30</a:t>
              </a:r>
              <a:endParaRPr lang="en-US" altLang="zh-CN" sz="2000">
                <a:latin typeface="Arial" panose="02080604020202020204" pitchFamily="34" charset="0"/>
                <a:cs typeface="Times New Roman" pitchFamily="18" charset="0"/>
              </a:endParaRPr>
            </a:p>
          </p:txBody>
        </p:sp>
        <p:sp>
          <p:nvSpPr>
            <p:cNvPr id="31760" name="Rectangle 48"/>
            <p:cNvSpPr/>
            <p:nvPr/>
          </p:nvSpPr>
          <p:spPr>
            <a:xfrm>
              <a:off x="1523" y="2682"/>
              <a:ext cx="1172" cy="250"/>
            </a:xfrm>
            <a:prstGeom prst="rect">
              <a:avLst/>
            </a:prstGeom>
            <a:noFill/>
            <a:ln w="9525">
              <a:noFill/>
            </a:ln>
          </p:spPr>
          <p:txBody>
            <a:bodyPr lIns="92075" tIns="46038" rIns="92075" bIns="46038"/>
            <a:p>
              <a:pPr marL="342900" indent="-342900" eaLnBrk="0" hangingPunct="0"/>
              <a:r>
                <a:rPr lang="en-US" altLang="zh-CN" sz="2000">
                  <a:latin typeface="Arial" panose="02080604020202020204" pitchFamily="34" charset="0"/>
                  <a:cs typeface="Times New Roman" pitchFamily="18" charset="0"/>
                </a:rPr>
                <a:t>Li </a:t>
              </a:r>
              <a:r>
                <a:rPr lang="en-US" altLang="zh-CN" sz="2000" err="1">
                  <a:latin typeface="Arial" panose="02080604020202020204" pitchFamily="34" charset="0"/>
                  <a:cs typeface="Times New Roman" pitchFamily="18" charset="0"/>
                </a:rPr>
                <a:t>Si</a:t>
              </a:r>
              <a:endParaRPr lang="en-US" altLang="zh-CN" sz="2000">
                <a:latin typeface="Arial" panose="02080604020202020204" pitchFamily="34" charset="0"/>
              </a:endParaRPr>
            </a:p>
          </p:txBody>
        </p:sp>
        <p:sp>
          <p:nvSpPr>
            <p:cNvPr id="31761" name="Rectangle 49"/>
            <p:cNvSpPr/>
            <p:nvPr/>
          </p:nvSpPr>
          <p:spPr>
            <a:xfrm>
              <a:off x="567" y="2682"/>
              <a:ext cx="956" cy="250"/>
            </a:xfrm>
            <a:prstGeom prst="rect">
              <a:avLst/>
            </a:prstGeom>
            <a:noFill/>
            <a:ln w="9525">
              <a:noFill/>
            </a:ln>
          </p:spPr>
          <p:txBody>
            <a:bodyPr lIns="92075" tIns="46038" rIns="92075" bIns="46038"/>
            <a:p>
              <a:pPr marL="342900" indent="-342900" eaLnBrk="0" hangingPunct="0"/>
              <a:r>
                <a:rPr lang="en-US" altLang="zh-CN" sz="2000">
                  <a:latin typeface="Arial" panose="02080604020202020204" pitchFamily="34" charset="0"/>
                  <a:cs typeface="Times New Roman" pitchFamily="18" charset="0"/>
                </a:rPr>
                <a:t>friends[1]</a:t>
              </a:r>
              <a:endParaRPr lang="en-US" altLang="zh-CN" sz="2000">
                <a:latin typeface="Arial" panose="02080604020202020204" pitchFamily="34" charset="0"/>
                <a:cs typeface="Times New Roman" pitchFamily="18" charset="0"/>
              </a:endParaRPr>
            </a:p>
          </p:txBody>
        </p:sp>
        <p:sp>
          <p:nvSpPr>
            <p:cNvPr id="31762" name="Rectangle 50"/>
            <p:cNvSpPr/>
            <p:nvPr/>
          </p:nvSpPr>
          <p:spPr>
            <a:xfrm>
              <a:off x="3354" y="2432"/>
              <a:ext cx="1659" cy="250"/>
            </a:xfrm>
            <a:prstGeom prst="rect">
              <a:avLst/>
            </a:prstGeom>
            <a:noFill/>
            <a:ln w="9525">
              <a:noFill/>
            </a:ln>
          </p:spPr>
          <p:txBody>
            <a:bodyPr lIns="92075" tIns="46038" rIns="92075" bIns="46038"/>
            <a:p>
              <a:pPr marL="342900" indent="-342900" eaLnBrk="0" hangingPunct="0"/>
              <a:r>
                <a:rPr lang="en-US" altLang="zh-CN" sz="2000">
                  <a:latin typeface="Arial" panose="02080604020202020204" pitchFamily="34" charset="0"/>
                  <a:cs typeface="Times New Roman" pitchFamily="18" charset="0"/>
                </a:rPr>
                <a:t>0571-85271880</a:t>
              </a:r>
              <a:endParaRPr lang="en-US" altLang="zh-CN" sz="2000">
                <a:latin typeface="Arial" panose="02080604020202020204" pitchFamily="34" charset="0"/>
                <a:cs typeface="Times New Roman" pitchFamily="18" charset="0"/>
              </a:endParaRPr>
            </a:p>
          </p:txBody>
        </p:sp>
        <p:sp>
          <p:nvSpPr>
            <p:cNvPr id="31763" name="Rectangle 51"/>
            <p:cNvSpPr/>
            <p:nvPr/>
          </p:nvSpPr>
          <p:spPr>
            <a:xfrm>
              <a:off x="2695" y="2432"/>
              <a:ext cx="659" cy="250"/>
            </a:xfrm>
            <a:prstGeom prst="rect">
              <a:avLst/>
            </a:prstGeom>
            <a:noFill/>
            <a:ln w="9525">
              <a:noFill/>
            </a:ln>
          </p:spPr>
          <p:txBody>
            <a:bodyPr lIns="92075" tIns="46038" rIns="92075" bIns="46038"/>
            <a:p>
              <a:pPr marL="342900" indent="-342900" eaLnBrk="0" hangingPunct="0"/>
              <a:r>
                <a:rPr lang="en-US" altLang="zh-CN" sz="2000">
                  <a:latin typeface="Arial" panose="02080604020202020204" pitchFamily="34" charset="0"/>
                  <a:cs typeface="Times New Roman" pitchFamily="18" charset="0"/>
                </a:rPr>
                <a:t>26</a:t>
              </a:r>
              <a:endParaRPr lang="en-US" altLang="zh-CN" sz="2000">
                <a:latin typeface="Arial" panose="02080604020202020204" pitchFamily="34" charset="0"/>
                <a:cs typeface="Times New Roman" pitchFamily="18" charset="0"/>
              </a:endParaRPr>
            </a:p>
          </p:txBody>
        </p:sp>
        <p:sp>
          <p:nvSpPr>
            <p:cNvPr id="31764" name="Rectangle 52"/>
            <p:cNvSpPr/>
            <p:nvPr/>
          </p:nvSpPr>
          <p:spPr>
            <a:xfrm>
              <a:off x="1523" y="2432"/>
              <a:ext cx="1172" cy="250"/>
            </a:xfrm>
            <a:prstGeom prst="rect">
              <a:avLst/>
            </a:prstGeom>
            <a:noFill/>
            <a:ln w="9525">
              <a:noFill/>
            </a:ln>
          </p:spPr>
          <p:txBody>
            <a:bodyPr lIns="92075" tIns="46038" rIns="92075" bIns="46038"/>
            <a:p>
              <a:pPr marL="342900" indent="-342900" eaLnBrk="0" hangingPunct="0"/>
              <a:r>
                <a:rPr lang="en-US" altLang="zh-CN" sz="2000">
                  <a:latin typeface="Arial" panose="02080604020202020204" pitchFamily="34" charset="0"/>
                  <a:cs typeface="Times New Roman" pitchFamily="18" charset="0"/>
                </a:rPr>
                <a:t>Zhang San</a:t>
              </a:r>
              <a:endParaRPr lang="en-US" altLang="zh-CN" sz="2000">
                <a:latin typeface="Arial" panose="02080604020202020204" pitchFamily="34" charset="0"/>
                <a:cs typeface="Times New Roman" pitchFamily="18" charset="0"/>
              </a:endParaRPr>
            </a:p>
          </p:txBody>
        </p:sp>
        <p:sp>
          <p:nvSpPr>
            <p:cNvPr id="31765" name="Rectangle 53"/>
            <p:cNvSpPr/>
            <p:nvPr/>
          </p:nvSpPr>
          <p:spPr>
            <a:xfrm>
              <a:off x="567" y="2432"/>
              <a:ext cx="956" cy="250"/>
            </a:xfrm>
            <a:prstGeom prst="rect">
              <a:avLst/>
            </a:prstGeom>
            <a:noFill/>
            <a:ln w="9525">
              <a:noFill/>
            </a:ln>
          </p:spPr>
          <p:txBody>
            <a:bodyPr lIns="92075" tIns="46038" rIns="92075" bIns="46038"/>
            <a:p>
              <a:pPr marL="342900" indent="-342900" eaLnBrk="0" hangingPunct="0"/>
              <a:r>
                <a:rPr lang="en-US" altLang="zh-CN" sz="2000">
                  <a:latin typeface="Arial" panose="02080604020202020204" pitchFamily="34" charset="0"/>
                  <a:cs typeface="Times New Roman" pitchFamily="18" charset="0"/>
                </a:rPr>
                <a:t>friends[0]</a:t>
              </a:r>
              <a:endParaRPr lang="en-US" altLang="zh-CN" sz="2000">
                <a:latin typeface="Arial" panose="02080604020202020204" pitchFamily="34" charset="0"/>
                <a:cs typeface="Times New Roman" pitchFamily="18" charset="0"/>
              </a:endParaRPr>
            </a:p>
          </p:txBody>
        </p:sp>
        <p:sp>
          <p:nvSpPr>
            <p:cNvPr id="31766" name="Line 54"/>
            <p:cNvSpPr/>
            <p:nvPr/>
          </p:nvSpPr>
          <p:spPr>
            <a:xfrm>
              <a:off x="5013" y="2432"/>
              <a:ext cx="0" cy="1062"/>
            </a:xfrm>
            <a:prstGeom prst="line">
              <a:avLst/>
            </a:prstGeom>
            <a:ln w="12700" cap="rnd" cmpd="sng">
              <a:solidFill>
                <a:srgbClr val="000000"/>
              </a:solidFill>
              <a:prstDash val="solid"/>
              <a:headEnd type="none" w="med" len="med"/>
              <a:tailEnd type="none" w="med" len="med"/>
            </a:ln>
          </p:spPr>
        </p:sp>
        <p:sp>
          <p:nvSpPr>
            <p:cNvPr id="31767" name="Line 55"/>
            <p:cNvSpPr/>
            <p:nvPr/>
          </p:nvSpPr>
          <p:spPr>
            <a:xfrm>
              <a:off x="1523" y="2432"/>
              <a:ext cx="3490" cy="0"/>
            </a:xfrm>
            <a:prstGeom prst="line">
              <a:avLst/>
            </a:prstGeom>
            <a:ln w="12700" cap="rnd" cmpd="sng">
              <a:solidFill>
                <a:srgbClr val="000000"/>
              </a:solidFill>
              <a:prstDash val="solid"/>
              <a:headEnd type="none" w="med" len="med"/>
              <a:tailEnd type="none" w="med" len="med"/>
            </a:ln>
          </p:spPr>
        </p:sp>
        <p:sp>
          <p:nvSpPr>
            <p:cNvPr id="31768" name="Line 56"/>
            <p:cNvSpPr/>
            <p:nvPr/>
          </p:nvSpPr>
          <p:spPr>
            <a:xfrm>
              <a:off x="1523" y="2432"/>
              <a:ext cx="0" cy="1062"/>
            </a:xfrm>
            <a:prstGeom prst="line">
              <a:avLst/>
            </a:prstGeom>
            <a:ln w="12700" cap="rnd" cmpd="sng">
              <a:solidFill>
                <a:srgbClr val="000000"/>
              </a:solidFill>
              <a:prstDash val="solid"/>
              <a:headEnd type="none" w="med" len="med"/>
              <a:tailEnd type="none" w="med" len="med"/>
            </a:ln>
          </p:spPr>
        </p:sp>
        <p:sp>
          <p:nvSpPr>
            <p:cNvPr id="31769" name="Line 57"/>
            <p:cNvSpPr/>
            <p:nvPr/>
          </p:nvSpPr>
          <p:spPr>
            <a:xfrm>
              <a:off x="1523" y="2682"/>
              <a:ext cx="3490" cy="0"/>
            </a:xfrm>
            <a:prstGeom prst="line">
              <a:avLst/>
            </a:prstGeom>
            <a:ln w="12700" cap="rnd" cmpd="sng">
              <a:solidFill>
                <a:srgbClr val="000000"/>
              </a:solidFill>
              <a:prstDash val="solid"/>
              <a:headEnd type="none" w="med" len="med"/>
              <a:tailEnd type="none" w="med" len="med"/>
            </a:ln>
          </p:spPr>
        </p:sp>
        <p:sp>
          <p:nvSpPr>
            <p:cNvPr id="31770" name="Line 58"/>
            <p:cNvSpPr/>
            <p:nvPr/>
          </p:nvSpPr>
          <p:spPr>
            <a:xfrm>
              <a:off x="2695" y="2432"/>
              <a:ext cx="0" cy="1062"/>
            </a:xfrm>
            <a:prstGeom prst="line">
              <a:avLst/>
            </a:prstGeom>
            <a:ln w="12700" cap="rnd" cmpd="sng">
              <a:solidFill>
                <a:srgbClr val="000000"/>
              </a:solidFill>
              <a:prstDash val="solid"/>
              <a:headEnd type="none" w="med" len="med"/>
              <a:tailEnd type="none" w="med" len="med"/>
            </a:ln>
          </p:spPr>
        </p:sp>
        <p:sp>
          <p:nvSpPr>
            <p:cNvPr id="31771" name="Line 59"/>
            <p:cNvSpPr/>
            <p:nvPr/>
          </p:nvSpPr>
          <p:spPr>
            <a:xfrm>
              <a:off x="3354" y="2432"/>
              <a:ext cx="0" cy="1062"/>
            </a:xfrm>
            <a:prstGeom prst="line">
              <a:avLst/>
            </a:prstGeom>
            <a:ln w="12700" cap="rnd" cmpd="sng">
              <a:solidFill>
                <a:srgbClr val="000000"/>
              </a:solidFill>
              <a:prstDash val="solid"/>
              <a:headEnd type="none" w="med" len="med"/>
              <a:tailEnd type="none" w="med" len="med"/>
            </a:ln>
          </p:spPr>
        </p:sp>
        <p:sp>
          <p:nvSpPr>
            <p:cNvPr id="31772" name="Line 60"/>
            <p:cNvSpPr/>
            <p:nvPr/>
          </p:nvSpPr>
          <p:spPr>
            <a:xfrm>
              <a:off x="1523" y="2932"/>
              <a:ext cx="3490" cy="0"/>
            </a:xfrm>
            <a:prstGeom prst="line">
              <a:avLst/>
            </a:prstGeom>
            <a:ln w="12700" cap="rnd" cmpd="sng">
              <a:solidFill>
                <a:srgbClr val="000000"/>
              </a:solidFill>
              <a:prstDash val="solid"/>
              <a:headEnd type="none" w="med" len="med"/>
              <a:tailEnd type="none" w="med" len="med"/>
            </a:ln>
          </p:spPr>
        </p:sp>
        <p:sp>
          <p:nvSpPr>
            <p:cNvPr id="31773" name="Line 61"/>
            <p:cNvSpPr/>
            <p:nvPr/>
          </p:nvSpPr>
          <p:spPr>
            <a:xfrm>
              <a:off x="1523" y="3213"/>
              <a:ext cx="3490" cy="0"/>
            </a:xfrm>
            <a:prstGeom prst="line">
              <a:avLst/>
            </a:prstGeom>
            <a:ln w="12700" cap="rnd" cmpd="sng">
              <a:solidFill>
                <a:srgbClr val="000000"/>
              </a:solidFill>
              <a:prstDash val="solid"/>
              <a:headEnd type="none" w="med" len="med"/>
              <a:tailEnd type="none" w="med" len="med"/>
            </a:ln>
          </p:spPr>
        </p:sp>
        <p:sp>
          <p:nvSpPr>
            <p:cNvPr id="31774" name="Line 62"/>
            <p:cNvSpPr/>
            <p:nvPr/>
          </p:nvSpPr>
          <p:spPr>
            <a:xfrm>
              <a:off x="1523" y="3494"/>
              <a:ext cx="3490" cy="0"/>
            </a:xfrm>
            <a:prstGeom prst="line">
              <a:avLst/>
            </a:prstGeom>
            <a:ln w="12700" cap="rnd" cmpd="sng">
              <a:solidFill>
                <a:srgbClr val="000000"/>
              </a:solidFill>
              <a:prstDash val="solid"/>
              <a:headEnd type="none" w="med" len="med"/>
              <a:tailEnd type="none" w="med" len="med"/>
            </a:ln>
          </p:spPr>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11651">
                                            <p:txEl>
                                              <p:charRg st="36" end="52"/>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11651">
                                            <p:txEl>
                                              <p:charRg st="52" end="73"/>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411651">
                                            <p:txEl>
                                              <p:charRg st="73" end="110"/>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411651">
                                            <p:txEl>
                                              <p:charRg st="110" end="13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1651" grpId="0" build="p"/>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2771" name="Rectangle 2"/>
          <p:cNvSpPr>
            <a:spLocks noGrp="1"/>
          </p:cNvSpPr>
          <p:nvPr>
            <p:ph type="title"/>
          </p:nvPr>
        </p:nvSpPr>
        <p:spPr>
          <a:xfrm>
            <a:off x="457200" y="457200"/>
            <a:ext cx="8218488" cy="1100138"/>
          </a:xfrm>
        </p:spPr>
        <p:txBody>
          <a:bodyPr vert="horz" wrap="square" lIns="91440" tIns="45720" rIns="91440" bIns="45720" anchor="ctr" anchorCtr="0"/>
          <a:p>
            <a:pPr eaLnBrk="1" hangingPunct="1"/>
            <a:r>
              <a:rPr lang="zh-CN" altLang="en-US" b="0" dirty="0"/>
              <a:t>例</a:t>
            </a:r>
            <a:r>
              <a:rPr lang="en-US" altLang="zh-CN" b="0"/>
              <a:t>9-4 </a:t>
            </a:r>
            <a:r>
              <a:rPr lang="zh-CN" altLang="en-US" b="0" dirty="0"/>
              <a:t>结构数组排序 </a:t>
            </a:r>
            <a:endParaRPr lang="zh-CN" altLang="en-US" b="0" dirty="0"/>
          </a:p>
        </p:txBody>
      </p:sp>
      <p:sp>
        <p:nvSpPr>
          <p:cNvPr id="32772" name="Rectangle 3"/>
          <p:cNvSpPr>
            <a:spLocks noGrp="1"/>
          </p:cNvSpPr>
          <p:nvPr>
            <p:ph type="body" sz="half" idx="1"/>
          </p:nvPr>
        </p:nvSpPr>
        <p:spPr>
          <a:xfrm>
            <a:off x="468313" y="1557338"/>
            <a:ext cx="8351837" cy="4967287"/>
          </a:xfrm>
        </p:spPr>
        <p:txBody>
          <a:bodyPr vert="horz" wrap="square" lIns="91440" tIns="45720" rIns="91440" bIns="45720" anchor="t" anchorCtr="0"/>
          <a:p>
            <a:pPr marL="609600" indent="-609600" eaLnBrk="1" hangingPunct="1">
              <a:lnSpc>
                <a:spcPct val="80000"/>
              </a:lnSpc>
              <a:buClr>
                <a:schemeClr val="bg2"/>
              </a:buClr>
              <a:buSzPct val="75000"/>
              <a:buFont typeface="Wingdings" panose="05000000000000000000" pitchFamily="2" charset="2"/>
              <a:buNone/>
            </a:pPr>
            <a:r>
              <a:rPr lang="zh-CN" altLang="en-US" b="0" dirty="0"/>
              <a:t>输入并保存</a:t>
            </a:r>
            <a:r>
              <a:rPr lang="en-US" altLang="zh-CN" b="0"/>
              <a:t>10</a:t>
            </a:r>
            <a:r>
              <a:rPr lang="zh-CN" altLang="en-US" b="0" dirty="0"/>
              <a:t>个学生的信息，计算并输出平均分，再按照从高分到低分的顺序输出他们的信息。 </a:t>
            </a:r>
            <a:endParaRPr lang="zh-CN" altLang="en-US" b="0" dirty="0"/>
          </a:p>
          <a:p>
            <a:pPr marL="609600" indent="-609600" eaLnBrk="1" hangingPunct="1">
              <a:lnSpc>
                <a:spcPct val="80000"/>
              </a:lnSpc>
              <a:buClr>
                <a:schemeClr val="bg2"/>
              </a:buClr>
              <a:buSzPct val="75000"/>
              <a:buFont typeface="Wingdings" panose="05000000000000000000" pitchFamily="2" charset="2"/>
            </a:pPr>
            <a:endParaRPr lang="en-US" altLang="zh-CN" b="0"/>
          </a:p>
          <a:p>
            <a:pPr marL="990600" lvl="1" indent="-533400" eaLnBrk="1" hangingPunct="1">
              <a:lnSpc>
                <a:spcPct val="80000"/>
              </a:lnSpc>
              <a:buClr>
                <a:schemeClr val="accent2"/>
              </a:buClr>
              <a:buSzPct val="80000"/>
              <a:buFont typeface="Wingdings" panose="05000000000000000000" pitchFamily="2" charset="2"/>
              <a:buNone/>
            </a:pPr>
            <a:r>
              <a:rPr lang="en-US" altLang="zh-CN" sz="2400" b="0"/>
              <a:t>#include &lt;</a:t>
            </a:r>
            <a:r>
              <a:rPr lang="en-US" altLang="zh-CN" sz="2400" b="0" err="1"/>
              <a:t>stdio.h</a:t>
            </a:r>
            <a:r>
              <a:rPr lang="en-US" altLang="zh-CN" sz="2400" b="0"/>
              <a:t>&gt;</a:t>
            </a:r>
            <a:endParaRPr lang="en-US" altLang="zh-CN" sz="2400" b="0"/>
          </a:p>
          <a:p>
            <a:pPr marL="990600" lvl="1" indent="-533400" eaLnBrk="1" hangingPunct="1">
              <a:lnSpc>
                <a:spcPct val="80000"/>
              </a:lnSpc>
              <a:buClr>
                <a:schemeClr val="accent2"/>
              </a:buClr>
              <a:buSzPct val="80000"/>
              <a:buFont typeface="Wingdings" panose="05000000000000000000" pitchFamily="2" charset="2"/>
              <a:buNone/>
            </a:pPr>
            <a:r>
              <a:rPr lang="en-US" altLang="zh-CN" sz="2400" b="0" err="1"/>
              <a:t>struct</a:t>
            </a:r>
            <a:r>
              <a:rPr lang="en-US" altLang="zh-CN" sz="2400" b="0"/>
              <a:t> student{</a:t>
            </a:r>
            <a:endParaRPr lang="en-US" altLang="zh-CN" sz="2400" b="0"/>
          </a:p>
          <a:p>
            <a:pPr marL="990600" lvl="1" indent="-533400" eaLnBrk="1" hangingPunct="1">
              <a:lnSpc>
                <a:spcPct val="80000"/>
              </a:lnSpc>
              <a:buClr>
                <a:schemeClr val="accent2"/>
              </a:buClr>
              <a:buSzPct val="80000"/>
              <a:buFont typeface="Wingdings" panose="05000000000000000000" pitchFamily="2" charset="2"/>
              <a:buNone/>
            </a:pPr>
            <a:r>
              <a:rPr lang="en-US" altLang="zh-CN" sz="2400" b="0"/>
              <a:t>    </a:t>
            </a:r>
            <a:r>
              <a:rPr lang="en-US" altLang="zh-CN" sz="2400" b="0" err="1"/>
              <a:t>int</a:t>
            </a:r>
            <a:r>
              <a:rPr lang="en-US" altLang="zh-CN" sz="2400" b="0"/>
              <a:t>  num;</a:t>
            </a:r>
            <a:endParaRPr lang="en-US" altLang="zh-CN" sz="2400" b="0"/>
          </a:p>
          <a:p>
            <a:pPr marL="990600" lvl="1" indent="-533400" eaLnBrk="1" hangingPunct="1">
              <a:lnSpc>
                <a:spcPct val="80000"/>
              </a:lnSpc>
              <a:buClr>
                <a:schemeClr val="accent2"/>
              </a:buClr>
              <a:buSzPct val="80000"/>
              <a:buFont typeface="Wingdings" panose="05000000000000000000" pitchFamily="2" charset="2"/>
              <a:buNone/>
            </a:pPr>
            <a:r>
              <a:rPr lang="en-US" altLang="zh-CN" sz="2400" b="0"/>
              <a:t>    char  name[20];</a:t>
            </a:r>
            <a:endParaRPr lang="en-US" altLang="zh-CN" sz="2400" b="0"/>
          </a:p>
          <a:p>
            <a:pPr marL="990600" lvl="1" indent="-533400" eaLnBrk="1" hangingPunct="1">
              <a:lnSpc>
                <a:spcPct val="80000"/>
              </a:lnSpc>
              <a:buClr>
                <a:schemeClr val="accent2"/>
              </a:buClr>
              <a:buSzPct val="80000"/>
              <a:buFont typeface="Wingdings" panose="05000000000000000000" pitchFamily="2" charset="2"/>
              <a:buNone/>
            </a:pPr>
            <a:r>
              <a:rPr lang="en-US" altLang="zh-CN" sz="2400" b="0"/>
              <a:t>    </a:t>
            </a:r>
            <a:r>
              <a:rPr lang="en-US" altLang="zh-CN" sz="2400" b="0" err="1"/>
              <a:t>int</a:t>
            </a:r>
            <a:r>
              <a:rPr lang="en-US" altLang="zh-CN" sz="2400" b="0"/>
              <a:t>   score;</a:t>
            </a:r>
            <a:endParaRPr lang="en-US" altLang="zh-CN" sz="2400" b="0"/>
          </a:p>
          <a:p>
            <a:pPr marL="990600" lvl="1" indent="-533400" eaLnBrk="1" hangingPunct="1">
              <a:lnSpc>
                <a:spcPct val="80000"/>
              </a:lnSpc>
              <a:buClr>
                <a:schemeClr val="accent2"/>
              </a:buClr>
              <a:buSzPct val="80000"/>
              <a:buFont typeface="Wingdings" panose="05000000000000000000" pitchFamily="2" charset="2"/>
              <a:buNone/>
            </a:pPr>
            <a:r>
              <a:rPr lang="en-US" altLang="zh-CN" sz="2400" b="0"/>
              <a:t>}; </a:t>
            </a:r>
            <a:endParaRPr lang="en-US" altLang="zh-CN" sz="2400" b="0"/>
          </a:p>
          <a:p>
            <a:pPr marL="990600" lvl="1" indent="-533400" eaLnBrk="1" hangingPunct="1">
              <a:lnSpc>
                <a:spcPct val="80000"/>
              </a:lnSpc>
              <a:buClr>
                <a:schemeClr val="accent2"/>
              </a:buClr>
              <a:buSzPct val="80000"/>
              <a:buFont typeface="Wingdings" panose="05000000000000000000" pitchFamily="2" charset="2"/>
              <a:buNone/>
            </a:pPr>
            <a:r>
              <a:rPr lang="en-US" altLang="zh-CN" sz="2400" b="0" err="1"/>
              <a:t>struct</a:t>
            </a:r>
            <a:r>
              <a:rPr lang="en-US" altLang="zh-CN" sz="2400" b="0"/>
              <a:t> student stud[10];  /* </a:t>
            </a:r>
            <a:r>
              <a:rPr lang="zh-CN" altLang="en-US" sz="2400" b="0" dirty="0"/>
              <a:t>定义结构数组 *</a:t>
            </a:r>
            <a:r>
              <a:rPr lang="en-US" altLang="zh-CN" sz="2400" b="0"/>
              <a:t>/</a:t>
            </a:r>
            <a:endParaRPr lang="en-US" altLang="zh-CN" sz="2400" b="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2772">
                                            <p:txEl>
                                              <p:charRg st="4294967295" end="4294967295"/>
                                            </p:txEl>
                                          </p:spTgt>
                                        </p:tgtEl>
                                        <p:attrNameLst>
                                          <p:attrName>style.visibility</p:attrName>
                                        </p:attrNameLst>
                                      </p:cBhvr>
                                    </p:set>
                                    <p:anim calcmode="lin" valueType="num">
                                      <p:cBhvr>
                                        <p:cTn id="7" dur="500" fill="hold"/>
                                        <p:tgtEl>
                                          <p:spTgt spid="32772">
                                            <p:txEl>
                                              <p:charRg st="4294967295" end="4294967295"/>
                                            </p:txEl>
                                          </p:spTgt>
                                        </p:tgtEl>
                                        <p:attrNameLst>
                                          <p:attrName>ppt_x</p:attrName>
                                        </p:attrNameLst>
                                      </p:cBhvr>
                                      <p:tavLst>
                                        <p:tav tm="0">
                                          <p:val>
                                            <p:strVal val="#ppt_x"/>
                                          </p:val>
                                        </p:tav>
                                        <p:tav tm="100000">
                                          <p:val>
                                            <p:strVal val="#ppt_x"/>
                                          </p:val>
                                        </p:tav>
                                      </p:tavLst>
                                    </p:anim>
                                    <p:anim calcmode="lin" valueType="num">
                                      <p:cBhvr>
                                        <p:cTn id="8" dur="500" fill="hold"/>
                                        <p:tgtEl>
                                          <p:spTgt spid="32772">
                                            <p:txEl>
                                              <p:charRg st="4294967295" end="429496729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772" grpId="0" animBg="1" advAuto="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3794" name="Rectangle 2"/>
          <p:cNvSpPr>
            <a:spLocks noGrp="1"/>
          </p:cNvSpPr>
          <p:nvPr>
            <p:ph type="title"/>
          </p:nvPr>
        </p:nvSpPr>
        <p:spPr>
          <a:xfrm>
            <a:off x="5384800" y="789305"/>
            <a:ext cx="3702685" cy="836930"/>
          </a:xfrm>
        </p:spPr>
        <p:txBody>
          <a:bodyPr vert="horz" wrap="square" lIns="91440" tIns="45720" rIns="91440" bIns="45720" anchor="ctr" anchorCtr="0"/>
          <a:p>
            <a:pPr eaLnBrk="1" hangingPunct="1"/>
            <a:r>
              <a:rPr lang="zh-CN" altLang="en-US" sz="4000" dirty="0"/>
              <a:t>例</a:t>
            </a:r>
            <a:r>
              <a:rPr lang="en-US" altLang="zh-CN" sz="4000"/>
              <a:t>9-4 </a:t>
            </a:r>
            <a:r>
              <a:rPr lang="zh-CN" altLang="en-US" sz="4000" dirty="0"/>
              <a:t>源程序</a:t>
            </a:r>
            <a:endParaRPr lang="zh-CN" altLang="en-US" sz="4000" dirty="0"/>
          </a:p>
        </p:txBody>
      </p:sp>
      <p:sp>
        <p:nvSpPr>
          <p:cNvPr id="33795" name="Rectangle 3"/>
          <p:cNvSpPr>
            <a:spLocks noGrp="1"/>
          </p:cNvSpPr>
          <p:nvPr>
            <p:ph type="body" sz="half" idx="1"/>
          </p:nvPr>
        </p:nvSpPr>
        <p:spPr>
          <a:xfrm>
            <a:off x="0" y="116840"/>
            <a:ext cx="9144000" cy="6677660"/>
          </a:xfrm>
          <a:noFill/>
          <a:ln w="28575" cmpd="sng">
            <a:solidFill>
              <a:schemeClr val="accent1">
                <a:shade val="50000"/>
              </a:schemeClr>
            </a:solidFill>
            <a:prstDash val="solid"/>
          </a:ln>
        </p:spPr>
        <p:txBody>
          <a:bodyPr vert="horz" wrap="square" lIns="91440" tIns="45720" rIns="91440" bIns="45720" rtlCol="0" anchor="t" anchorCtr="0">
            <a:spAutoFit/>
          </a:bodyPr>
          <a:p>
            <a:pPr marL="0" lvl="0" algn="l" defTabSz="914400">
              <a:buNone/>
            </a:pPr>
            <a:r>
              <a:rPr sz="2000" b="0" kern="1200">
                <a:latin typeface="+mn-ea"/>
                <a:ea typeface="宋体" pitchFamily="2" charset="-122"/>
                <a:cs typeface="+mn-ea"/>
                <a:sym typeface="+mn-ea"/>
              </a:rPr>
              <a:t>int</a:t>
            </a:r>
            <a:r>
              <a:rPr sz="2000" b="0" kern="1200">
                <a:latin typeface="+mn-ea"/>
                <a:ea typeface="宋体" pitchFamily="2" charset="-122"/>
                <a:cs typeface="+mn-ea"/>
                <a:sym typeface="+mn-ea"/>
              </a:rPr>
              <a:t> </a:t>
            </a:r>
            <a:r>
              <a:rPr sz="2000" b="0" kern="1200">
                <a:latin typeface="+mn-ea"/>
                <a:ea typeface="宋体" pitchFamily="2" charset="-122"/>
                <a:cs typeface="+mn-ea"/>
                <a:sym typeface="+mn-ea"/>
              </a:rPr>
              <a:t>main(void</a:t>
            </a:r>
            <a:r>
              <a:rPr sz="2000" b="0" kern="1200">
                <a:latin typeface="+mn-ea"/>
                <a:ea typeface="宋体" pitchFamily="2" charset="-122"/>
                <a:cs typeface="+mn-ea"/>
                <a:sym typeface="+mn-ea"/>
              </a:rPr>
              <a:t>)</a:t>
            </a:r>
            <a:endParaRPr sz="2000" b="0" kern="1200">
              <a:latin typeface="+mn-ea"/>
              <a:ea typeface="宋体" pitchFamily="2" charset="-122"/>
              <a:cs typeface="+mn-ea"/>
              <a:sym typeface="+mn-ea"/>
            </a:endParaRPr>
          </a:p>
          <a:p>
            <a:pPr marL="0" lvl="0" algn="l" defTabSz="914400">
              <a:buNone/>
            </a:pPr>
            <a:r>
              <a:rPr sz="2000" b="0" kern="1200">
                <a:latin typeface="+mn-ea"/>
                <a:ea typeface="宋体" pitchFamily="2" charset="-122"/>
                <a:cs typeface="+mn-ea"/>
                <a:sym typeface="+mn-ea"/>
              </a:rPr>
              <a:t>{   </a:t>
            </a:r>
            <a:r>
              <a:rPr sz="2000" b="0" kern="1200">
                <a:latin typeface="+mn-ea"/>
                <a:ea typeface="宋体" pitchFamily="2" charset="-122"/>
                <a:cs typeface="+mn-ea"/>
                <a:sym typeface="+mn-ea"/>
              </a:rPr>
              <a:t>int</a:t>
            </a:r>
            <a:r>
              <a:rPr sz="2000" b="0" kern="1200">
                <a:latin typeface="+mn-ea"/>
                <a:ea typeface="宋体" pitchFamily="2" charset="-122"/>
                <a:cs typeface="+mn-ea"/>
                <a:sym typeface="+mn-ea"/>
              </a:rPr>
              <a:t> i, j, index, sum = 0;    </a:t>
            </a:r>
            <a:r>
              <a:rPr sz="2000" b="0" kern="1200">
                <a:latin typeface="+mn-ea"/>
                <a:ea typeface="宋体" pitchFamily="2" charset="-122"/>
                <a:cs typeface="+mn-ea"/>
                <a:sym typeface="+mn-ea"/>
              </a:rPr>
              <a:t>struct</a:t>
            </a:r>
            <a:r>
              <a:rPr sz="2000" b="0" kern="1200">
                <a:latin typeface="+mn-ea"/>
                <a:ea typeface="宋体" pitchFamily="2" charset="-122"/>
                <a:cs typeface="+mn-ea"/>
                <a:sym typeface="+mn-ea"/>
              </a:rPr>
              <a:t> student temp;	</a:t>
            </a:r>
            <a:endParaRPr sz="2000" b="0" kern="1200">
              <a:latin typeface="+mn-ea"/>
              <a:ea typeface="宋体" pitchFamily="2" charset="-122"/>
              <a:cs typeface="+mn-ea"/>
              <a:sym typeface="+mn-ea"/>
            </a:endParaRPr>
          </a:p>
          <a:p>
            <a:pPr marL="0" lvl="0" algn="l" defTabSz="914400">
              <a:buNone/>
            </a:pPr>
            <a:r>
              <a:rPr sz="2000" b="0" kern="1200">
                <a:latin typeface="+mn-ea"/>
                <a:ea typeface="宋体" pitchFamily="2" charset="-122"/>
                <a:cs typeface="+mn-ea"/>
                <a:sym typeface="+mn-ea"/>
              </a:rPr>
              <a:t>    /* </a:t>
            </a:r>
            <a:r>
              <a:rPr sz="2000" b="0" kern="1200">
                <a:latin typeface="+mn-ea"/>
                <a:ea typeface="宋体" pitchFamily="2" charset="-122"/>
                <a:cs typeface="+mn-ea"/>
                <a:sym typeface="+mn-ea"/>
              </a:rPr>
              <a:t>输入</a:t>
            </a:r>
            <a:r>
              <a:rPr sz="2000" b="0" kern="1200">
                <a:latin typeface="+mn-ea"/>
                <a:ea typeface="宋体" pitchFamily="2" charset="-122"/>
                <a:cs typeface="+mn-ea"/>
                <a:sym typeface="+mn-ea"/>
              </a:rPr>
              <a:t>10</a:t>
            </a:r>
            <a:r>
              <a:rPr sz="2000" b="0" kern="1200">
                <a:latin typeface="+mn-ea"/>
                <a:ea typeface="宋体" pitchFamily="2" charset="-122"/>
                <a:cs typeface="+mn-ea"/>
                <a:sym typeface="+mn-ea"/>
              </a:rPr>
              <a:t>个学生的记录，并累加成绩 *</a:t>
            </a:r>
            <a:r>
              <a:rPr sz="2000" b="0" kern="1200">
                <a:latin typeface="+mn-ea"/>
                <a:ea typeface="宋体" pitchFamily="2" charset="-122"/>
                <a:cs typeface="+mn-ea"/>
                <a:sym typeface="+mn-ea"/>
              </a:rPr>
              <a:t>/</a:t>
            </a:r>
            <a:endParaRPr sz="2000" b="0" kern="1200">
              <a:latin typeface="+mn-ea"/>
              <a:ea typeface="宋体" pitchFamily="2" charset="-122"/>
              <a:cs typeface="+mn-ea"/>
              <a:sym typeface="+mn-ea"/>
            </a:endParaRPr>
          </a:p>
          <a:p>
            <a:pPr marL="0" lvl="0" algn="l" defTabSz="914400">
              <a:buNone/>
            </a:pPr>
            <a:r>
              <a:rPr sz="2000" b="0" kern="1200">
                <a:latin typeface="+mn-ea"/>
                <a:ea typeface="宋体" pitchFamily="2" charset="-122"/>
                <a:cs typeface="+mn-ea"/>
                <a:sym typeface="+mn-ea"/>
              </a:rPr>
              <a:t>    </a:t>
            </a:r>
            <a:r>
              <a:rPr sz="2000" b="0" kern="1200">
                <a:latin typeface="+mn-ea"/>
                <a:ea typeface="宋体" pitchFamily="2" charset="-122"/>
                <a:cs typeface="+mn-ea"/>
                <a:sym typeface="+mn-ea"/>
              </a:rPr>
              <a:t>for(i</a:t>
            </a:r>
            <a:r>
              <a:rPr sz="2000" b="0" kern="1200">
                <a:latin typeface="+mn-ea"/>
                <a:ea typeface="宋体" pitchFamily="2" charset="-122"/>
                <a:cs typeface="+mn-ea"/>
                <a:sym typeface="+mn-ea"/>
              </a:rPr>
              <a:t> = 0; i &lt; 10; i++){			</a:t>
            </a:r>
            <a:endParaRPr sz="2000" b="0" kern="1200">
              <a:latin typeface="+mn-ea"/>
              <a:ea typeface="宋体" pitchFamily="2" charset="-122"/>
              <a:cs typeface="+mn-ea"/>
              <a:sym typeface="+mn-ea"/>
            </a:endParaRPr>
          </a:p>
          <a:p>
            <a:pPr marL="0" lvl="0" algn="l" defTabSz="914400">
              <a:buNone/>
            </a:pPr>
            <a:r>
              <a:rPr sz="2000" b="0" kern="1200">
                <a:latin typeface="+mn-ea"/>
                <a:ea typeface="宋体" pitchFamily="2" charset="-122"/>
                <a:cs typeface="+mn-ea"/>
                <a:sym typeface="+mn-ea"/>
              </a:rPr>
              <a:t>        </a:t>
            </a:r>
            <a:r>
              <a:rPr sz="2000" b="0" kern="1200">
                <a:latin typeface="+mn-ea"/>
                <a:ea typeface="宋体" pitchFamily="2" charset="-122"/>
                <a:cs typeface="+mn-ea"/>
                <a:sym typeface="+mn-ea"/>
              </a:rPr>
              <a:t>printf("No</a:t>
            </a:r>
            <a:r>
              <a:rPr sz="2000" b="0" kern="1200">
                <a:latin typeface="+mn-ea"/>
                <a:ea typeface="宋体" pitchFamily="2" charset="-122"/>
                <a:cs typeface="+mn-ea"/>
                <a:sym typeface="+mn-ea"/>
              </a:rPr>
              <a:t> %d: ", i+1);</a:t>
            </a:r>
            <a:endParaRPr sz="2000" b="0" kern="1200">
              <a:latin typeface="+mn-ea"/>
              <a:ea typeface="宋体" pitchFamily="2" charset="-122"/>
              <a:cs typeface="+mn-ea"/>
              <a:sym typeface="+mn-ea"/>
            </a:endParaRPr>
          </a:p>
          <a:p>
            <a:pPr marL="0" lvl="0" algn="l" defTabSz="914400">
              <a:buNone/>
            </a:pPr>
            <a:r>
              <a:rPr sz="2000" b="0" kern="1200">
                <a:latin typeface="+mn-ea"/>
                <a:ea typeface="宋体" pitchFamily="2" charset="-122"/>
                <a:cs typeface="+mn-ea"/>
                <a:sym typeface="+mn-ea"/>
              </a:rPr>
              <a:t>        </a:t>
            </a:r>
            <a:r>
              <a:rPr sz="2000" b="0" kern="1200">
                <a:latin typeface="+mn-ea"/>
                <a:ea typeface="宋体" pitchFamily="2" charset="-122"/>
                <a:cs typeface="+mn-ea"/>
                <a:sym typeface="+mn-ea"/>
              </a:rPr>
              <a:t>scanf("%d%s%d</a:t>
            </a:r>
            <a:r>
              <a:rPr sz="2000" b="0" kern="1200">
                <a:latin typeface="+mn-ea"/>
                <a:ea typeface="宋体" pitchFamily="2" charset="-122"/>
                <a:cs typeface="+mn-ea"/>
                <a:sym typeface="+mn-ea"/>
              </a:rPr>
              <a:t>", &amp;</a:t>
            </a:r>
            <a:r>
              <a:rPr sz="2000" b="0" kern="1200">
                <a:latin typeface="+mn-ea"/>
                <a:ea typeface="宋体" pitchFamily="2" charset="-122"/>
                <a:cs typeface="+mn-ea"/>
                <a:sym typeface="+mn-ea"/>
              </a:rPr>
              <a:t>stud[i].num</a:t>
            </a:r>
            <a:r>
              <a:rPr sz="2000" b="0" kern="1200">
                <a:latin typeface="+mn-ea"/>
                <a:ea typeface="宋体" pitchFamily="2" charset="-122"/>
                <a:cs typeface="+mn-ea"/>
                <a:sym typeface="+mn-ea"/>
              </a:rPr>
              <a:t>, </a:t>
            </a:r>
            <a:r>
              <a:rPr sz="2000" b="0" kern="1200">
                <a:latin typeface="+mn-ea"/>
                <a:ea typeface="宋体" pitchFamily="2" charset="-122"/>
                <a:cs typeface="+mn-ea"/>
                <a:sym typeface="+mn-ea"/>
              </a:rPr>
              <a:t>stud[i].name</a:t>
            </a:r>
            <a:r>
              <a:rPr sz="2000" b="0" kern="1200">
                <a:latin typeface="+mn-ea"/>
                <a:ea typeface="宋体" pitchFamily="2" charset="-122"/>
                <a:cs typeface="+mn-ea"/>
                <a:sym typeface="+mn-ea"/>
              </a:rPr>
              <a:t>, &amp;</a:t>
            </a:r>
            <a:r>
              <a:rPr sz="2000" b="0" kern="1200">
                <a:latin typeface="+mn-ea"/>
                <a:ea typeface="宋体" pitchFamily="2" charset="-122"/>
                <a:cs typeface="+mn-ea"/>
                <a:sym typeface="+mn-ea"/>
              </a:rPr>
              <a:t>stud[i].score</a:t>
            </a:r>
            <a:r>
              <a:rPr sz="2000" b="0" kern="1200">
                <a:latin typeface="+mn-ea"/>
                <a:ea typeface="宋体" pitchFamily="2" charset="-122"/>
                <a:cs typeface="+mn-ea"/>
                <a:sym typeface="+mn-ea"/>
              </a:rPr>
              <a:t>);</a:t>
            </a:r>
            <a:endParaRPr sz="2000" b="0" kern="1200">
              <a:latin typeface="+mn-ea"/>
              <a:ea typeface="宋体" pitchFamily="2" charset="-122"/>
              <a:cs typeface="+mn-ea"/>
              <a:sym typeface="+mn-ea"/>
            </a:endParaRPr>
          </a:p>
          <a:p>
            <a:pPr marL="0" lvl="0" algn="l" defTabSz="914400">
              <a:buNone/>
            </a:pPr>
            <a:r>
              <a:rPr sz="2000" b="0" kern="1200">
                <a:latin typeface="+mn-ea"/>
                <a:ea typeface="宋体" pitchFamily="2" charset="-122"/>
                <a:cs typeface="+mn-ea"/>
                <a:sym typeface="+mn-ea"/>
              </a:rPr>
              <a:t>        sum = </a:t>
            </a:r>
            <a:r>
              <a:rPr sz="2000" b="0" kern="1200">
                <a:latin typeface="+mn-ea"/>
                <a:ea typeface="宋体" pitchFamily="2" charset="-122"/>
                <a:cs typeface="+mn-ea"/>
                <a:sym typeface="+mn-ea"/>
              </a:rPr>
              <a:t>sum</a:t>
            </a:r>
            <a:r>
              <a:rPr sz="2000" b="0" kern="1200">
                <a:latin typeface="+mn-ea"/>
                <a:ea typeface="宋体" pitchFamily="2" charset="-122"/>
                <a:cs typeface="+mn-ea"/>
                <a:sym typeface="+mn-ea"/>
              </a:rPr>
              <a:t> + </a:t>
            </a:r>
            <a:r>
              <a:rPr sz="2000" b="0" kern="1200">
                <a:latin typeface="+mn-ea"/>
                <a:ea typeface="宋体" pitchFamily="2" charset="-122"/>
                <a:cs typeface="+mn-ea"/>
                <a:sym typeface="+mn-ea"/>
              </a:rPr>
              <a:t>stud[i].score</a:t>
            </a:r>
            <a:r>
              <a:rPr sz="2000" b="0" kern="1200">
                <a:latin typeface="+mn-ea"/>
                <a:ea typeface="宋体" pitchFamily="2" charset="-122"/>
                <a:cs typeface="+mn-ea"/>
                <a:sym typeface="+mn-ea"/>
              </a:rPr>
              <a:t>;</a:t>
            </a:r>
            <a:endParaRPr sz="2000" b="0" kern="1200">
              <a:latin typeface="+mn-ea"/>
              <a:ea typeface="宋体" pitchFamily="2" charset="-122"/>
              <a:cs typeface="+mn-ea"/>
              <a:sym typeface="+mn-ea"/>
            </a:endParaRPr>
          </a:p>
          <a:p>
            <a:pPr marL="0" lvl="0" algn="l" defTabSz="914400">
              <a:buNone/>
            </a:pPr>
            <a:r>
              <a:rPr sz="2000" b="0" kern="1200">
                <a:latin typeface="+mn-ea"/>
                <a:ea typeface="宋体" pitchFamily="2" charset="-122"/>
                <a:cs typeface="+mn-ea"/>
                <a:sym typeface="+mn-ea"/>
              </a:rPr>
              <a:t>    }    </a:t>
            </a:r>
            <a:endParaRPr sz="2000" b="0" kern="1200">
              <a:latin typeface="+mn-ea"/>
              <a:ea typeface="宋体" pitchFamily="2" charset="-122"/>
              <a:cs typeface="+mn-ea"/>
              <a:sym typeface="+mn-ea"/>
            </a:endParaRPr>
          </a:p>
          <a:p>
            <a:pPr marL="0" lvl="0" algn="l" defTabSz="914400">
              <a:buNone/>
            </a:pPr>
            <a:r>
              <a:rPr sz="2000" b="0" kern="1200">
                <a:latin typeface="+mn-ea"/>
                <a:ea typeface="宋体" pitchFamily="2" charset="-122"/>
                <a:cs typeface="+mn-ea"/>
                <a:sym typeface="+mn-ea"/>
              </a:rPr>
              <a:t>    /* </a:t>
            </a:r>
            <a:r>
              <a:rPr sz="2000" b="0" kern="1200">
                <a:latin typeface="+mn-ea"/>
                <a:ea typeface="宋体" pitchFamily="2" charset="-122"/>
                <a:cs typeface="+mn-ea"/>
                <a:sym typeface="+mn-ea"/>
              </a:rPr>
              <a:t>按照分数从低到高排序，使用选择排序法 *</a:t>
            </a:r>
            <a:r>
              <a:rPr sz="2000" b="0" kern="1200">
                <a:latin typeface="+mn-ea"/>
                <a:ea typeface="宋体" pitchFamily="2" charset="-122"/>
                <a:cs typeface="+mn-ea"/>
                <a:sym typeface="+mn-ea"/>
              </a:rPr>
              <a:t>/</a:t>
            </a:r>
            <a:endParaRPr sz="2000" b="0" kern="1200">
              <a:latin typeface="+mn-ea"/>
              <a:ea typeface="宋体" pitchFamily="2" charset="-122"/>
              <a:cs typeface="+mn-ea"/>
              <a:sym typeface="+mn-ea"/>
            </a:endParaRPr>
          </a:p>
          <a:p>
            <a:pPr marL="0" lvl="0" algn="l" defTabSz="914400">
              <a:buNone/>
            </a:pPr>
            <a:r>
              <a:rPr sz="2000" b="0" kern="1200">
                <a:latin typeface="+mn-ea"/>
                <a:ea typeface="宋体" pitchFamily="2" charset="-122"/>
                <a:cs typeface="+mn-ea"/>
                <a:sym typeface="+mn-ea"/>
              </a:rPr>
              <a:t>    for( i = 0; i &lt; 9; ++i ){</a:t>
            </a:r>
            <a:endParaRPr sz="2000" b="0" kern="1200">
              <a:latin typeface="+mn-ea"/>
              <a:ea typeface="宋体" pitchFamily="2" charset="-122"/>
              <a:cs typeface="+mn-ea"/>
              <a:sym typeface="+mn-ea"/>
            </a:endParaRPr>
          </a:p>
          <a:p>
            <a:pPr marL="0" lvl="0" algn="l" defTabSz="914400">
              <a:buNone/>
            </a:pPr>
            <a:r>
              <a:rPr sz="2000" b="0" kern="1200">
                <a:latin typeface="+mn-ea"/>
                <a:ea typeface="宋体" pitchFamily="2" charset="-122"/>
                <a:cs typeface="+mn-ea"/>
                <a:sym typeface="+mn-ea"/>
              </a:rPr>
              <a:t>        index =i;</a:t>
            </a:r>
            <a:endParaRPr sz="2000" b="0" kern="1200">
              <a:latin typeface="+mn-ea"/>
              <a:ea typeface="宋体" pitchFamily="2" charset="-122"/>
              <a:cs typeface="+mn-ea"/>
              <a:sym typeface="+mn-ea"/>
            </a:endParaRPr>
          </a:p>
          <a:p>
            <a:pPr marL="0" lvl="0" algn="l" defTabSz="914400">
              <a:buNone/>
            </a:pPr>
            <a:r>
              <a:rPr sz="2000" b="0" kern="1200">
                <a:latin typeface="+mn-ea"/>
                <a:ea typeface="宋体" pitchFamily="2" charset="-122"/>
                <a:cs typeface="+mn-ea"/>
                <a:sym typeface="+mn-ea"/>
              </a:rPr>
              <a:t>        for (j = i+1; j &lt;10; j++ )</a:t>
            </a:r>
            <a:endParaRPr sz="2000" b="0" kern="1200">
              <a:latin typeface="+mn-ea"/>
              <a:ea typeface="宋体" pitchFamily="2" charset="-122"/>
              <a:cs typeface="+mn-ea"/>
              <a:sym typeface="+mn-ea"/>
            </a:endParaRPr>
          </a:p>
          <a:p>
            <a:pPr marL="0" lvl="0" algn="l" defTabSz="914400">
              <a:buNone/>
            </a:pPr>
            <a:r>
              <a:rPr sz="2000" b="0" kern="1200">
                <a:latin typeface="+mn-ea"/>
                <a:ea typeface="宋体" pitchFamily="2" charset="-122"/>
                <a:cs typeface="+mn-ea"/>
                <a:sym typeface="+mn-ea"/>
              </a:rPr>
              <a:t>            if (</a:t>
            </a:r>
            <a:r>
              <a:rPr sz="2000" b="0" kern="1200">
                <a:latin typeface="+mn-ea"/>
                <a:ea typeface="宋体" pitchFamily="2" charset="-122"/>
                <a:cs typeface="+mn-ea"/>
                <a:sym typeface="+mn-ea"/>
              </a:rPr>
              <a:t>stud[j].score</a:t>
            </a:r>
            <a:r>
              <a:rPr sz="2000" b="0" kern="1200">
                <a:latin typeface="+mn-ea"/>
                <a:ea typeface="宋体" pitchFamily="2" charset="-122"/>
                <a:cs typeface="+mn-ea"/>
                <a:sym typeface="+mn-ea"/>
              </a:rPr>
              <a:t> &lt; </a:t>
            </a:r>
            <a:r>
              <a:rPr sz="2000" b="0" kern="1200">
                <a:latin typeface="+mn-ea"/>
                <a:ea typeface="宋体" pitchFamily="2" charset="-122"/>
                <a:cs typeface="+mn-ea"/>
                <a:sym typeface="+mn-ea"/>
              </a:rPr>
              <a:t>stud[index].score</a:t>
            </a:r>
            <a:r>
              <a:rPr sz="2000" b="0" kern="1200">
                <a:latin typeface="+mn-ea"/>
                <a:ea typeface="宋体" pitchFamily="2" charset="-122"/>
                <a:cs typeface="+mn-ea"/>
                <a:sym typeface="+mn-ea"/>
              </a:rPr>
              <a:t>)   </a:t>
            </a:r>
            <a:r>
              <a:rPr sz="2000" b="0" kern="1200">
                <a:latin typeface="+mn-ea"/>
                <a:ea typeface="宋体" pitchFamily="2" charset="-122"/>
                <a:cs typeface="+mn-ea"/>
                <a:sym typeface="+mn-ea"/>
              </a:rPr>
              <a:t>index = j;</a:t>
            </a:r>
            <a:r>
              <a:rPr lang="en-US" sz="2000" b="0" kern="1200">
                <a:latin typeface="+mn-ea"/>
                <a:ea typeface="宋体" pitchFamily="2" charset="-122"/>
                <a:cs typeface="+mn-ea"/>
                <a:sym typeface="+mn-ea"/>
              </a:rPr>
              <a:t>  </a:t>
            </a:r>
            <a:r>
              <a:rPr sz="2000" b="0" kern="1200">
                <a:latin typeface="+mn-ea"/>
                <a:ea typeface="宋体" pitchFamily="2" charset="-122"/>
                <a:cs typeface="+mn-ea"/>
                <a:sym typeface="+mn-ea"/>
              </a:rPr>
              <a:t>/* </a:t>
            </a:r>
            <a:r>
              <a:rPr sz="2000" b="0" kern="1200">
                <a:latin typeface="+mn-ea"/>
                <a:ea typeface="宋体" pitchFamily="2" charset="-122"/>
                <a:cs typeface="+mn-ea"/>
                <a:sym typeface="+mn-ea"/>
              </a:rPr>
              <a:t>比较</a:t>
            </a:r>
            <a:r>
              <a:rPr sz="2000" b="0" kern="1200">
                <a:latin typeface="+mn-ea"/>
                <a:ea typeface="宋体" pitchFamily="2" charset="-122"/>
                <a:cs typeface="+mn-ea"/>
                <a:sym typeface="+mn-ea"/>
              </a:rPr>
              <a:t>成绩</a:t>
            </a:r>
            <a:r>
              <a:rPr sz="2000" b="0" kern="1200">
                <a:latin typeface="+mn-ea"/>
                <a:ea typeface="宋体" pitchFamily="2" charset="-122"/>
                <a:cs typeface="+mn-ea"/>
                <a:sym typeface="+mn-ea"/>
              </a:rPr>
              <a:t>的大小 *</a:t>
            </a:r>
            <a:r>
              <a:rPr sz="2000" b="0" kern="1200">
                <a:latin typeface="+mn-ea"/>
                <a:ea typeface="宋体" pitchFamily="2" charset="-122"/>
                <a:cs typeface="+mn-ea"/>
                <a:sym typeface="+mn-ea"/>
              </a:rPr>
              <a:t>/</a:t>
            </a:r>
            <a:endParaRPr sz="2000" b="0" kern="1200">
              <a:latin typeface="+mn-ea"/>
              <a:ea typeface="宋体" pitchFamily="2" charset="-122"/>
              <a:cs typeface="+mn-ea"/>
              <a:sym typeface="+mn-ea"/>
            </a:endParaRPr>
          </a:p>
          <a:p>
            <a:pPr marL="0" lvl="0" algn="l" defTabSz="914400">
              <a:buNone/>
            </a:pPr>
            <a:r>
              <a:rPr sz="2000" b="0" kern="1200">
                <a:latin typeface="+mn-ea"/>
                <a:ea typeface="宋体" pitchFamily="2" charset="-122"/>
                <a:cs typeface="+mn-ea"/>
                <a:sym typeface="+mn-ea"/>
              </a:rPr>
              <a:t>        temp = </a:t>
            </a:r>
            <a:r>
              <a:rPr sz="2000" b="0" kern="1200">
                <a:latin typeface="+mn-ea"/>
                <a:ea typeface="宋体" pitchFamily="2" charset="-122"/>
                <a:cs typeface="+mn-ea"/>
                <a:sym typeface="+mn-ea"/>
              </a:rPr>
              <a:t>stud[index];stud[index</a:t>
            </a:r>
            <a:r>
              <a:rPr sz="2000" b="0" kern="1200">
                <a:latin typeface="+mn-ea"/>
                <a:ea typeface="宋体" pitchFamily="2" charset="-122"/>
                <a:cs typeface="+mn-ea"/>
                <a:sym typeface="+mn-ea"/>
              </a:rPr>
              <a:t>] = </a:t>
            </a:r>
            <a:r>
              <a:rPr sz="2000" b="0" kern="1200">
                <a:latin typeface="+mn-ea"/>
                <a:ea typeface="宋体" pitchFamily="2" charset="-122"/>
                <a:cs typeface="+mn-ea"/>
                <a:sym typeface="+mn-ea"/>
              </a:rPr>
              <a:t>stud[i];stud[i</a:t>
            </a:r>
            <a:r>
              <a:rPr sz="2000" b="0" kern="1200">
                <a:latin typeface="+mn-ea"/>
                <a:ea typeface="宋体" pitchFamily="2" charset="-122"/>
                <a:cs typeface="+mn-ea"/>
                <a:sym typeface="+mn-ea"/>
              </a:rPr>
              <a:t>] = temp;</a:t>
            </a:r>
            <a:r>
              <a:rPr sz="2000" b="0" kern="1200">
                <a:latin typeface="+mn-ea"/>
                <a:ea typeface="宋体" pitchFamily="2" charset="-122"/>
                <a:cs typeface="+mn-ea"/>
                <a:sym typeface="+mn-ea"/>
              </a:rPr>
              <a:t> </a:t>
            </a:r>
            <a:r>
              <a:rPr sz="2000" b="0" kern="1200">
                <a:latin typeface="+mn-ea"/>
                <a:ea typeface="宋体" pitchFamily="2" charset="-122"/>
                <a:cs typeface="+mn-ea"/>
                <a:sym typeface="+mn-ea"/>
              </a:rPr>
              <a:t>/*</a:t>
            </a:r>
            <a:r>
              <a:rPr sz="2000" b="0" kern="1200">
                <a:latin typeface="+mn-ea"/>
                <a:ea typeface="宋体" pitchFamily="2" charset="-122"/>
                <a:cs typeface="+mn-ea"/>
                <a:sym typeface="+mn-ea"/>
              </a:rPr>
              <a:t>交换数组</a:t>
            </a:r>
            <a:r>
              <a:rPr sz="2000" b="0" kern="1200">
                <a:latin typeface="+mn-ea"/>
                <a:ea typeface="宋体" pitchFamily="2" charset="-122"/>
                <a:cs typeface="+mn-ea"/>
                <a:sym typeface="+mn-ea"/>
              </a:rPr>
              <a:t>元素</a:t>
            </a:r>
            <a:r>
              <a:rPr sz="2000" b="0" kern="1200">
                <a:latin typeface="+mn-ea"/>
                <a:ea typeface="宋体" pitchFamily="2" charset="-122"/>
                <a:cs typeface="+mn-ea"/>
                <a:sym typeface="+mn-ea"/>
              </a:rPr>
              <a:t>*</a:t>
            </a:r>
            <a:r>
              <a:rPr sz="2000" b="0" kern="1200">
                <a:latin typeface="+mn-ea"/>
                <a:ea typeface="宋体" pitchFamily="2" charset="-122"/>
                <a:cs typeface="+mn-ea"/>
                <a:sym typeface="+mn-ea"/>
              </a:rPr>
              <a:t>/</a:t>
            </a:r>
            <a:endParaRPr sz="2000" b="0" kern="1200">
              <a:latin typeface="+mn-ea"/>
              <a:ea typeface="宋体" pitchFamily="2" charset="-122"/>
              <a:cs typeface="+mn-ea"/>
              <a:sym typeface="+mn-ea"/>
            </a:endParaRPr>
          </a:p>
          <a:p>
            <a:pPr marL="0" lvl="0" algn="l" defTabSz="914400">
              <a:buNone/>
            </a:pPr>
            <a:r>
              <a:rPr sz="2000" b="0" kern="1200">
                <a:latin typeface="+mn-ea"/>
                <a:ea typeface="宋体" pitchFamily="2" charset="-122"/>
                <a:cs typeface="+mn-ea"/>
                <a:sym typeface="+mn-ea"/>
              </a:rPr>
              <a:t>    }</a:t>
            </a:r>
            <a:endParaRPr sz="2000" b="0" kern="1200">
              <a:latin typeface="+mn-ea"/>
              <a:ea typeface="宋体" pitchFamily="2" charset="-122"/>
              <a:cs typeface="+mn-ea"/>
              <a:sym typeface="+mn-ea"/>
            </a:endParaRPr>
          </a:p>
          <a:p>
            <a:pPr marL="0" lvl="0" algn="l" defTabSz="914400">
              <a:buNone/>
            </a:pPr>
            <a:r>
              <a:rPr sz="2000" b="0" kern="1200">
                <a:latin typeface="+mn-ea"/>
                <a:ea typeface="宋体" pitchFamily="2" charset="-122"/>
                <a:cs typeface="+mn-ea"/>
                <a:sym typeface="+mn-ea"/>
              </a:rPr>
              <a:t>    /*  </a:t>
            </a:r>
            <a:r>
              <a:rPr sz="2000" b="0" kern="1200">
                <a:latin typeface="+mn-ea"/>
                <a:ea typeface="宋体" pitchFamily="2" charset="-122"/>
                <a:cs typeface="+mn-ea"/>
                <a:sym typeface="+mn-ea"/>
              </a:rPr>
              <a:t>输出成绩  略*</a:t>
            </a:r>
            <a:r>
              <a:rPr sz="2000" b="0" kern="1200">
                <a:latin typeface="+mn-ea"/>
                <a:ea typeface="宋体" pitchFamily="2" charset="-122"/>
                <a:cs typeface="+mn-ea"/>
                <a:sym typeface="+mn-ea"/>
              </a:rPr>
              <a:t>/</a:t>
            </a:r>
            <a:endParaRPr sz="2000" b="0" kern="1200">
              <a:latin typeface="+mn-ea"/>
              <a:ea typeface="宋体" pitchFamily="2" charset="-122"/>
              <a:cs typeface="+mn-ea"/>
              <a:sym typeface="+mn-ea"/>
            </a:endParaRPr>
          </a:p>
          <a:p>
            <a:pPr marL="0" lvl="0" algn="l" defTabSz="914400">
              <a:buNone/>
            </a:pPr>
            <a:r>
              <a:rPr sz="2000" b="0" kern="1200">
                <a:latin typeface="+mn-ea"/>
                <a:ea typeface="宋体" pitchFamily="2" charset="-122"/>
                <a:cs typeface="+mn-ea"/>
                <a:sym typeface="+mn-ea"/>
              </a:rPr>
              <a:t>     return 0;</a:t>
            </a:r>
            <a:endParaRPr sz="2000" b="0" kern="1200">
              <a:latin typeface="+mn-ea"/>
              <a:ea typeface="宋体" pitchFamily="2" charset="-122"/>
              <a:cs typeface="+mn-ea"/>
              <a:sym typeface="+mn-ea"/>
            </a:endParaRPr>
          </a:p>
          <a:p>
            <a:pPr marL="0" lvl="0" algn="l" defTabSz="914400">
              <a:buNone/>
            </a:pPr>
            <a:r>
              <a:rPr sz="2000" b="0" kern="1200">
                <a:latin typeface="+mn-ea"/>
                <a:ea typeface="宋体" pitchFamily="2" charset="-122"/>
                <a:cs typeface="+mn-ea"/>
                <a:sym typeface="+mn-ea"/>
              </a:rPr>
              <a:t>}</a:t>
            </a:r>
            <a:endParaRPr sz="2000" b="0" kern="1200">
              <a:latin typeface="+mn-ea"/>
              <a:ea typeface="宋体" pitchFamily="2" charset="-122"/>
              <a:cs typeface="+mn-ea"/>
              <a:sym typeface="+mn-e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3795">
                                            <p:txEl>
                                              <p:charRg st="4294967295" end="4294967295"/>
                                            </p:txEl>
                                          </p:spTgt>
                                        </p:tgtEl>
                                        <p:attrNameLst>
                                          <p:attrName>style.visibility</p:attrName>
                                        </p:attrNameLst>
                                      </p:cBhvr>
                                    </p:set>
                                    <p:anim calcmode="lin" valueType="num">
                                      <p:cBhvr>
                                        <p:cTn id="7" dur="500" fill="hold"/>
                                        <p:tgtEl>
                                          <p:spTgt spid="33795">
                                            <p:txEl>
                                              <p:charRg st="4294967295" end="4294967295"/>
                                            </p:txEl>
                                          </p:spTgt>
                                        </p:tgtEl>
                                        <p:attrNameLst>
                                          <p:attrName>ppt_x</p:attrName>
                                        </p:attrNameLst>
                                      </p:cBhvr>
                                      <p:tavLst>
                                        <p:tav tm="0">
                                          <p:val>
                                            <p:strVal val="#ppt_x"/>
                                          </p:val>
                                        </p:tav>
                                        <p:tav tm="100000">
                                          <p:val>
                                            <p:strVal val="#ppt_x"/>
                                          </p:val>
                                        </p:tav>
                                      </p:tavLst>
                                    </p:anim>
                                    <p:anim calcmode="lin" valueType="num">
                                      <p:cBhvr>
                                        <p:cTn id="8" dur="500" fill="hold"/>
                                        <p:tgtEl>
                                          <p:spTgt spid="33795">
                                            <p:txEl>
                                              <p:charRg st="4294967295" end="429496729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795" grpId="0" bldLvl="0" animBg="1" advAuto="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4819" name="Rectangle 2"/>
          <p:cNvSpPr>
            <a:spLocks noGrp="1"/>
          </p:cNvSpPr>
          <p:nvPr>
            <p:ph type="title"/>
          </p:nvPr>
        </p:nvSpPr>
        <p:spPr/>
        <p:txBody>
          <a:bodyPr vert="horz" wrap="square" lIns="91440" tIns="45720" rIns="91440" bIns="45720" anchor="ctr" anchorCtr="0"/>
          <a:p>
            <a:pPr eaLnBrk="1" hangingPunct="1"/>
            <a:r>
              <a:rPr lang="en-US" altLang="zh-CN" b="0"/>
              <a:t>9.4  </a:t>
            </a:r>
            <a:r>
              <a:rPr lang="zh-CN" altLang="en-US" b="0" dirty="0"/>
              <a:t>结构指针</a:t>
            </a:r>
            <a:r>
              <a:rPr lang="en-US" altLang="zh-CN" b="0"/>
              <a:t> </a:t>
            </a:r>
            <a:endParaRPr lang="zh-CN" altLang="en-US" b="0" dirty="0"/>
          </a:p>
        </p:txBody>
      </p:sp>
      <p:sp>
        <p:nvSpPr>
          <p:cNvPr id="34820" name="Rectangle 3"/>
          <p:cNvSpPr>
            <a:spLocks noGrp="1"/>
          </p:cNvSpPr>
          <p:nvPr>
            <p:ph idx="1"/>
          </p:nvPr>
        </p:nvSpPr>
        <p:spPr>
          <a:xfrm>
            <a:off x="457200" y="1981200"/>
            <a:ext cx="8075613" cy="1592263"/>
          </a:xfrm>
        </p:spPr>
        <p:txBody>
          <a:bodyPr vert="horz" wrap="square" lIns="91440" tIns="45720" rIns="91440" bIns="45720" anchor="t" anchorCtr="0"/>
          <a:p>
            <a:pPr eaLnBrk="1" hangingPunct="1">
              <a:spcBef>
                <a:spcPct val="50000"/>
              </a:spcBef>
              <a:buNone/>
            </a:pPr>
            <a:r>
              <a:rPr lang="en-US" altLang="zh-CN" b="0"/>
              <a:t>9.4.1  </a:t>
            </a:r>
            <a:r>
              <a:rPr lang="zh-CN" altLang="en-US" b="0" dirty="0"/>
              <a:t>结构指针的概念</a:t>
            </a:r>
            <a:endParaRPr lang="zh-CN" altLang="en-US" b="0" dirty="0"/>
          </a:p>
          <a:p>
            <a:pPr eaLnBrk="1" hangingPunct="1">
              <a:spcBef>
                <a:spcPct val="50000"/>
              </a:spcBef>
              <a:buNone/>
            </a:pPr>
            <a:r>
              <a:rPr lang="en-US" altLang="zh-CN" b="0"/>
              <a:t>9.4.2  </a:t>
            </a:r>
            <a:r>
              <a:rPr lang="zh-CN" altLang="en-US" b="0" dirty="0"/>
              <a:t>结构指针作为函数参数</a:t>
            </a:r>
            <a:endParaRPr lang="zh-CN" altLang="en-US" b="0" dirty="0"/>
          </a:p>
          <a:p>
            <a:pPr eaLnBrk="1" hangingPunct="1">
              <a:buNone/>
            </a:pPr>
            <a:endParaRPr lang="zh-CN" altLang="en-US" b="0" dirty="0"/>
          </a:p>
        </p:txBody>
      </p:sp>
    </p:spTree>
  </p:cSld>
  <p:clrMapOvr>
    <a:masterClrMapping/>
  </p:clrMapOvr>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5843" name="Rectangle 2"/>
          <p:cNvSpPr>
            <a:spLocks noGrp="1"/>
          </p:cNvSpPr>
          <p:nvPr>
            <p:ph type="title"/>
          </p:nvPr>
        </p:nvSpPr>
        <p:spPr>
          <a:xfrm>
            <a:off x="457200" y="457200"/>
            <a:ext cx="8229600" cy="955675"/>
          </a:xfrm>
        </p:spPr>
        <p:txBody>
          <a:bodyPr vert="horz" wrap="square" lIns="91440" tIns="45720" rIns="91440" bIns="45720" anchor="ctr" anchorCtr="0"/>
          <a:p>
            <a:pPr eaLnBrk="1" hangingPunct="1"/>
            <a:r>
              <a:rPr lang="en-US" altLang="zh-CN" sz="4000" b="0"/>
              <a:t>9.4.1</a:t>
            </a:r>
            <a:r>
              <a:rPr lang="zh-CN" altLang="en-US" sz="4000" b="0" dirty="0"/>
              <a:t>结构指针的概念</a:t>
            </a:r>
            <a:endParaRPr lang="zh-CN" altLang="en-US" sz="4000" b="0" dirty="0"/>
          </a:p>
        </p:txBody>
      </p:sp>
      <p:sp>
        <p:nvSpPr>
          <p:cNvPr id="419843" name="Rectangle 3"/>
          <p:cNvSpPr>
            <a:spLocks noGrp="1"/>
          </p:cNvSpPr>
          <p:nvPr>
            <p:ph type="body" sz="half" idx="1"/>
          </p:nvPr>
        </p:nvSpPr>
        <p:spPr>
          <a:xfrm>
            <a:off x="539750" y="1412875"/>
            <a:ext cx="7993063" cy="3600450"/>
          </a:xfrm>
        </p:spPr>
        <p:txBody>
          <a:bodyPr vert="horz" wrap="square" lIns="91440" tIns="45720" rIns="91440" bIns="45720" anchor="t" anchorCtr="0"/>
          <a:p>
            <a:pPr algn="just" eaLnBrk="1" hangingPunct="1">
              <a:buClr>
                <a:schemeClr val="bg2"/>
              </a:buClr>
              <a:buSzPct val="75000"/>
              <a:buFont typeface="Wingdings" panose="05000000000000000000" pitchFamily="2" charset="2"/>
            </a:pPr>
            <a:r>
              <a:rPr lang="zh-CN" altLang="en-US" b="0" dirty="0"/>
              <a:t>结构指针：指向结构类型变量的指针</a:t>
            </a:r>
            <a:endParaRPr lang="zh-CN" altLang="en-US" b="0" dirty="0"/>
          </a:p>
          <a:p>
            <a:pPr lvl="1" algn="just" eaLnBrk="1" hangingPunct="1">
              <a:buClr>
                <a:schemeClr val="accent2"/>
              </a:buClr>
              <a:buSzPct val="80000"/>
              <a:buFont typeface="Wingdings" panose="05000000000000000000" pitchFamily="2" charset="2"/>
              <a:buNone/>
            </a:pPr>
            <a:endParaRPr lang="zh-CN" altLang="en-US" b="0" dirty="0"/>
          </a:p>
          <a:p>
            <a:pPr lvl="1" algn="just" eaLnBrk="1" hangingPunct="1">
              <a:buClr>
                <a:schemeClr val="accent2"/>
              </a:buClr>
              <a:buSzPct val="80000"/>
              <a:buFont typeface="Wingdings" panose="05000000000000000000" pitchFamily="2" charset="2"/>
              <a:buNone/>
            </a:pPr>
            <a:r>
              <a:rPr lang="zh-CN" altLang="en-US" b="0" dirty="0"/>
              <a:t>例</a:t>
            </a:r>
            <a:r>
              <a:rPr lang="en-US" altLang="zh-CN" b="0"/>
              <a:t>9-1</a:t>
            </a:r>
            <a:r>
              <a:rPr lang="zh-CN" altLang="en-US" b="0" dirty="0"/>
              <a:t>定义的结构类型 </a:t>
            </a:r>
            <a:r>
              <a:rPr lang="en-US" altLang="zh-CN" b="0" err="1">
                <a:solidFill>
                  <a:schemeClr val="bg2"/>
                </a:solidFill>
              </a:rPr>
              <a:t>struct</a:t>
            </a:r>
            <a:r>
              <a:rPr lang="en-US" altLang="zh-CN" b="0">
                <a:solidFill>
                  <a:schemeClr val="bg2"/>
                </a:solidFill>
              </a:rPr>
              <a:t> </a:t>
            </a:r>
            <a:r>
              <a:rPr lang="en-US" altLang="zh-CN" b="0" err="1">
                <a:solidFill>
                  <a:schemeClr val="bg2"/>
                </a:solidFill>
              </a:rPr>
              <a:t>friends_list</a:t>
            </a:r>
            <a:endParaRPr lang="en-US" altLang="zh-CN" b="0">
              <a:solidFill>
                <a:schemeClr val="bg2"/>
              </a:solidFill>
            </a:endParaRPr>
          </a:p>
          <a:p>
            <a:pPr lvl="1" algn="just" eaLnBrk="1" hangingPunct="1">
              <a:buClr>
                <a:schemeClr val="accent2"/>
              </a:buClr>
              <a:buSzPct val="80000"/>
              <a:buFont typeface="Wingdings" panose="05000000000000000000" pitchFamily="2" charset="2"/>
              <a:buNone/>
            </a:pPr>
            <a:r>
              <a:rPr lang="en-US" altLang="zh-CN" b="0" err="1">
                <a:solidFill>
                  <a:schemeClr val="bg2"/>
                </a:solidFill>
              </a:rPr>
              <a:t>struct</a:t>
            </a:r>
            <a:r>
              <a:rPr lang="en-US" altLang="zh-CN" b="0">
                <a:solidFill>
                  <a:schemeClr val="bg2"/>
                </a:solidFill>
              </a:rPr>
              <a:t> </a:t>
            </a:r>
            <a:r>
              <a:rPr lang="en-US" altLang="zh-CN" b="0" err="1">
                <a:solidFill>
                  <a:schemeClr val="bg2"/>
                </a:solidFill>
              </a:rPr>
              <a:t>friends_list</a:t>
            </a:r>
            <a:r>
              <a:rPr lang="en-US" altLang="zh-CN" b="0"/>
              <a:t> friend1 = {"</a:t>
            </a:r>
            <a:r>
              <a:rPr lang="en-US" altLang="zh-CN" b="0" err="1"/>
              <a:t>zhang</a:t>
            </a:r>
            <a:r>
              <a:rPr lang="en-US" altLang="zh-CN" b="0"/>
              <a:t>", 26, "88018445"};  </a:t>
            </a:r>
            <a:endParaRPr lang="en-US" altLang="zh-CN" b="0"/>
          </a:p>
          <a:p>
            <a:pPr lvl="1" algn="just" eaLnBrk="1" hangingPunct="1">
              <a:buClr>
                <a:schemeClr val="accent2"/>
              </a:buClr>
              <a:buSzPct val="80000"/>
              <a:buFont typeface="Wingdings" panose="05000000000000000000" pitchFamily="2" charset="2"/>
              <a:buNone/>
            </a:pPr>
            <a:r>
              <a:rPr lang="en-US" altLang="zh-CN" b="0" err="1">
                <a:solidFill>
                  <a:schemeClr val="bg2"/>
                </a:solidFill>
              </a:rPr>
              <a:t>struct</a:t>
            </a:r>
            <a:r>
              <a:rPr lang="en-US" altLang="zh-CN" b="0">
                <a:solidFill>
                  <a:schemeClr val="bg2"/>
                </a:solidFill>
              </a:rPr>
              <a:t> </a:t>
            </a:r>
            <a:r>
              <a:rPr lang="en-US" altLang="zh-CN" b="0" err="1">
                <a:solidFill>
                  <a:schemeClr val="bg2"/>
                </a:solidFill>
              </a:rPr>
              <a:t>friends_list</a:t>
            </a:r>
            <a:r>
              <a:rPr lang="en-US" altLang="zh-CN" b="0"/>
              <a:t> </a:t>
            </a:r>
            <a:r>
              <a:rPr lang="en-US" altLang="zh-CN" b="0">
                <a:solidFill>
                  <a:srgbClr val="CC0066"/>
                </a:solidFill>
              </a:rPr>
              <a:t>*p</a:t>
            </a:r>
            <a:r>
              <a:rPr lang="en-US" altLang="zh-CN" b="0"/>
              <a:t>;</a:t>
            </a:r>
            <a:endParaRPr lang="en-US" altLang="zh-CN" b="0"/>
          </a:p>
          <a:p>
            <a:pPr lvl="1" algn="just" eaLnBrk="1" hangingPunct="1">
              <a:buClr>
                <a:schemeClr val="bg2"/>
              </a:buClr>
              <a:buSzPct val="75000"/>
              <a:buFont typeface="Wingdings" panose="05000000000000000000" pitchFamily="2" charset="2"/>
              <a:buNone/>
            </a:pPr>
            <a:r>
              <a:rPr lang="en-US" altLang="zh-CN" b="0">
                <a:solidFill>
                  <a:srgbClr val="CC0066"/>
                </a:solidFill>
              </a:rPr>
              <a:t>p</a:t>
            </a:r>
            <a:r>
              <a:rPr lang="en-US" altLang="zh-CN" b="0"/>
              <a:t> = </a:t>
            </a:r>
            <a:r>
              <a:rPr lang="en-US" altLang="zh-CN" b="0">
                <a:solidFill>
                  <a:schemeClr val="bg2"/>
                </a:solidFill>
              </a:rPr>
              <a:t>&amp;friend1</a:t>
            </a:r>
            <a:r>
              <a:rPr lang="en-US" altLang="zh-CN" b="0"/>
              <a:t>;</a:t>
            </a:r>
            <a:endParaRPr lang="zh-CN" altLang="en-US" b="0" dirty="0"/>
          </a:p>
        </p:txBody>
      </p:sp>
      <p:sp>
        <p:nvSpPr>
          <p:cNvPr id="35845" name="Rectangle 4"/>
          <p:cNvSpPr/>
          <p:nvPr/>
        </p:nvSpPr>
        <p:spPr>
          <a:xfrm>
            <a:off x="457200" y="2514600"/>
            <a:ext cx="8686800" cy="4343400"/>
          </a:xfrm>
          <a:prstGeom prst="rect">
            <a:avLst/>
          </a:prstGeom>
          <a:noFill/>
          <a:ln w="9525">
            <a:noFill/>
          </a:ln>
        </p:spPr>
        <p:txBody>
          <a:bodyPr lIns="92075" tIns="46038" rIns="92075" bIns="46038"/>
          <a:p>
            <a:pPr marL="342900" indent="-342900" algn="just">
              <a:lnSpc>
                <a:spcPct val="90000"/>
              </a:lnSpc>
              <a:spcBef>
                <a:spcPct val="20000"/>
              </a:spcBef>
              <a:buClr>
                <a:schemeClr val="tx2"/>
              </a:buClr>
              <a:buSzPct val="80000"/>
            </a:pPr>
            <a:endParaRPr lang="zh-CN" altLang="en-US" sz="2800" dirty="0">
              <a:solidFill>
                <a:srgbClr val="FFFF00"/>
              </a:solidFill>
              <a:latin typeface="Arial" panose="02080604020202020204" pitchFamily="34" charset="0"/>
            </a:endParaRPr>
          </a:p>
        </p:txBody>
      </p:sp>
      <p:grpSp>
        <p:nvGrpSpPr>
          <p:cNvPr id="2" name="Group 37"/>
          <p:cNvGrpSpPr/>
          <p:nvPr/>
        </p:nvGrpSpPr>
        <p:grpSpPr>
          <a:xfrm>
            <a:off x="2455863" y="5141913"/>
            <a:ext cx="6219825" cy="519112"/>
            <a:chOff x="504" y="3203"/>
            <a:chExt cx="3918" cy="327"/>
          </a:xfrm>
        </p:grpSpPr>
        <p:sp>
          <p:nvSpPr>
            <p:cNvPr id="35847" name="Rectangle 20"/>
            <p:cNvSpPr/>
            <p:nvPr/>
          </p:nvSpPr>
          <p:spPr>
            <a:xfrm>
              <a:off x="2971" y="3203"/>
              <a:ext cx="1451" cy="327"/>
            </a:xfrm>
            <a:prstGeom prst="rect">
              <a:avLst/>
            </a:prstGeom>
            <a:noFill/>
            <a:ln w="9525">
              <a:noFill/>
            </a:ln>
          </p:spPr>
          <p:txBody>
            <a:bodyPr lIns="92075" tIns="46038" rIns="92075" bIns="46038"/>
            <a:p>
              <a:pPr>
                <a:spcBef>
                  <a:spcPct val="20000"/>
                </a:spcBef>
                <a:buClr>
                  <a:schemeClr val="bg2"/>
                </a:buClr>
                <a:buSzPct val="75000"/>
                <a:buFont typeface="Wingdings" panose="05000000000000000000" pitchFamily="2" charset="2"/>
              </a:pPr>
              <a:r>
                <a:rPr lang="en-US" altLang="zh-CN" sz="2800">
                  <a:latin typeface="Arial" panose="02080604020202020204" pitchFamily="34" charset="0"/>
                </a:rPr>
                <a:t>88018445 </a:t>
              </a:r>
              <a:endParaRPr lang="en-US" altLang="zh-CN" sz="2800" dirty="0">
                <a:latin typeface="Arial" panose="02080604020202020204" pitchFamily="34" charset="0"/>
              </a:endParaRPr>
            </a:p>
          </p:txBody>
        </p:sp>
        <p:sp>
          <p:nvSpPr>
            <p:cNvPr id="35848" name="Rectangle 19"/>
            <p:cNvSpPr/>
            <p:nvPr/>
          </p:nvSpPr>
          <p:spPr>
            <a:xfrm>
              <a:off x="2351" y="3203"/>
              <a:ext cx="620" cy="327"/>
            </a:xfrm>
            <a:prstGeom prst="rect">
              <a:avLst/>
            </a:prstGeom>
            <a:noFill/>
            <a:ln w="9525">
              <a:noFill/>
            </a:ln>
          </p:spPr>
          <p:txBody>
            <a:bodyPr lIns="92075" tIns="46038" rIns="92075" bIns="46038"/>
            <a:p>
              <a:pPr>
                <a:spcBef>
                  <a:spcPct val="20000"/>
                </a:spcBef>
                <a:buClr>
                  <a:schemeClr val="bg2"/>
                </a:buClr>
                <a:buSzPct val="75000"/>
                <a:buFont typeface="Wingdings" panose="05000000000000000000" pitchFamily="2" charset="2"/>
              </a:pPr>
              <a:r>
                <a:rPr lang="en-US" altLang="zh-CN" sz="2800">
                  <a:latin typeface="Arial" panose="02080604020202020204" pitchFamily="34" charset="0"/>
                </a:rPr>
                <a:t>26</a:t>
              </a:r>
              <a:endParaRPr lang="en-US" altLang="zh-CN" sz="2800">
                <a:latin typeface="Arial" panose="02080604020202020204" pitchFamily="34" charset="0"/>
              </a:endParaRPr>
            </a:p>
          </p:txBody>
        </p:sp>
        <p:sp>
          <p:nvSpPr>
            <p:cNvPr id="35849" name="Rectangle 18"/>
            <p:cNvSpPr/>
            <p:nvPr/>
          </p:nvSpPr>
          <p:spPr>
            <a:xfrm>
              <a:off x="1247" y="3203"/>
              <a:ext cx="1104" cy="327"/>
            </a:xfrm>
            <a:prstGeom prst="rect">
              <a:avLst/>
            </a:prstGeom>
            <a:noFill/>
            <a:ln w="9525">
              <a:noFill/>
            </a:ln>
          </p:spPr>
          <p:txBody>
            <a:bodyPr lIns="92075" tIns="46038" rIns="92075" bIns="46038"/>
            <a:p>
              <a:pPr>
                <a:spcBef>
                  <a:spcPct val="20000"/>
                </a:spcBef>
                <a:buClr>
                  <a:schemeClr val="bg2"/>
                </a:buClr>
                <a:buSzPct val="75000"/>
                <a:buFont typeface="Wingdings" panose="05000000000000000000" pitchFamily="2" charset="2"/>
              </a:pPr>
              <a:r>
                <a:rPr lang="en-US" altLang="zh-CN" sz="2800" err="1">
                  <a:latin typeface="Arial" panose="02080604020202020204" pitchFamily="34" charset="0"/>
                </a:rPr>
                <a:t>zhang</a:t>
              </a:r>
              <a:endParaRPr lang="en-US" altLang="zh-CN" sz="2800" err="1">
                <a:latin typeface="Arial" panose="02080604020202020204" pitchFamily="34" charset="0"/>
              </a:endParaRPr>
            </a:p>
          </p:txBody>
        </p:sp>
        <p:sp>
          <p:nvSpPr>
            <p:cNvPr id="35850" name="Line 21"/>
            <p:cNvSpPr/>
            <p:nvPr/>
          </p:nvSpPr>
          <p:spPr>
            <a:xfrm>
              <a:off x="1247" y="3203"/>
              <a:ext cx="3175" cy="0"/>
            </a:xfrm>
            <a:prstGeom prst="line">
              <a:avLst/>
            </a:prstGeom>
            <a:ln w="28575" cap="sq" cmpd="sng">
              <a:solidFill>
                <a:schemeClr val="tx1"/>
              </a:solidFill>
              <a:prstDash val="solid"/>
              <a:headEnd type="none" w="med" len="med"/>
              <a:tailEnd type="none" w="med" len="med"/>
            </a:ln>
          </p:spPr>
        </p:sp>
        <p:sp>
          <p:nvSpPr>
            <p:cNvPr id="35851" name="Line 22"/>
            <p:cNvSpPr/>
            <p:nvPr/>
          </p:nvSpPr>
          <p:spPr>
            <a:xfrm>
              <a:off x="1247" y="3530"/>
              <a:ext cx="3175" cy="0"/>
            </a:xfrm>
            <a:prstGeom prst="line">
              <a:avLst/>
            </a:prstGeom>
            <a:ln w="28575" cap="sq" cmpd="sng">
              <a:solidFill>
                <a:schemeClr val="tx1"/>
              </a:solidFill>
              <a:prstDash val="solid"/>
              <a:headEnd type="none" w="med" len="med"/>
              <a:tailEnd type="none" w="med" len="med"/>
            </a:ln>
          </p:spPr>
        </p:sp>
        <p:sp>
          <p:nvSpPr>
            <p:cNvPr id="35852" name="Line 23"/>
            <p:cNvSpPr/>
            <p:nvPr/>
          </p:nvSpPr>
          <p:spPr>
            <a:xfrm>
              <a:off x="1247" y="3203"/>
              <a:ext cx="0" cy="327"/>
            </a:xfrm>
            <a:prstGeom prst="line">
              <a:avLst/>
            </a:prstGeom>
            <a:ln w="28575" cap="sq" cmpd="sng">
              <a:solidFill>
                <a:schemeClr val="tx1"/>
              </a:solidFill>
              <a:prstDash val="solid"/>
              <a:headEnd type="none" w="med" len="med"/>
              <a:tailEnd type="none" w="med" len="med"/>
            </a:ln>
          </p:spPr>
        </p:sp>
        <p:sp>
          <p:nvSpPr>
            <p:cNvPr id="35853" name="Line 24"/>
            <p:cNvSpPr/>
            <p:nvPr/>
          </p:nvSpPr>
          <p:spPr>
            <a:xfrm>
              <a:off x="2351" y="3203"/>
              <a:ext cx="0" cy="327"/>
            </a:xfrm>
            <a:prstGeom prst="line">
              <a:avLst/>
            </a:prstGeom>
            <a:ln w="12700" cap="flat" cmpd="sng">
              <a:solidFill>
                <a:schemeClr val="tx1"/>
              </a:solidFill>
              <a:prstDash val="solid"/>
              <a:headEnd type="none" w="med" len="med"/>
              <a:tailEnd type="none" w="med" len="med"/>
            </a:ln>
          </p:spPr>
        </p:sp>
        <p:sp>
          <p:nvSpPr>
            <p:cNvPr id="35854" name="Line 25"/>
            <p:cNvSpPr/>
            <p:nvPr/>
          </p:nvSpPr>
          <p:spPr>
            <a:xfrm>
              <a:off x="2971" y="3203"/>
              <a:ext cx="0" cy="327"/>
            </a:xfrm>
            <a:prstGeom prst="line">
              <a:avLst/>
            </a:prstGeom>
            <a:ln w="12700" cap="flat" cmpd="sng">
              <a:solidFill>
                <a:schemeClr val="tx1"/>
              </a:solidFill>
              <a:prstDash val="solid"/>
              <a:headEnd type="none" w="med" len="med"/>
              <a:tailEnd type="none" w="med" len="med"/>
            </a:ln>
          </p:spPr>
        </p:sp>
        <p:sp>
          <p:nvSpPr>
            <p:cNvPr id="35855" name="Line 26"/>
            <p:cNvSpPr/>
            <p:nvPr/>
          </p:nvSpPr>
          <p:spPr>
            <a:xfrm>
              <a:off x="4422" y="3203"/>
              <a:ext cx="0" cy="327"/>
            </a:xfrm>
            <a:prstGeom prst="line">
              <a:avLst/>
            </a:prstGeom>
            <a:ln w="28575" cap="sq" cmpd="sng">
              <a:solidFill>
                <a:schemeClr val="tx1"/>
              </a:solidFill>
              <a:prstDash val="solid"/>
              <a:headEnd type="none" w="med" len="med"/>
              <a:tailEnd type="none" w="med" len="med"/>
            </a:ln>
          </p:spPr>
        </p:sp>
        <p:sp>
          <p:nvSpPr>
            <p:cNvPr id="35856" name="Text Box 32"/>
            <p:cNvSpPr txBox="1"/>
            <p:nvPr/>
          </p:nvSpPr>
          <p:spPr>
            <a:xfrm>
              <a:off x="504" y="3203"/>
              <a:ext cx="238" cy="290"/>
            </a:xfrm>
            <a:prstGeom prst="rect">
              <a:avLst/>
            </a:prstGeom>
            <a:noFill/>
            <a:ln w="9525">
              <a:noFill/>
            </a:ln>
          </p:spPr>
          <p:txBody>
            <a:bodyPr wrap="none" lIns="92075" tIns="46038" rIns="92075" bIns="46038">
              <a:spAutoFit/>
            </a:bodyPr>
            <a:p>
              <a:r>
                <a:rPr lang="en-US" altLang="zh-CN" sz="2400">
                  <a:latin typeface="Arial" panose="02080604020202020204" pitchFamily="34" charset="0"/>
                </a:rPr>
                <a:t>p</a:t>
              </a:r>
              <a:endParaRPr lang="en-US" altLang="zh-CN" sz="2400">
                <a:latin typeface="Arial" panose="02080604020202020204" pitchFamily="34" charset="0"/>
              </a:endParaRPr>
            </a:p>
          </p:txBody>
        </p:sp>
        <p:sp>
          <p:nvSpPr>
            <p:cNvPr id="35857" name="Line 33"/>
            <p:cNvSpPr/>
            <p:nvPr/>
          </p:nvSpPr>
          <p:spPr>
            <a:xfrm>
              <a:off x="748" y="3339"/>
              <a:ext cx="454" cy="0"/>
            </a:xfrm>
            <a:prstGeom prst="line">
              <a:avLst/>
            </a:prstGeom>
            <a:ln w="25400" cap="flat" cmpd="sng">
              <a:solidFill>
                <a:schemeClr val="tx1"/>
              </a:solidFill>
              <a:prstDash val="solid"/>
              <a:headEnd type="none" w="med" len="med"/>
              <a:tailEnd type="triangle" w="med" len="med"/>
            </a:ln>
          </p:spPr>
        </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419843">
                                            <p:txEl>
                                              <p:charRg st="18" end="50"/>
                                            </p:txEl>
                                          </p:spTgt>
                                        </p:tgtEl>
                                        <p:attrNameLst>
                                          <p:attrName>style.visibility</p:attrName>
                                        </p:attrNameLst>
                                      </p:cBhvr>
                                      <p:to>
                                        <p:strVal val="visible"/>
                                      </p:to>
                                    </p:set>
                                    <p:animEffect transition="in" filter="wipe(down)">
                                      <p:cBhvr>
                                        <p:cTn id="7" dur="500"/>
                                        <p:tgtEl>
                                          <p:spTgt spid="419843">
                                            <p:txEl>
                                              <p:charRg st="18" end="50"/>
                                            </p:txEl>
                                          </p:spTgt>
                                        </p:tgtEl>
                                      </p:cBhvr>
                                    </p:animEffect>
                                  </p:childTnLst>
                                </p:cTn>
                              </p:par>
                            </p:childTnLst>
                          </p:cTn>
                        </p:par>
                        <p:par>
                          <p:cTn id="8" fill="hold">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419843">
                                            <p:txEl>
                                              <p:charRg st="50" end="109"/>
                                            </p:txEl>
                                          </p:spTgt>
                                        </p:tgtEl>
                                        <p:attrNameLst>
                                          <p:attrName>style.visibility</p:attrName>
                                        </p:attrNameLst>
                                      </p:cBhvr>
                                      <p:to>
                                        <p:strVal val="visible"/>
                                      </p:to>
                                    </p:set>
                                    <p:animEffect transition="in" filter="wipe(down)">
                                      <p:cBhvr>
                                        <p:cTn id="11" dur="500"/>
                                        <p:tgtEl>
                                          <p:spTgt spid="419843">
                                            <p:txEl>
                                              <p:charRg st="50" end="109"/>
                                            </p:txEl>
                                          </p:spTgt>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4" fill="hold" grpId="0" nodeType="clickEffect">
                                  <p:stCondLst>
                                    <p:cond delay="0"/>
                                  </p:stCondLst>
                                  <p:childTnLst>
                                    <p:set>
                                      <p:cBhvr>
                                        <p:cTn id="15" dur="1" fill="hold">
                                          <p:stCondLst>
                                            <p:cond delay="0"/>
                                          </p:stCondLst>
                                        </p:cTn>
                                        <p:tgtEl>
                                          <p:spTgt spid="419843">
                                            <p:txEl>
                                              <p:charRg st="109" end="133"/>
                                            </p:txEl>
                                          </p:spTgt>
                                        </p:tgtEl>
                                        <p:attrNameLst>
                                          <p:attrName>style.visibility</p:attrName>
                                        </p:attrNameLst>
                                      </p:cBhvr>
                                      <p:to>
                                        <p:strVal val="visible"/>
                                      </p:to>
                                    </p:set>
                                    <p:animEffect transition="in" filter="wipe(down)">
                                      <p:cBhvr>
                                        <p:cTn id="16" dur="500"/>
                                        <p:tgtEl>
                                          <p:spTgt spid="419843">
                                            <p:txEl>
                                              <p:charRg st="109" end="133"/>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4" fill="hold" grpId="0" nodeType="clickEffect">
                                  <p:stCondLst>
                                    <p:cond delay="0"/>
                                  </p:stCondLst>
                                  <p:childTnLst>
                                    <p:set>
                                      <p:cBhvr>
                                        <p:cTn id="20" dur="1" fill="hold">
                                          <p:stCondLst>
                                            <p:cond delay="0"/>
                                          </p:stCondLst>
                                        </p:cTn>
                                        <p:tgtEl>
                                          <p:spTgt spid="419843">
                                            <p:txEl>
                                              <p:charRg st="133" end="147"/>
                                            </p:txEl>
                                          </p:spTgt>
                                        </p:tgtEl>
                                        <p:attrNameLst>
                                          <p:attrName>style.visibility</p:attrName>
                                        </p:attrNameLst>
                                      </p:cBhvr>
                                      <p:to>
                                        <p:strVal val="visible"/>
                                      </p:to>
                                    </p:set>
                                    <p:animEffect transition="in" filter="wipe(down)">
                                      <p:cBhvr>
                                        <p:cTn id="21" dur="500"/>
                                        <p:tgtEl>
                                          <p:spTgt spid="419843">
                                            <p:txEl>
                                              <p:charRg st="133" end="147"/>
                                            </p:txEl>
                                          </p:spTgt>
                                        </p:tgtEl>
                                      </p:cBhvr>
                                    </p:animEffect>
                                  </p:childTnLst>
                                </p:cTn>
                              </p:par>
                            </p:childTnLst>
                          </p:cTn>
                        </p:par>
                        <p:par>
                          <p:cTn id="22" fill="hold">
                            <p:stCondLst>
                              <p:cond delay="500"/>
                            </p:stCondLst>
                            <p:childTnLst>
                              <p:par>
                                <p:cTn id="23" presetID="22" presetClass="entr" presetSubtype="4" fill="hold" nodeType="afterEffect">
                                  <p:stCondLst>
                                    <p:cond delay="0"/>
                                  </p:stCondLst>
                                  <p:childTnLst>
                                    <p:set>
                                      <p:cBhvr>
                                        <p:cTn id="24" dur="1" fill="hold">
                                          <p:stCondLst>
                                            <p:cond delay="0"/>
                                          </p:stCondLst>
                                        </p:cTn>
                                        <p:tgtEl>
                                          <p:spTgt spid="2"/>
                                        </p:tgtEl>
                                        <p:attrNameLst>
                                          <p:attrName>style.visibility</p:attrName>
                                        </p:attrNameLst>
                                      </p:cBhvr>
                                      <p:to>
                                        <p:strVal val="visible"/>
                                      </p:to>
                                    </p:set>
                                    <p:animEffect transition="in" filter="wipe(down)">
                                      <p:cBhvr>
                                        <p:cTn id="25"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9843" grpId="0" build="p"/>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6867" name="Rectangle 2"/>
          <p:cNvSpPr>
            <a:spLocks noGrp="1"/>
          </p:cNvSpPr>
          <p:nvPr>
            <p:ph type="title"/>
          </p:nvPr>
        </p:nvSpPr>
        <p:spPr>
          <a:xfrm>
            <a:off x="457200" y="457200"/>
            <a:ext cx="4906963" cy="955675"/>
          </a:xfrm>
        </p:spPr>
        <p:txBody>
          <a:bodyPr vert="horz" wrap="square" lIns="91440" tIns="45720" rIns="91440" bIns="45720" anchor="ctr" anchorCtr="0"/>
          <a:p>
            <a:pPr eaLnBrk="1" hangingPunct="1"/>
            <a:r>
              <a:rPr lang="zh-CN" altLang="en-US" b="0" dirty="0"/>
              <a:t>结构指针的使用</a:t>
            </a:r>
            <a:endParaRPr lang="zh-CN" altLang="en-US" b="0" dirty="0"/>
          </a:p>
        </p:txBody>
      </p:sp>
      <p:sp>
        <p:nvSpPr>
          <p:cNvPr id="422915" name="Rectangle 3"/>
          <p:cNvSpPr>
            <a:spLocks noGrp="1"/>
          </p:cNvSpPr>
          <p:nvPr>
            <p:ph type="body" sz="half" idx="1"/>
          </p:nvPr>
        </p:nvSpPr>
        <p:spPr>
          <a:xfrm>
            <a:off x="539750" y="1484313"/>
            <a:ext cx="8064500" cy="4681537"/>
          </a:xfrm>
        </p:spPr>
        <p:txBody>
          <a:bodyPr vert="horz" wrap="square" lIns="91440" tIns="45720" rIns="91440" bIns="45720" anchor="t" anchorCtr="0"/>
          <a:p>
            <a:pPr algn="just" eaLnBrk="1" hangingPunct="1">
              <a:buClr>
                <a:schemeClr val="bg2"/>
              </a:buClr>
              <a:buSzPct val="75000"/>
              <a:buFont typeface="Wingdings" panose="05000000000000000000" pitchFamily="2" charset="2"/>
              <a:buNone/>
            </a:pPr>
            <a:r>
              <a:rPr lang="en-US" altLang="zh-CN" sz="2800" b="0"/>
              <a:t>(1) </a:t>
            </a:r>
            <a:r>
              <a:rPr lang="zh-CN" altLang="en-US" sz="2800" b="0" dirty="0"/>
              <a:t>用*</a:t>
            </a:r>
            <a:r>
              <a:rPr lang="en-US" altLang="zh-CN" sz="2800" b="0"/>
              <a:t>p</a:t>
            </a:r>
            <a:r>
              <a:rPr lang="zh-CN" altLang="en-US" sz="2800" b="0" dirty="0"/>
              <a:t>访问结构成员</a:t>
            </a:r>
            <a:endParaRPr lang="en-US" altLang="zh-CN" sz="2800" b="0"/>
          </a:p>
          <a:p>
            <a:pPr lvl="1" eaLnBrk="1" hangingPunct="1">
              <a:buClr>
                <a:schemeClr val="accent2"/>
              </a:buClr>
              <a:buSzPct val="80000"/>
              <a:buFont typeface="Wingdings" panose="05000000000000000000" pitchFamily="2" charset="2"/>
              <a:buNone/>
            </a:pPr>
            <a:r>
              <a:rPr lang="en-US" altLang="zh-CN" sz="2400" b="0"/>
              <a:t>(*</a:t>
            </a:r>
            <a:r>
              <a:rPr lang="en-US" altLang="zh-CN" sz="2400" b="0" err="1"/>
              <a:t>p).age</a:t>
            </a:r>
            <a:r>
              <a:rPr lang="en-US" altLang="zh-CN" sz="2400" b="0"/>
              <a:t> = 36;</a:t>
            </a:r>
            <a:endParaRPr lang="en-US" altLang="zh-CN" sz="2400" b="0"/>
          </a:p>
          <a:p>
            <a:pPr eaLnBrk="1" hangingPunct="1">
              <a:buClr>
                <a:schemeClr val="bg2"/>
              </a:buClr>
              <a:buSzPct val="75000"/>
              <a:buFont typeface="Wingdings" panose="05000000000000000000" pitchFamily="2" charset="2"/>
              <a:buNone/>
            </a:pPr>
            <a:r>
              <a:rPr lang="en-US" altLang="zh-CN" sz="2800" b="0"/>
              <a:t>(2) </a:t>
            </a:r>
            <a:r>
              <a:rPr lang="zh-CN" altLang="en-US" sz="2800" b="0" dirty="0"/>
              <a:t>用指向运算符“</a:t>
            </a:r>
            <a:r>
              <a:rPr lang="en-US" altLang="zh-CN" sz="2800" b="0">
                <a:solidFill>
                  <a:srgbClr val="CC0066"/>
                </a:solidFill>
              </a:rPr>
              <a:t>-&gt;</a:t>
            </a:r>
            <a:r>
              <a:rPr lang="en-US" altLang="zh-CN" sz="2800" b="0"/>
              <a:t>”</a:t>
            </a:r>
            <a:r>
              <a:rPr lang="zh-CN" altLang="en-US" sz="2800" b="0" dirty="0"/>
              <a:t>访问指针指向的结构成员。</a:t>
            </a:r>
            <a:endParaRPr lang="zh-CN" altLang="en-US" sz="2800" b="0" dirty="0"/>
          </a:p>
          <a:p>
            <a:pPr lvl="1" eaLnBrk="1" hangingPunct="1">
              <a:buClr>
                <a:schemeClr val="accent2"/>
              </a:buClr>
              <a:buSzPct val="80000"/>
              <a:buFont typeface="Wingdings" panose="05000000000000000000" pitchFamily="2" charset="2"/>
              <a:buNone/>
            </a:pPr>
            <a:r>
              <a:rPr lang="en-US" altLang="zh-CN" sz="2400" b="0"/>
              <a:t>p</a:t>
            </a:r>
            <a:r>
              <a:rPr lang="en-US" altLang="zh-CN" sz="2400" b="0">
                <a:solidFill>
                  <a:srgbClr val="CC0066"/>
                </a:solidFill>
              </a:rPr>
              <a:t>-&gt;</a:t>
            </a:r>
            <a:r>
              <a:rPr lang="en-US" altLang="zh-CN" sz="2400" b="0"/>
              <a:t>age = 36;</a:t>
            </a:r>
            <a:endParaRPr lang="en-US" altLang="zh-CN" sz="2400" b="0"/>
          </a:p>
          <a:p>
            <a:pPr lvl="1" eaLnBrk="1" hangingPunct="1">
              <a:buClr>
                <a:schemeClr val="accent2"/>
              </a:buClr>
              <a:buSzPct val="80000"/>
              <a:buFont typeface="Wingdings" panose="05000000000000000000" pitchFamily="2" charset="2"/>
              <a:buNone/>
            </a:pPr>
            <a:endParaRPr lang="en-US" altLang="zh-CN" sz="2400" b="0"/>
          </a:p>
          <a:p>
            <a:pPr eaLnBrk="1" hangingPunct="1">
              <a:buClr>
                <a:schemeClr val="bg2"/>
              </a:buClr>
              <a:buSzPct val="75000"/>
              <a:buFont typeface="Wingdings" panose="05000000000000000000" pitchFamily="2" charset="2"/>
              <a:buNone/>
            </a:pPr>
            <a:r>
              <a:rPr lang="zh-CN" altLang="en-US" sz="2800" b="0" dirty="0"/>
              <a:t>当</a:t>
            </a:r>
            <a:r>
              <a:rPr lang="en-US" altLang="zh-CN" sz="2800" b="0"/>
              <a:t>p = &amp;friend1</a:t>
            </a:r>
            <a:r>
              <a:rPr lang="zh-CN" altLang="en-US" sz="2800" b="0" dirty="0"/>
              <a:t>时，以下三条语句相同：</a:t>
            </a:r>
            <a:endParaRPr lang="zh-CN" altLang="en-US" sz="2800" b="0" dirty="0">
              <a:solidFill>
                <a:schemeClr val="bg2"/>
              </a:solidFill>
            </a:endParaRPr>
          </a:p>
          <a:p>
            <a:pPr lvl="1" eaLnBrk="1" hangingPunct="1">
              <a:buClr>
                <a:schemeClr val="accent2"/>
              </a:buClr>
              <a:buSzPct val="80000"/>
              <a:buFont typeface="Wingdings" panose="05000000000000000000" pitchFamily="2" charset="2"/>
            </a:pPr>
            <a:r>
              <a:rPr lang="en-US" altLang="zh-CN" sz="2400" b="0"/>
              <a:t>   </a:t>
            </a:r>
            <a:r>
              <a:rPr lang="en-US" altLang="zh-CN" sz="2400" b="0">
                <a:solidFill>
                  <a:schemeClr val="bg2"/>
                </a:solidFill>
              </a:rPr>
              <a:t>friend1.age = 36;</a:t>
            </a:r>
            <a:endParaRPr lang="en-US" altLang="zh-CN" sz="2400" b="0">
              <a:solidFill>
                <a:schemeClr val="bg2"/>
              </a:solidFill>
            </a:endParaRPr>
          </a:p>
          <a:p>
            <a:pPr lvl="1" eaLnBrk="1" hangingPunct="1">
              <a:buClr>
                <a:schemeClr val="accent2"/>
              </a:buClr>
              <a:buSzPct val="80000"/>
              <a:buFont typeface="Wingdings" panose="05000000000000000000" pitchFamily="2" charset="2"/>
            </a:pPr>
            <a:r>
              <a:rPr lang="en-US" altLang="zh-CN" sz="2400" b="0">
                <a:solidFill>
                  <a:schemeClr val="bg2"/>
                </a:solidFill>
              </a:rPr>
              <a:t>   (*</a:t>
            </a:r>
            <a:r>
              <a:rPr lang="en-US" altLang="zh-CN" sz="2400" b="0" err="1">
                <a:solidFill>
                  <a:schemeClr val="bg2"/>
                </a:solidFill>
              </a:rPr>
              <a:t>p).age</a:t>
            </a:r>
            <a:r>
              <a:rPr lang="en-US" altLang="zh-CN" sz="2400" b="0">
                <a:solidFill>
                  <a:schemeClr val="bg2"/>
                </a:solidFill>
              </a:rPr>
              <a:t> = 36;</a:t>
            </a:r>
            <a:endParaRPr lang="en-US" altLang="zh-CN" sz="2400" b="0">
              <a:solidFill>
                <a:schemeClr val="bg2"/>
              </a:solidFill>
            </a:endParaRPr>
          </a:p>
          <a:p>
            <a:pPr lvl="1" eaLnBrk="1" hangingPunct="1">
              <a:buClr>
                <a:schemeClr val="accent2"/>
              </a:buClr>
              <a:buSzPct val="80000"/>
              <a:buFont typeface="Wingdings" panose="05000000000000000000" pitchFamily="2" charset="2"/>
            </a:pPr>
            <a:r>
              <a:rPr lang="en-US" altLang="zh-CN" sz="2400" b="0">
                <a:solidFill>
                  <a:schemeClr val="bg2"/>
                </a:solidFill>
              </a:rPr>
              <a:t>   p-&gt;age = 36;</a:t>
            </a:r>
            <a:endParaRPr lang="zh-CN" altLang="en-US" sz="2400" b="0" dirty="0">
              <a:solidFill>
                <a:schemeClr val="bg2"/>
              </a:solidFill>
            </a:endParaRPr>
          </a:p>
        </p:txBody>
      </p:sp>
      <p:sp>
        <p:nvSpPr>
          <p:cNvPr id="36869" name="Rectangle 4"/>
          <p:cNvSpPr/>
          <p:nvPr/>
        </p:nvSpPr>
        <p:spPr>
          <a:xfrm>
            <a:off x="457200" y="2514600"/>
            <a:ext cx="8686800" cy="4343400"/>
          </a:xfrm>
          <a:prstGeom prst="rect">
            <a:avLst/>
          </a:prstGeom>
          <a:noFill/>
          <a:ln w="9525">
            <a:noFill/>
          </a:ln>
        </p:spPr>
        <p:txBody>
          <a:bodyPr lIns="92075" tIns="46038" rIns="92075" bIns="46038"/>
          <a:p>
            <a:pPr marL="342900" indent="-342900" algn="just">
              <a:lnSpc>
                <a:spcPct val="90000"/>
              </a:lnSpc>
              <a:spcBef>
                <a:spcPct val="20000"/>
              </a:spcBef>
              <a:buClr>
                <a:schemeClr val="tx2"/>
              </a:buClr>
              <a:buSzPct val="80000"/>
            </a:pPr>
            <a:endParaRPr lang="zh-CN" altLang="en-US" sz="2800" dirty="0">
              <a:solidFill>
                <a:srgbClr val="FFFF00"/>
              </a:solidFill>
              <a:latin typeface="Arial" panose="02080604020202020204" pitchFamily="34" charset="0"/>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422915">
                                            <p:txEl>
                                              <p:charRg st="29" end="56"/>
                                            </p:txEl>
                                          </p:spTgt>
                                        </p:tgtEl>
                                        <p:attrNameLst>
                                          <p:attrName>style.visibility</p:attrName>
                                        </p:attrNameLst>
                                      </p:cBhvr>
                                      <p:to>
                                        <p:strVal val="visible"/>
                                      </p:to>
                                    </p:set>
                                    <p:animEffect transition="in" filter="wipe(down)">
                                      <p:cBhvr>
                                        <p:cTn id="7" dur="500"/>
                                        <p:tgtEl>
                                          <p:spTgt spid="422915">
                                            <p:txEl>
                                              <p:charRg st="29" end="56"/>
                                            </p:txEl>
                                          </p:spTgt>
                                        </p:tgtEl>
                                      </p:cBhvr>
                                    </p:animEffect>
                                  </p:childTnLst>
                                </p:cTn>
                              </p:par>
                              <p:par>
                                <p:cTn id="8" presetID="22" presetClass="entr" presetSubtype="4" fill="hold" nodeType="withEffect">
                                  <p:stCondLst>
                                    <p:cond delay="0"/>
                                  </p:stCondLst>
                                  <p:childTnLst>
                                    <p:set>
                                      <p:cBhvr>
                                        <p:cTn id="9" dur="1" fill="hold">
                                          <p:stCondLst>
                                            <p:cond delay="0"/>
                                          </p:stCondLst>
                                        </p:cTn>
                                        <p:tgtEl>
                                          <p:spTgt spid="422915">
                                            <p:txEl>
                                              <p:charRg st="56" end="69"/>
                                            </p:txEl>
                                          </p:spTgt>
                                        </p:tgtEl>
                                        <p:attrNameLst>
                                          <p:attrName>style.visibility</p:attrName>
                                        </p:attrNameLst>
                                      </p:cBhvr>
                                      <p:to>
                                        <p:strVal val="visible"/>
                                      </p:to>
                                    </p:set>
                                    <p:animEffect transition="in" filter="wipe(down)">
                                      <p:cBhvr>
                                        <p:cTn id="10" dur="500"/>
                                        <p:tgtEl>
                                          <p:spTgt spid="422915">
                                            <p:txEl>
                                              <p:charRg st="56" end="69"/>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22" presetClass="entr" presetSubtype="4" fill="hold" nodeType="clickEffect">
                                  <p:stCondLst>
                                    <p:cond delay="0"/>
                                  </p:stCondLst>
                                  <p:childTnLst>
                                    <p:set>
                                      <p:cBhvr>
                                        <p:cTn id="14" dur="1" fill="hold">
                                          <p:stCondLst>
                                            <p:cond delay="0"/>
                                          </p:stCondLst>
                                        </p:cTn>
                                        <p:tgtEl>
                                          <p:spTgt spid="422915">
                                            <p:txEl>
                                              <p:charRg st="70" end="95"/>
                                            </p:txEl>
                                          </p:spTgt>
                                        </p:tgtEl>
                                        <p:attrNameLst>
                                          <p:attrName>style.visibility</p:attrName>
                                        </p:attrNameLst>
                                      </p:cBhvr>
                                      <p:to>
                                        <p:strVal val="visible"/>
                                      </p:to>
                                    </p:set>
                                    <p:animEffect transition="in" filter="wipe(down)">
                                      <p:cBhvr>
                                        <p:cTn id="15" dur="500"/>
                                        <p:tgtEl>
                                          <p:spTgt spid="422915">
                                            <p:txEl>
                                              <p:charRg st="70" end="95"/>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22" presetClass="entr" presetSubtype="4" fill="hold" nodeType="clickEffect">
                                  <p:stCondLst>
                                    <p:cond delay="0"/>
                                  </p:stCondLst>
                                  <p:childTnLst>
                                    <p:set>
                                      <p:cBhvr>
                                        <p:cTn id="19" dur="1" fill="hold">
                                          <p:stCondLst>
                                            <p:cond delay="0"/>
                                          </p:stCondLst>
                                        </p:cTn>
                                        <p:tgtEl>
                                          <p:spTgt spid="422915">
                                            <p:txEl>
                                              <p:charRg st="95" end="116"/>
                                            </p:txEl>
                                          </p:spTgt>
                                        </p:tgtEl>
                                        <p:attrNameLst>
                                          <p:attrName>style.visibility</p:attrName>
                                        </p:attrNameLst>
                                      </p:cBhvr>
                                      <p:to>
                                        <p:strVal val="visible"/>
                                      </p:to>
                                    </p:set>
                                    <p:animEffect transition="in" filter="wipe(down)">
                                      <p:cBhvr>
                                        <p:cTn id="20" dur="500"/>
                                        <p:tgtEl>
                                          <p:spTgt spid="422915">
                                            <p:txEl>
                                              <p:charRg st="95" end="116"/>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22" presetClass="entr" presetSubtype="4" fill="hold" nodeType="clickEffect">
                                  <p:stCondLst>
                                    <p:cond delay="0"/>
                                  </p:stCondLst>
                                  <p:childTnLst>
                                    <p:set>
                                      <p:cBhvr>
                                        <p:cTn id="24" dur="1" fill="hold">
                                          <p:stCondLst>
                                            <p:cond delay="0"/>
                                          </p:stCondLst>
                                        </p:cTn>
                                        <p:tgtEl>
                                          <p:spTgt spid="422915">
                                            <p:txEl>
                                              <p:charRg st="116" end="134"/>
                                            </p:txEl>
                                          </p:spTgt>
                                        </p:tgtEl>
                                        <p:attrNameLst>
                                          <p:attrName>style.visibility</p:attrName>
                                        </p:attrNameLst>
                                      </p:cBhvr>
                                      <p:to>
                                        <p:strVal val="visible"/>
                                      </p:to>
                                    </p:set>
                                    <p:animEffect transition="in" filter="wipe(down)">
                                      <p:cBhvr>
                                        <p:cTn id="25" dur="500"/>
                                        <p:tgtEl>
                                          <p:spTgt spid="422915">
                                            <p:txEl>
                                              <p:charRg st="116" end="134"/>
                                            </p:txEl>
                                          </p:spTgt>
                                        </p:tgtEl>
                                      </p:cBhvr>
                                    </p:animEffect>
                                  </p:childTnLst>
                                </p:cTn>
                              </p:par>
                            </p:childTnLst>
                          </p:cTn>
                        </p:par>
                      </p:childTnLst>
                    </p:cTn>
                  </p:par>
                  <p:par>
                    <p:cTn id="26" fill="hold">
                      <p:stCondLst>
                        <p:cond delay="indefinite"/>
                      </p:stCondLst>
                      <p:childTnLst>
                        <p:par>
                          <p:cTn id="27" fill="hold">
                            <p:stCondLst>
                              <p:cond delay="0"/>
                            </p:stCondLst>
                            <p:childTnLst>
                              <p:par>
                                <p:cTn id="28" presetID="22" presetClass="entr" presetSubtype="4" fill="hold" nodeType="clickEffect">
                                  <p:stCondLst>
                                    <p:cond delay="0"/>
                                  </p:stCondLst>
                                  <p:childTnLst>
                                    <p:set>
                                      <p:cBhvr>
                                        <p:cTn id="29" dur="1" fill="hold">
                                          <p:stCondLst>
                                            <p:cond delay="0"/>
                                          </p:stCondLst>
                                        </p:cTn>
                                        <p:tgtEl>
                                          <p:spTgt spid="422915">
                                            <p:txEl>
                                              <p:charRg st="134" end="150"/>
                                            </p:txEl>
                                          </p:spTgt>
                                        </p:tgtEl>
                                        <p:attrNameLst>
                                          <p:attrName>style.visibility</p:attrName>
                                        </p:attrNameLst>
                                      </p:cBhvr>
                                      <p:to>
                                        <p:strVal val="visible"/>
                                      </p:to>
                                    </p:set>
                                    <p:animEffect transition="in" filter="wipe(down)">
                                      <p:cBhvr>
                                        <p:cTn id="30" dur="500"/>
                                        <p:tgtEl>
                                          <p:spTgt spid="422915">
                                            <p:txEl>
                                              <p:charRg st="134" end="15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7891" name="Rectangle 2"/>
          <p:cNvSpPr>
            <a:spLocks noGrp="1"/>
          </p:cNvSpPr>
          <p:nvPr>
            <p:ph type="title"/>
          </p:nvPr>
        </p:nvSpPr>
        <p:spPr>
          <a:xfrm>
            <a:off x="457200" y="457200"/>
            <a:ext cx="8229600" cy="955675"/>
          </a:xfrm>
        </p:spPr>
        <p:txBody>
          <a:bodyPr vert="horz" wrap="square" lIns="91440" tIns="45720" rIns="91440" bIns="45720" anchor="ctr" anchorCtr="0"/>
          <a:p>
            <a:pPr eaLnBrk="1" hangingPunct="1"/>
            <a:r>
              <a:rPr lang="en-US" altLang="zh-CN" sz="4000" b="0"/>
              <a:t>9.4.2 </a:t>
            </a:r>
            <a:r>
              <a:rPr lang="zh-CN" altLang="en-US" sz="4000" b="0" dirty="0"/>
              <a:t>结构指针作为函数参数</a:t>
            </a:r>
            <a:endParaRPr lang="zh-CN" altLang="en-US" sz="4000" b="0" dirty="0"/>
          </a:p>
        </p:txBody>
      </p:sp>
      <p:sp>
        <p:nvSpPr>
          <p:cNvPr id="427011" name="Rectangle 3"/>
          <p:cNvSpPr>
            <a:spLocks noGrp="1"/>
          </p:cNvSpPr>
          <p:nvPr>
            <p:ph type="body" sz="half" idx="1"/>
          </p:nvPr>
        </p:nvSpPr>
        <p:spPr>
          <a:xfrm>
            <a:off x="395288" y="1557338"/>
            <a:ext cx="8353425" cy="4319587"/>
          </a:xfrm>
        </p:spPr>
        <p:txBody>
          <a:bodyPr vert="horz" wrap="square" lIns="91440" tIns="45720" rIns="91440" bIns="45720" anchor="t" anchorCtr="0"/>
          <a:p>
            <a:pPr algn="just" eaLnBrk="1" hangingPunct="1">
              <a:buClr>
                <a:schemeClr val="bg2"/>
              </a:buClr>
              <a:buSzPct val="75000"/>
              <a:buFont typeface="Wingdings" panose="05000000000000000000" pitchFamily="2" charset="2"/>
              <a:buNone/>
            </a:pPr>
            <a:r>
              <a:rPr lang="zh-CN" altLang="en-US" b="0" dirty="0"/>
              <a:t>当结构指针作为函数的参数时，执行效率高，可以完成比基本类型指针更为复杂的操作。</a:t>
            </a:r>
            <a:endParaRPr lang="zh-CN" altLang="en-US" b="0" dirty="0"/>
          </a:p>
          <a:p>
            <a:pPr algn="just" eaLnBrk="1" hangingPunct="1">
              <a:buClr>
                <a:schemeClr val="bg2"/>
              </a:buClr>
              <a:buSzPct val="75000"/>
              <a:buFont typeface="Wingdings" panose="05000000000000000000" pitchFamily="2" charset="2"/>
              <a:buNone/>
            </a:pPr>
            <a:endParaRPr lang="zh-CN" altLang="en-US" b="0" dirty="0"/>
          </a:p>
          <a:p>
            <a:pPr algn="just" eaLnBrk="1" hangingPunct="1">
              <a:buClr>
                <a:schemeClr val="bg2"/>
              </a:buClr>
              <a:buSzPct val="75000"/>
              <a:buFont typeface="Wingdings" panose="05000000000000000000" pitchFamily="2" charset="2"/>
              <a:buNone/>
            </a:pPr>
            <a:r>
              <a:rPr lang="zh-CN" altLang="en-US" b="0" dirty="0"/>
              <a:t>例</a:t>
            </a:r>
            <a:r>
              <a:rPr lang="en-US" altLang="zh-CN" b="0"/>
              <a:t>9-5 </a:t>
            </a:r>
            <a:r>
              <a:rPr lang="zh-CN" altLang="en-US" b="0" dirty="0"/>
              <a:t>输入</a:t>
            </a:r>
            <a:r>
              <a:rPr lang="en-US" altLang="zh-CN" b="0"/>
              <a:t>10</a:t>
            </a:r>
            <a:r>
              <a:rPr lang="zh-CN" altLang="en-US" b="0" dirty="0"/>
              <a:t>个学生的学号、姓名和成绩，输出学生的成绩等级和不及格人数。</a:t>
            </a:r>
            <a:endParaRPr lang="zh-CN" altLang="en-US" b="0" dirty="0"/>
          </a:p>
          <a:p>
            <a:pPr lvl="1" algn="just" eaLnBrk="1" hangingPunct="1">
              <a:buClr>
                <a:schemeClr val="accent2"/>
              </a:buClr>
              <a:buSzPct val="80000"/>
              <a:buFont typeface="Wingdings" panose="05000000000000000000" pitchFamily="2" charset="2"/>
            </a:pPr>
            <a:r>
              <a:rPr lang="zh-CN" altLang="en-US" sz="2400" b="0" dirty="0"/>
              <a:t>每个学生的记录包括学号、姓名、成绩和等级</a:t>
            </a:r>
            <a:endParaRPr lang="zh-CN" altLang="en-US" sz="2400" b="0" dirty="0"/>
          </a:p>
          <a:p>
            <a:pPr lvl="1" algn="just" eaLnBrk="1" hangingPunct="1">
              <a:buClr>
                <a:schemeClr val="accent2"/>
              </a:buClr>
              <a:buSzPct val="80000"/>
              <a:buFont typeface="Wingdings" panose="05000000000000000000" pitchFamily="2" charset="2"/>
            </a:pPr>
            <a:r>
              <a:rPr lang="zh-CN" altLang="en-US" sz="2400" b="0" dirty="0"/>
              <a:t>要求定义和调用函数</a:t>
            </a:r>
            <a:r>
              <a:rPr lang="en-US" altLang="zh-CN" sz="2400" b="0" err="1">
                <a:solidFill>
                  <a:schemeClr val="bg2"/>
                </a:solidFill>
              </a:rPr>
              <a:t>set_grade</a:t>
            </a:r>
            <a:r>
              <a:rPr lang="zh-CN" altLang="en-US" sz="2400" b="0" dirty="0"/>
              <a:t>根据学生成绩设置等级，并统计不及格人数</a:t>
            </a:r>
            <a:endParaRPr lang="zh-CN" altLang="en-US" sz="2400" b="0" dirty="0"/>
          </a:p>
          <a:p>
            <a:pPr lvl="1" algn="just" eaLnBrk="1" hangingPunct="1">
              <a:buClr>
                <a:schemeClr val="accent2"/>
              </a:buClr>
              <a:buSzPct val="80000"/>
              <a:buFont typeface="Wingdings" panose="05000000000000000000" pitchFamily="2" charset="2"/>
            </a:pPr>
            <a:r>
              <a:rPr lang="zh-CN" altLang="en-US" sz="2400" b="0" dirty="0"/>
              <a:t>等级设置：</a:t>
            </a:r>
            <a:endParaRPr lang="zh-CN" altLang="en-US" sz="2400" b="0" dirty="0"/>
          </a:p>
          <a:p>
            <a:pPr lvl="2" algn="just" eaLnBrk="1" hangingPunct="1">
              <a:buClr>
                <a:schemeClr val="bg2"/>
              </a:buClr>
              <a:buSzPct val="65000"/>
              <a:buFont typeface="Wingdings" panose="05000000000000000000" pitchFamily="2" charset="2"/>
              <a:buNone/>
            </a:pPr>
            <a:r>
              <a:rPr lang="en-US" altLang="zh-CN" sz="2000" b="0"/>
              <a:t>A </a:t>
            </a:r>
            <a:r>
              <a:rPr lang="zh-CN" altLang="en-US" sz="2000" b="0" dirty="0"/>
              <a:t>：</a:t>
            </a:r>
            <a:r>
              <a:rPr lang="en-US" altLang="zh-CN" sz="2000" b="0"/>
              <a:t>85</a:t>
            </a:r>
            <a:r>
              <a:rPr lang="zh-CN" altLang="en-US" sz="2000" b="0" dirty="0"/>
              <a:t>－</a:t>
            </a:r>
            <a:r>
              <a:rPr lang="en-US" altLang="zh-CN" sz="2000" b="0"/>
              <a:t>100</a:t>
            </a:r>
            <a:r>
              <a:rPr lang="zh-CN" altLang="en-US" sz="2000" b="0" dirty="0"/>
              <a:t>；</a:t>
            </a:r>
            <a:r>
              <a:rPr lang="en-US" altLang="zh-CN" sz="2000" b="0"/>
              <a:t>B</a:t>
            </a:r>
            <a:r>
              <a:rPr lang="zh-CN" altLang="en-US" sz="2000" b="0" dirty="0"/>
              <a:t>：</a:t>
            </a:r>
            <a:r>
              <a:rPr lang="en-US" altLang="zh-CN" sz="2000" b="0"/>
              <a:t>70</a:t>
            </a:r>
            <a:r>
              <a:rPr lang="zh-CN" altLang="en-US" sz="2000" b="0" dirty="0"/>
              <a:t>－</a:t>
            </a:r>
            <a:r>
              <a:rPr lang="en-US" altLang="zh-CN" sz="2000" b="0"/>
              <a:t>84</a:t>
            </a:r>
            <a:r>
              <a:rPr lang="zh-CN" altLang="en-US" sz="2000" b="0" dirty="0"/>
              <a:t>；</a:t>
            </a:r>
            <a:r>
              <a:rPr lang="en-US" altLang="zh-CN" sz="2000" b="0"/>
              <a:t>C</a:t>
            </a:r>
            <a:r>
              <a:rPr lang="zh-CN" altLang="en-US" sz="2000" b="0" dirty="0"/>
              <a:t>：</a:t>
            </a:r>
            <a:r>
              <a:rPr lang="en-US" altLang="zh-CN" sz="2000" b="0"/>
              <a:t>60</a:t>
            </a:r>
            <a:r>
              <a:rPr lang="zh-CN" altLang="en-US" sz="2000" b="0" dirty="0"/>
              <a:t>－</a:t>
            </a:r>
            <a:r>
              <a:rPr lang="en-US" altLang="zh-CN" sz="2000" b="0"/>
              <a:t>69</a:t>
            </a:r>
            <a:r>
              <a:rPr lang="zh-CN" altLang="en-US" sz="2000" b="0" dirty="0"/>
              <a:t>；</a:t>
            </a:r>
            <a:r>
              <a:rPr lang="en-US" altLang="zh-CN" sz="2000" b="0"/>
              <a:t>D</a:t>
            </a:r>
            <a:r>
              <a:rPr lang="zh-CN" altLang="en-US" sz="2000" b="0" dirty="0"/>
              <a:t>：</a:t>
            </a:r>
            <a:r>
              <a:rPr lang="en-US" altLang="zh-CN" sz="2000" b="0"/>
              <a:t>0</a:t>
            </a:r>
            <a:r>
              <a:rPr lang="zh-CN" altLang="en-US" sz="2000" b="0" dirty="0"/>
              <a:t>－</a:t>
            </a:r>
            <a:r>
              <a:rPr lang="en-US" altLang="zh-CN" sz="2000" b="0"/>
              <a:t>59</a:t>
            </a:r>
            <a:endParaRPr lang="zh-CN" altLang="en-US" sz="2000" b="0" dirty="0"/>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427011">
                                            <p:txEl>
                                              <p:charRg st="79" end="100"/>
                                            </p:txEl>
                                          </p:spTgt>
                                        </p:tgtEl>
                                        <p:attrNameLst>
                                          <p:attrName>style.visibility</p:attrName>
                                        </p:attrNameLst>
                                      </p:cBhvr>
                                      <p:to>
                                        <p:strVal val="visible"/>
                                      </p:to>
                                    </p:set>
                                    <p:animEffect transition="in" filter="wipe(down)">
                                      <p:cBhvr>
                                        <p:cTn id="7" dur="500"/>
                                        <p:tgtEl>
                                          <p:spTgt spid="427011">
                                            <p:txEl>
                                              <p:charRg st="79" end="10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427011">
                                            <p:txEl>
                                              <p:charRg st="100" end="138"/>
                                            </p:txEl>
                                          </p:spTgt>
                                        </p:tgtEl>
                                        <p:attrNameLst>
                                          <p:attrName>style.visibility</p:attrName>
                                        </p:attrNameLst>
                                      </p:cBhvr>
                                      <p:to>
                                        <p:strVal val="visible"/>
                                      </p:to>
                                    </p:set>
                                    <p:animEffect transition="in" filter="wipe(down)">
                                      <p:cBhvr>
                                        <p:cTn id="12" dur="500"/>
                                        <p:tgtEl>
                                          <p:spTgt spid="427011">
                                            <p:txEl>
                                              <p:charRg st="100" end="138"/>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grpId="0" nodeType="clickEffect">
                                  <p:stCondLst>
                                    <p:cond delay="0"/>
                                  </p:stCondLst>
                                  <p:childTnLst>
                                    <p:set>
                                      <p:cBhvr>
                                        <p:cTn id="16" dur="1" fill="hold">
                                          <p:stCondLst>
                                            <p:cond delay="0"/>
                                          </p:stCondLst>
                                        </p:cTn>
                                        <p:tgtEl>
                                          <p:spTgt spid="427011">
                                            <p:txEl>
                                              <p:charRg st="138" end="144"/>
                                            </p:txEl>
                                          </p:spTgt>
                                        </p:tgtEl>
                                        <p:attrNameLst>
                                          <p:attrName>style.visibility</p:attrName>
                                        </p:attrNameLst>
                                      </p:cBhvr>
                                      <p:to>
                                        <p:strVal val="visible"/>
                                      </p:to>
                                    </p:set>
                                    <p:animEffect transition="in" filter="wipe(down)">
                                      <p:cBhvr>
                                        <p:cTn id="17" dur="500"/>
                                        <p:tgtEl>
                                          <p:spTgt spid="427011">
                                            <p:txEl>
                                              <p:charRg st="138" end="144"/>
                                            </p:txEl>
                                          </p:spTgt>
                                        </p:tgtEl>
                                      </p:cBhvr>
                                    </p:animEffect>
                                  </p:childTnLst>
                                </p:cTn>
                              </p:par>
                              <p:par>
                                <p:cTn id="18" presetID="22" presetClass="entr" presetSubtype="4" fill="hold" grpId="0" nodeType="withEffect">
                                  <p:stCondLst>
                                    <p:cond delay="0"/>
                                  </p:stCondLst>
                                  <p:childTnLst>
                                    <p:set>
                                      <p:cBhvr>
                                        <p:cTn id="19" dur="1" fill="hold">
                                          <p:stCondLst>
                                            <p:cond delay="0"/>
                                          </p:stCondLst>
                                        </p:cTn>
                                        <p:tgtEl>
                                          <p:spTgt spid="427011">
                                            <p:txEl>
                                              <p:charRg st="144" end="177"/>
                                            </p:txEl>
                                          </p:spTgt>
                                        </p:tgtEl>
                                        <p:attrNameLst>
                                          <p:attrName>style.visibility</p:attrName>
                                        </p:attrNameLst>
                                      </p:cBhvr>
                                      <p:to>
                                        <p:strVal val="visible"/>
                                      </p:to>
                                    </p:set>
                                    <p:animEffect transition="in" filter="wipe(down)">
                                      <p:cBhvr>
                                        <p:cTn id="20" dur="500"/>
                                        <p:tgtEl>
                                          <p:spTgt spid="427011">
                                            <p:txEl>
                                              <p:charRg st="144" end="17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27011" grpId="0" build="p"/>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8915" name="Rectangle 2"/>
          <p:cNvSpPr>
            <a:spLocks noGrp="1"/>
          </p:cNvSpPr>
          <p:nvPr>
            <p:ph type="title"/>
          </p:nvPr>
        </p:nvSpPr>
        <p:spPr>
          <a:xfrm>
            <a:off x="107315" y="116840"/>
            <a:ext cx="3538538" cy="955675"/>
          </a:xfrm>
        </p:spPr>
        <p:txBody>
          <a:bodyPr vert="horz" wrap="square" lIns="91440" tIns="45720" rIns="91440" bIns="45720" anchor="ctr" anchorCtr="0"/>
          <a:p>
            <a:pPr eaLnBrk="1" hangingPunct="1"/>
            <a:r>
              <a:rPr lang="zh-CN" altLang="en-US" sz="4000" dirty="0"/>
              <a:t>例</a:t>
            </a:r>
            <a:r>
              <a:rPr lang="en-US" altLang="zh-CN" sz="4000"/>
              <a:t>9-5 </a:t>
            </a:r>
            <a:r>
              <a:rPr lang="zh-CN" altLang="en-US" sz="4000" dirty="0"/>
              <a:t>源程序</a:t>
            </a:r>
            <a:endParaRPr lang="zh-CN" altLang="en-US" sz="4000" dirty="0"/>
          </a:p>
        </p:txBody>
      </p:sp>
      <p:sp>
        <p:nvSpPr>
          <p:cNvPr id="38916" name="Rectangle 3"/>
          <p:cNvSpPr>
            <a:spLocks noGrp="1"/>
          </p:cNvSpPr>
          <p:nvPr>
            <p:ph type="body" sz="half" idx="1"/>
          </p:nvPr>
        </p:nvSpPr>
        <p:spPr>
          <a:xfrm>
            <a:off x="107315" y="980440"/>
            <a:ext cx="4464050" cy="5569585"/>
          </a:xfrm>
          <a:noFill/>
          <a:ln w="28575" cmpd="sng">
            <a:solidFill>
              <a:schemeClr val="accent1">
                <a:shade val="50000"/>
              </a:schemeClr>
            </a:solidFill>
            <a:prstDash val="solid"/>
          </a:ln>
        </p:spPr>
        <p:txBody>
          <a:bodyPr vert="horz" wrap="square" lIns="91440" tIns="45720" rIns="91440" bIns="45720" rtlCol="0" anchor="t" anchorCtr="0">
            <a:spAutoFit/>
          </a:bodyPr>
          <a:p>
            <a:pPr marL="0" lvl="0" algn="l" defTabSz="914400">
              <a:buNone/>
            </a:pPr>
            <a:r>
              <a:rPr sz="2000" b="0" kern="1200">
                <a:latin typeface="+mn-ea"/>
                <a:ea typeface="宋体" pitchFamily="2" charset="-122"/>
                <a:cs typeface="+mn-ea"/>
                <a:sym typeface="+mn-ea"/>
              </a:rPr>
              <a:t>#define N 10</a:t>
            </a:r>
            <a:endParaRPr sz="2000" b="0" kern="1200">
              <a:latin typeface="+mn-ea"/>
              <a:ea typeface="宋体" pitchFamily="2" charset="-122"/>
              <a:cs typeface="+mn-ea"/>
              <a:sym typeface="+mn-ea"/>
            </a:endParaRPr>
          </a:p>
          <a:p>
            <a:pPr marL="0" lvl="0" algn="l" defTabSz="914400">
              <a:buNone/>
            </a:pPr>
            <a:r>
              <a:rPr sz="2000" b="0" kern="1200">
                <a:latin typeface="+mn-ea"/>
                <a:ea typeface="宋体" pitchFamily="2" charset="-122"/>
                <a:cs typeface="+mn-ea"/>
                <a:sym typeface="+mn-ea"/>
              </a:rPr>
              <a:t>struct</a:t>
            </a:r>
            <a:r>
              <a:rPr sz="2000" b="0" kern="1200">
                <a:latin typeface="+mn-ea"/>
                <a:ea typeface="宋体" pitchFamily="2" charset="-122"/>
                <a:cs typeface="+mn-ea"/>
                <a:sym typeface="+mn-ea"/>
              </a:rPr>
              <a:t> student</a:t>
            </a:r>
            <a:r>
              <a:rPr sz="2000" b="0" kern="1200">
                <a:latin typeface="+mn-ea"/>
                <a:ea typeface="宋体" pitchFamily="2" charset="-122"/>
                <a:cs typeface="+mn-ea"/>
                <a:sym typeface="+mn-ea"/>
              </a:rPr>
              <a:t>{</a:t>
            </a:r>
            <a:endParaRPr sz="2000" b="0" kern="1200">
              <a:latin typeface="+mn-ea"/>
              <a:ea typeface="宋体" pitchFamily="2" charset="-122"/>
              <a:cs typeface="+mn-ea"/>
              <a:sym typeface="+mn-ea"/>
            </a:endParaRPr>
          </a:p>
          <a:p>
            <a:pPr marL="0" lvl="0" algn="l" defTabSz="914400">
              <a:buNone/>
            </a:pPr>
            <a:r>
              <a:rPr sz="2000" b="0" kern="1200">
                <a:latin typeface="+mn-ea"/>
                <a:ea typeface="宋体" pitchFamily="2" charset="-122"/>
                <a:cs typeface="+mn-ea"/>
                <a:sym typeface="+mn-ea"/>
              </a:rPr>
              <a:t>    </a:t>
            </a:r>
            <a:r>
              <a:rPr sz="2000" b="0" kern="1200">
                <a:latin typeface="+mn-ea"/>
                <a:ea typeface="宋体" pitchFamily="2" charset="-122"/>
                <a:cs typeface="+mn-ea"/>
                <a:sym typeface="+mn-ea"/>
              </a:rPr>
              <a:t>int</a:t>
            </a:r>
            <a:r>
              <a:rPr sz="2000" b="0" kern="1200">
                <a:latin typeface="+mn-ea"/>
                <a:ea typeface="宋体" pitchFamily="2" charset="-122"/>
                <a:cs typeface="+mn-ea"/>
                <a:sym typeface="+mn-ea"/>
              </a:rPr>
              <a:t> num;</a:t>
            </a:r>
            <a:endParaRPr sz="2000" b="0" kern="1200">
              <a:latin typeface="+mn-ea"/>
              <a:ea typeface="宋体" pitchFamily="2" charset="-122"/>
              <a:cs typeface="+mn-ea"/>
              <a:sym typeface="+mn-ea"/>
            </a:endParaRPr>
          </a:p>
          <a:p>
            <a:pPr marL="0" lvl="0" algn="l" defTabSz="914400">
              <a:buNone/>
            </a:pPr>
            <a:r>
              <a:rPr sz="2000" b="0" kern="1200">
                <a:latin typeface="+mn-ea"/>
                <a:ea typeface="宋体" pitchFamily="2" charset="-122"/>
                <a:cs typeface="+mn-ea"/>
                <a:sym typeface="+mn-ea"/>
              </a:rPr>
              <a:t>    char name[20];</a:t>
            </a:r>
            <a:endParaRPr sz="2000" b="0" kern="1200">
              <a:latin typeface="+mn-ea"/>
              <a:ea typeface="宋体" pitchFamily="2" charset="-122"/>
              <a:cs typeface="+mn-ea"/>
              <a:sym typeface="+mn-ea"/>
            </a:endParaRPr>
          </a:p>
          <a:p>
            <a:pPr marL="0" lvl="0" algn="l" defTabSz="914400">
              <a:buNone/>
            </a:pPr>
            <a:r>
              <a:rPr sz="2000" b="0" kern="1200">
                <a:latin typeface="+mn-ea"/>
                <a:ea typeface="宋体" pitchFamily="2" charset="-122"/>
                <a:cs typeface="+mn-ea"/>
                <a:sym typeface="+mn-ea"/>
              </a:rPr>
              <a:t>    </a:t>
            </a:r>
            <a:r>
              <a:rPr sz="2000" b="0" kern="1200">
                <a:latin typeface="+mn-ea"/>
                <a:ea typeface="宋体" pitchFamily="2" charset="-122"/>
                <a:cs typeface="+mn-ea"/>
                <a:sym typeface="+mn-ea"/>
              </a:rPr>
              <a:t>int</a:t>
            </a:r>
            <a:r>
              <a:rPr sz="2000" b="0" kern="1200">
                <a:latin typeface="+mn-ea"/>
                <a:ea typeface="宋体" pitchFamily="2" charset="-122"/>
                <a:cs typeface="+mn-ea"/>
                <a:sym typeface="+mn-ea"/>
              </a:rPr>
              <a:t> score;</a:t>
            </a:r>
            <a:endParaRPr sz="2000" b="0" kern="1200">
              <a:latin typeface="+mn-ea"/>
              <a:ea typeface="宋体" pitchFamily="2" charset="-122"/>
              <a:cs typeface="+mn-ea"/>
              <a:sym typeface="+mn-ea"/>
            </a:endParaRPr>
          </a:p>
          <a:p>
            <a:pPr marL="0" lvl="0" algn="l" defTabSz="914400">
              <a:buNone/>
            </a:pPr>
            <a:r>
              <a:rPr sz="2000" b="0" kern="1200">
                <a:latin typeface="+mn-ea"/>
                <a:ea typeface="宋体" pitchFamily="2" charset="-122"/>
                <a:cs typeface="+mn-ea"/>
                <a:sym typeface="+mn-ea"/>
              </a:rPr>
              <a:t>    char grade;</a:t>
            </a:r>
            <a:endParaRPr sz="2000" b="0" kern="1200">
              <a:latin typeface="+mn-ea"/>
              <a:ea typeface="宋体" pitchFamily="2" charset="-122"/>
              <a:cs typeface="+mn-ea"/>
              <a:sym typeface="+mn-ea"/>
            </a:endParaRPr>
          </a:p>
          <a:p>
            <a:pPr marL="0" lvl="0" algn="l" defTabSz="914400">
              <a:buNone/>
            </a:pPr>
            <a:r>
              <a:rPr sz="2000" b="0" kern="1200">
                <a:latin typeface="+mn-ea"/>
                <a:ea typeface="宋体" pitchFamily="2" charset="-122"/>
                <a:cs typeface="+mn-ea"/>
                <a:sym typeface="+mn-ea"/>
              </a:rPr>
              <a:t>};</a:t>
            </a:r>
            <a:endParaRPr sz="2000" b="0" kern="1200">
              <a:latin typeface="+mn-ea"/>
              <a:ea typeface="宋体" pitchFamily="2" charset="-122"/>
              <a:cs typeface="+mn-ea"/>
              <a:sym typeface="+mn-ea"/>
            </a:endParaRPr>
          </a:p>
          <a:p>
            <a:pPr marL="0" lvl="0" algn="l" defTabSz="914400">
              <a:buNone/>
            </a:pPr>
            <a:r>
              <a:rPr sz="2000" b="0" kern="1200">
                <a:latin typeface="+mn-ea"/>
                <a:ea typeface="宋体" pitchFamily="2" charset="-122"/>
                <a:cs typeface="+mn-ea"/>
                <a:sym typeface="+mn-ea"/>
              </a:rPr>
              <a:t>int</a:t>
            </a:r>
            <a:r>
              <a:rPr sz="2000" b="0" kern="1200">
                <a:latin typeface="+mn-ea"/>
                <a:ea typeface="宋体" pitchFamily="2" charset="-122"/>
                <a:cs typeface="+mn-ea"/>
                <a:sym typeface="+mn-ea"/>
              </a:rPr>
              <a:t> </a:t>
            </a:r>
            <a:r>
              <a:rPr sz="2000" b="0" kern="1200">
                <a:latin typeface="+mn-ea"/>
                <a:ea typeface="宋体" pitchFamily="2" charset="-122"/>
                <a:cs typeface="+mn-ea"/>
                <a:sym typeface="+mn-ea"/>
              </a:rPr>
              <a:t>main(void</a:t>
            </a:r>
            <a:r>
              <a:rPr sz="2000" b="0" kern="1200">
                <a:latin typeface="+mn-ea"/>
                <a:ea typeface="宋体" pitchFamily="2" charset="-122"/>
                <a:cs typeface="+mn-ea"/>
                <a:sym typeface="+mn-ea"/>
              </a:rPr>
              <a:t>)</a:t>
            </a:r>
            <a:endParaRPr sz="2000" b="0" kern="1200">
              <a:latin typeface="+mn-ea"/>
              <a:ea typeface="宋体" pitchFamily="2" charset="-122"/>
              <a:cs typeface="+mn-ea"/>
              <a:sym typeface="+mn-ea"/>
            </a:endParaRPr>
          </a:p>
          <a:p>
            <a:pPr marL="0" lvl="0" algn="l" defTabSz="914400">
              <a:buNone/>
            </a:pPr>
            <a:r>
              <a:rPr sz="2000" b="0" kern="1200">
                <a:latin typeface="+mn-ea"/>
                <a:ea typeface="宋体" pitchFamily="2" charset="-122"/>
                <a:cs typeface="+mn-ea"/>
                <a:sym typeface="+mn-ea"/>
              </a:rPr>
              <a:t>{</a:t>
            </a:r>
            <a:endParaRPr sz="2000" b="0" kern="1200">
              <a:latin typeface="+mn-ea"/>
              <a:ea typeface="宋体" pitchFamily="2" charset="-122"/>
              <a:cs typeface="+mn-ea"/>
              <a:sym typeface="+mn-ea"/>
            </a:endParaRPr>
          </a:p>
          <a:p>
            <a:pPr marL="0" lvl="0" algn="l" defTabSz="914400">
              <a:buNone/>
            </a:pPr>
            <a:r>
              <a:rPr sz="2000" b="0" kern="1200">
                <a:latin typeface="+mn-ea"/>
                <a:ea typeface="宋体" pitchFamily="2" charset="-122"/>
                <a:cs typeface="+mn-ea"/>
                <a:sym typeface="+mn-ea"/>
              </a:rPr>
              <a:t>    </a:t>
            </a:r>
            <a:r>
              <a:rPr sz="2000" b="0" kern="1200">
                <a:latin typeface="+mn-ea"/>
                <a:ea typeface="宋体" pitchFamily="2" charset="-122"/>
                <a:cs typeface="+mn-ea"/>
                <a:sym typeface="+mn-ea"/>
              </a:rPr>
              <a:t>struct</a:t>
            </a:r>
            <a:r>
              <a:rPr sz="2000" b="0" kern="1200">
                <a:latin typeface="+mn-ea"/>
                <a:ea typeface="宋体" pitchFamily="2" charset="-122"/>
                <a:cs typeface="+mn-ea"/>
                <a:sym typeface="+mn-ea"/>
              </a:rPr>
              <a:t> student</a:t>
            </a:r>
            <a:r>
              <a:rPr sz="2000" b="0" kern="1200">
                <a:latin typeface="+mn-ea"/>
                <a:ea typeface="宋体" pitchFamily="2" charset="-122"/>
                <a:cs typeface="+mn-ea"/>
                <a:sym typeface="+mn-ea"/>
              </a:rPr>
              <a:t> </a:t>
            </a:r>
            <a:r>
              <a:rPr sz="2000" b="0" kern="1200">
                <a:latin typeface="+mn-ea"/>
                <a:ea typeface="宋体" pitchFamily="2" charset="-122"/>
                <a:cs typeface="+mn-ea"/>
                <a:sym typeface="+mn-ea"/>
              </a:rPr>
              <a:t>stu[N</a:t>
            </a:r>
            <a:r>
              <a:rPr sz="2000" b="0" kern="1200">
                <a:latin typeface="+mn-ea"/>
                <a:ea typeface="宋体" pitchFamily="2" charset="-122"/>
                <a:cs typeface="+mn-ea"/>
                <a:sym typeface="+mn-ea"/>
              </a:rPr>
              <a:t>], *</a:t>
            </a:r>
            <a:r>
              <a:rPr sz="2000" b="0" kern="1200">
                <a:latin typeface="+mn-ea"/>
                <a:ea typeface="宋体" pitchFamily="2" charset="-122"/>
                <a:cs typeface="+mn-ea"/>
                <a:sym typeface="+mn-ea"/>
              </a:rPr>
              <a:t>ptr</a:t>
            </a:r>
            <a:r>
              <a:rPr sz="2000" b="0" kern="1200">
                <a:latin typeface="+mn-ea"/>
                <a:ea typeface="宋体" pitchFamily="2" charset="-122"/>
                <a:cs typeface="+mn-ea"/>
                <a:sym typeface="+mn-ea"/>
              </a:rPr>
              <a:t>;</a:t>
            </a:r>
            <a:endParaRPr sz="2000" b="0" kern="1200">
              <a:latin typeface="+mn-ea"/>
              <a:ea typeface="宋体" pitchFamily="2" charset="-122"/>
              <a:cs typeface="+mn-ea"/>
              <a:sym typeface="+mn-ea"/>
            </a:endParaRPr>
          </a:p>
          <a:p>
            <a:pPr marL="0" lvl="0" algn="l" defTabSz="914400">
              <a:buNone/>
            </a:pPr>
            <a:r>
              <a:rPr sz="2000" b="0" kern="1200">
                <a:latin typeface="+mn-ea"/>
                <a:ea typeface="宋体" pitchFamily="2" charset="-122"/>
                <a:cs typeface="+mn-ea"/>
                <a:sym typeface="+mn-ea"/>
              </a:rPr>
              <a:t>    </a:t>
            </a:r>
            <a:r>
              <a:rPr sz="2000" b="0" kern="1200">
                <a:latin typeface="+mn-ea"/>
                <a:ea typeface="宋体" pitchFamily="2" charset="-122"/>
                <a:cs typeface="+mn-ea"/>
                <a:sym typeface="+mn-ea"/>
              </a:rPr>
              <a:t>ptr</a:t>
            </a:r>
            <a:r>
              <a:rPr sz="2000" b="0" kern="1200">
                <a:latin typeface="+mn-ea"/>
                <a:ea typeface="宋体" pitchFamily="2" charset="-122"/>
                <a:cs typeface="+mn-ea"/>
                <a:sym typeface="+mn-ea"/>
              </a:rPr>
              <a:t> = </a:t>
            </a:r>
            <a:r>
              <a:rPr sz="2000" b="0" kern="1200">
                <a:latin typeface="+mn-ea"/>
                <a:ea typeface="宋体" pitchFamily="2" charset="-122"/>
                <a:cs typeface="+mn-ea"/>
                <a:sym typeface="+mn-ea"/>
              </a:rPr>
              <a:t>stu</a:t>
            </a:r>
            <a:r>
              <a:rPr sz="2000" b="0" kern="1200">
                <a:latin typeface="+mn-ea"/>
                <a:ea typeface="宋体" pitchFamily="2" charset="-122"/>
                <a:cs typeface="+mn-ea"/>
                <a:sym typeface="+mn-ea"/>
              </a:rPr>
              <a:t>;</a:t>
            </a:r>
            <a:endParaRPr sz="2000" b="0" kern="1200">
              <a:latin typeface="+mn-ea"/>
              <a:ea typeface="宋体" pitchFamily="2" charset="-122"/>
              <a:cs typeface="+mn-ea"/>
              <a:sym typeface="+mn-ea"/>
            </a:endParaRPr>
          </a:p>
          <a:p>
            <a:pPr marL="0" lvl="0" algn="l" defTabSz="914400">
              <a:buNone/>
            </a:pPr>
            <a:r>
              <a:rPr sz="2000" b="0" kern="1200">
                <a:latin typeface="+mn-ea"/>
                <a:ea typeface="宋体" pitchFamily="2" charset="-122"/>
                <a:cs typeface="+mn-ea"/>
                <a:sym typeface="+mn-ea"/>
              </a:rPr>
              <a:t>   /*  </a:t>
            </a:r>
            <a:r>
              <a:rPr sz="2000" b="0" kern="1200">
                <a:latin typeface="+mn-ea"/>
                <a:ea typeface="宋体" pitchFamily="2" charset="-122"/>
                <a:cs typeface="+mn-ea"/>
                <a:sym typeface="+mn-ea"/>
              </a:rPr>
              <a:t>输入 略 *</a:t>
            </a:r>
            <a:r>
              <a:rPr sz="2000" b="0" kern="1200">
                <a:latin typeface="+mn-ea"/>
                <a:ea typeface="宋体" pitchFamily="2" charset="-122"/>
                <a:cs typeface="+mn-ea"/>
                <a:sym typeface="+mn-ea"/>
              </a:rPr>
              <a:t>/</a:t>
            </a:r>
            <a:endParaRPr sz="2000" b="0" kern="1200">
              <a:latin typeface="+mn-ea"/>
              <a:ea typeface="宋体" pitchFamily="2" charset="-122"/>
              <a:cs typeface="+mn-ea"/>
              <a:sym typeface="+mn-ea"/>
            </a:endParaRPr>
          </a:p>
          <a:p>
            <a:pPr marL="0" lvl="0" algn="l" defTabSz="914400">
              <a:buNone/>
            </a:pPr>
            <a:r>
              <a:rPr sz="2000" b="0" kern="1200">
                <a:latin typeface="+mn-ea"/>
                <a:ea typeface="宋体" pitchFamily="2" charset="-122"/>
                <a:cs typeface="+mn-ea"/>
                <a:sym typeface="+mn-ea"/>
              </a:rPr>
              <a:t>    count = </a:t>
            </a:r>
            <a:r>
              <a:rPr sz="2000" b="0" kern="1200">
                <a:latin typeface="+mn-ea"/>
                <a:ea typeface="宋体" pitchFamily="2" charset="-122"/>
                <a:cs typeface="+mn-ea"/>
                <a:sym typeface="+mn-ea"/>
              </a:rPr>
              <a:t>set_grade</a:t>
            </a:r>
            <a:r>
              <a:rPr sz="2000" b="0" kern="1200">
                <a:latin typeface="+mn-ea"/>
                <a:ea typeface="宋体" pitchFamily="2" charset="-122"/>
                <a:cs typeface="+mn-ea"/>
                <a:sym typeface="+mn-ea"/>
              </a:rPr>
              <a:t>( </a:t>
            </a:r>
            <a:r>
              <a:rPr sz="2000" b="0" kern="1200">
                <a:latin typeface="+mn-ea"/>
                <a:ea typeface="宋体" pitchFamily="2" charset="-122"/>
                <a:cs typeface="+mn-ea"/>
                <a:sym typeface="+mn-ea"/>
              </a:rPr>
              <a:t>ptr</a:t>
            </a:r>
            <a:r>
              <a:rPr sz="2000" b="0" kern="1200">
                <a:latin typeface="+mn-ea"/>
                <a:ea typeface="宋体" pitchFamily="2" charset="-122"/>
                <a:cs typeface="+mn-ea"/>
                <a:sym typeface="+mn-ea"/>
              </a:rPr>
              <a:t> </a:t>
            </a:r>
            <a:r>
              <a:rPr sz="2000" b="0" kern="1200">
                <a:latin typeface="+mn-ea"/>
                <a:ea typeface="宋体" pitchFamily="2" charset="-122"/>
                <a:cs typeface="+mn-ea"/>
                <a:sym typeface="+mn-ea"/>
              </a:rPr>
              <a:t>);</a:t>
            </a:r>
            <a:endParaRPr sz="2000" b="0" kern="1200">
              <a:latin typeface="+mn-ea"/>
              <a:ea typeface="宋体" pitchFamily="2" charset="-122"/>
              <a:cs typeface="+mn-ea"/>
              <a:sym typeface="+mn-ea"/>
            </a:endParaRPr>
          </a:p>
          <a:p>
            <a:pPr marL="0" lvl="0" algn="l" defTabSz="914400">
              <a:buNone/>
            </a:pPr>
            <a:r>
              <a:rPr sz="2000" b="0" kern="1200">
                <a:latin typeface="+mn-ea"/>
                <a:ea typeface="宋体" pitchFamily="2" charset="-122"/>
                <a:cs typeface="+mn-ea"/>
                <a:sym typeface="+mn-ea"/>
              </a:rPr>
              <a:t>   </a:t>
            </a:r>
            <a:r>
              <a:rPr sz="2000" b="0" kern="1200">
                <a:latin typeface="+mn-ea"/>
                <a:ea typeface="宋体" pitchFamily="2" charset="-122"/>
                <a:cs typeface="+mn-ea"/>
                <a:sym typeface="+mn-ea"/>
              </a:rPr>
              <a:t>…</a:t>
            </a:r>
            <a:endParaRPr sz="2000" b="0" kern="1200">
              <a:latin typeface="+mn-ea"/>
              <a:ea typeface="宋体" pitchFamily="2" charset="-122"/>
              <a:cs typeface="+mn-ea"/>
              <a:sym typeface="+mn-ea"/>
            </a:endParaRPr>
          </a:p>
          <a:p>
            <a:pPr marL="0" lvl="0" algn="l" defTabSz="914400">
              <a:buNone/>
            </a:pPr>
            <a:r>
              <a:rPr sz="2000" b="0" kern="1200">
                <a:latin typeface="+mn-ea"/>
                <a:ea typeface="宋体" pitchFamily="2" charset="-122"/>
                <a:cs typeface="+mn-ea"/>
                <a:sym typeface="+mn-ea"/>
              </a:rPr>
              <a:t>}</a:t>
            </a:r>
            <a:endParaRPr sz="2000" b="0" kern="1200">
              <a:latin typeface="+mn-ea"/>
              <a:ea typeface="宋体" pitchFamily="2" charset="-122"/>
              <a:cs typeface="+mn-ea"/>
              <a:sym typeface="+mn-ea"/>
            </a:endParaRPr>
          </a:p>
        </p:txBody>
      </p:sp>
      <p:sp>
        <p:nvSpPr>
          <p:cNvPr id="38917" name="Rectangle 4"/>
          <p:cNvSpPr/>
          <p:nvPr/>
        </p:nvSpPr>
        <p:spPr>
          <a:xfrm>
            <a:off x="457200" y="2514600"/>
            <a:ext cx="8686800" cy="4343400"/>
          </a:xfrm>
          <a:prstGeom prst="rect">
            <a:avLst/>
          </a:prstGeom>
          <a:noFill/>
          <a:ln w="9525">
            <a:noFill/>
          </a:ln>
        </p:spPr>
        <p:txBody>
          <a:bodyPr lIns="92075" tIns="46038" rIns="92075" bIns="46038"/>
          <a:p>
            <a:pPr marL="342900" indent="-342900" algn="just">
              <a:lnSpc>
                <a:spcPct val="90000"/>
              </a:lnSpc>
              <a:spcBef>
                <a:spcPct val="20000"/>
              </a:spcBef>
              <a:buClr>
                <a:schemeClr val="tx2"/>
              </a:buClr>
              <a:buSzPct val="80000"/>
            </a:pPr>
            <a:endParaRPr lang="zh-CN" altLang="en-US" sz="2800" dirty="0">
              <a:solidFill>
                <a:srgbClr val="FFFF00"/>
              </a:solidFill>
              <a:latin typeface="Arial" panose="02080604020202020204" pitchFamily="34" charset="0"/>
            </a:endParaRPr>
          </a:p>
        </p:txBody>
      </p:sp>
      <p:sp>
        <p:nvSpPr>
          <p:cNvPr id="38918" name="Text Box 5"/>
          <p:cNvSpPr/>
          <p:nvPr/>
        </p:nvSpPr>
        <p:spPr>
          <a:xfrm>
            <a:off x="4643120" y="403860"/>
            <a:ext cx="4385310" cy="6308725"/>
          </a:xfrm>
          <a:prstGeom prst="rect">
            <a:avLst/>
          </a:prstGeom>
          <a:noFill/>
          <a:ln w="28575" cmpd="sng">
            <a:solidFill>
              <a:schemeClr val="accent1">
                <a:shade val="50000"/>
              </a:schemeClr>
            </a:solidFill>
            <a:prstDash val="solid"/>
          </a:ln>
        </p:spPr>
        <p:txBody>
          <a:bodyPr vert="horz" wrap="square" lIns="91440" tIns="45720" rIns="91440" bIns="45720" rtlCol="0" anchor="t" anchorCtr="0">
            <a:spAutoFit/>
          </a:bodyPr>
          <a:p>
            <a:pPr lvl="0" indent="-342900" algn="l">
              <a:spcBef>
                <a:spcPct val="20000"/>
              </a:spcBef>
              <a:buClr>
                <a:schemeClr val="bg2"/>
              </a:buClr>
              <a:buSzPct val="75000"/>
              <a:buFont typeface="Wingdings" panose="05000000000000000000" pitchFamily="2" charset="2"/>
            </a:pPr>
            <a:r>
              <a:rPr sz="2000">
                <a:latin typeface="+mn-ea"/>
                <a:cs typeface="+mn-ea"/>
                <a:sym typeface="+mn-ea"/>
              </a:rPr>
              <a:t>int</a:t>
            </a:r>
            <a:r>
              <a:rPr sz="2000">
                <a:latin typeface="+mn-ea"/>
                <a:cs typeface="+mn-ea"/>
                <a:sym typeface="+mn-ea"/>
              </a:rPr>
              <a:t> </a:t>
            </a:r>
            <a:r>
              <a:rPr sz="2000">
                <a:latin typeface="+mn-ea"/>
                <a:cs typeface="+mn-ea"/>
                <a:sym typeface="+mn-ea"/>
              </a:rPr>
              <a:t>set_grade(</a:t>
            </a:r>
            <a:r>
              <a:rPr sz="2000">
                <a:latin typeface="+mn-ea"/>
                <a:cs typeface="+mn-ea"/>
                <a:sym typeface="+mn-ea"/>
              </a:rPr>
              <a:t>struct</a:t>
            </a:r>
            <a:r>
              <a:rPr sz="2000">
                <a:latin typeface="+mn-ea"/>
                <a:cs typeface="+mn-ea"/>
                <a:sym typeface="+mn-ea"/>
              </a:rPr>
              <a:t> student * </a:t>
            </a:r>
            <a:r>
              <a:rPr sz="2000">
                <a:latin typeface="+mn-ea"/>
                <a:cs typeface="+mn-ea"/>
                <a:sym typeface="+mn-ea"/>
              </a:rPr>
              <a:t>p</a:t>
            </a:r>
            <a:r>
              <a:rPr sz="2000">
                <a:latin typeface="+mn-ea"/>
                <a:cs typeface="+mn-ea"/>
                <a:sym typeface="+mn-ea"/>
              </a:rPr>
              <a:t>)</a:t>
            </a:r>
            <a:endParaRPr sz="2000">
              <a:latin typeface="+mn-ea"/>
              <a:cs typeface="+mn-ea"/>
              <a:sym typeface="+mn-ea"/>
            </a:endParaRPr>
          </a:p>
          <a:p>
            <a:pPr lvl="0" indent="-342900" algn="l">
              <a:spcBef>
                <a:spcPct val="20000"/>
              </a:spcBef>
              <a:buClr>
                <a:schemeClr val="bg2"/>
              </a:buClr>
              <a:buSzPct val="75000"/>
              <a:buFont typeface="Wingdings" panose="05000000000000000000" pitchFamily="2" charset="2"/>
            </a:pPr>
            <a:r>
              <a:rPr sz="2000">
                <a:latin typeface="+mn-ea"/>
                <a:cs typeface="+mn-ea"/>
                <a:sym typeface="+mn-ea"/>
              </a:rPr>
              <a:t>{</a:t>
            </a:r>
            <a:endParaRPr sz="2000">
              <a:latin typeface="+mn-ea"/>
              <a:cs typeface="+mn-ea"/>
              <a:sym typeface="+mn-ea"/>
            </a:endParaRPr>
          </a:p>
          <a:p>
            <a:pPr lvl="0" indent="-342900" algn="l">
              <a:spcBef>
                <a:spcPct val="20000"/>
              </a:spcBef>
              <a:buClr>
                <a:schemeClr val="bg2"/>
              </a:buClr>
              <a:buSzPct val="75000"/>
              <a:buFont typeface="Wingdings" panose="05000000000000000000" pitchFamily="2" charset="2"/>
            </a:pPr>
            <a:r>
              <a:rPr sz="2000">
                <a:latin typeface="+mn-ea"/>
                <a:cs typeface="+mn-ea"/>
                <a:sym typeface="+mn-ea"/>
              </a:rPr>
              <a:t>    </a:t>
            </a:r>
            <a:r>
              <a:rPr sz="2000">
                <a:latin typeface="+mn-ea"/>
                <a:cs typeface="+mn-ea"/>
                <a:sym typeface="+mn-ea"/>
              </a:rPr>
              <a:t>int</a:t>
            </a:r>
            <a:r>
              <a:rPr sz="2000">
                <a:latin typeface="+mn-ea"/>
                <a:cs typeface="+mn-ea"/>
                <a:sym typeface="+mn-ea"/>
              </a:rPr>
              <a:t> i, n = 0;</a:t>
            </a:r>
            <a:endParaRPr sz="2000">
              <a:latin typeface="+mn-ea"/>
              <a:cs typeface="+mn-ea"/>
              <a:sym typeface="+mn-ea"/>
            </a:endParaRPr>
          </a:p>
          <a:p>
            <a:pPr lvl="0" indent="-342900" algn="l">
              <a:spcBef>
                <a:spcPct val="20000"/>
              </a:spcBef>
              <a:buClr>
                <a:schemeClr val="bg2"/>
              </a:buClr>
              <a:buSzPct val="75000"/>
              <a:buFont typeface="Wingdings" panose="05000000000000000000" pitchFamily="2" charset="2"/>
            </a:pPr>
            <a:r>
              <a:rPr sz="2000">
                <a:latin typeface="+mn-ea"/>
                <a:cs typeface="+mn-ea"/>
                <a:sym typeface="+mn-ea"/>
              </a:rPr>
              <a:t>    </a:t>
            </a:r>
            <a:r>
              <a:rPr sz="2000">
                <a:latin typeface="+mn-ea"/>
                <a:cs typeface="+mn-ea"/>
                <a:sym typeface="+mn-ea"/>
              </a:rPr>
              <a:t>for(i</a:t>
            </a:r>
            <a:r>
              <a:rPr sz="2000">
                <a:latin typeface="+mn-ea"/>
                <a:cs typeface="+mn-ea"/>
                <a:sym typeface="+mn-ea"/>
              </a:rPr>
              <a:t> = 0; i &lt; N; i++, p++){</a:t>
            </a:r>
            <a:endParaRPr sz="2000">
              <a:latin typeface="+mn-ea"/>
              <a:cs typeface="+mn-ea"/>
              <a:sym typeface="+mn-ea"/>
            </a:endParaRPr>
          </a:p>
          <a:p>
            <a:pPr lvl="0" indent="-342900" algn="l">
              <a:spcBef>
                <a:spcPct val="20000"/>
              </a:spcBef>
              <a:buClr>
                <a:schemeClr val="bg2"/>
              </a:buClr>
              <a:buSzPct val="75000"/>
              <a:buFont typeface="Wingdings" panose="05000000000000000000" pitchFamily="2" charset="2"/>
            </a:pPr>
            <a:r>
              <a:rPr sz="2000">
                <a:latin typeface="+mn-ea"/>
                <a:cs typeface="+mn-ea"/>
                <a:sym typeface="+mn-ea"/>
              </a:rPr>
              <a:t>        </a:t>
            </a:r>
            <a:r>
              <a:rPr sz="2000">
                <a:latin typeface="+mn-ea"/>
                <a:cs typeface="+mn-ea"/>
                <a:sym typeface="+mn-ea"/>
              </a:rPr>
              <a:t>if(p</a:t>
            </a:r>
            <a:r>
              <a:rPr sz="2000">
                <a:latin typeface="+mn-ea"/>
                <a:cs typeface="+mn-ea"/>
                <a:sym typeface="+mn-ea"/>
              </a:rPr>
              <a:t>-&gt;score &gt;= 85)</a:t>
            </a:r>
            <a:endParaRPr sz="2000">
              <a:latin typeface="+mn-ea"/>
              <a:cs typeface="+mn-ea"/>
              <a:sym typeface="+mn-ea"/>
            </a:endParaRPr>
          </a:p>
          <a:p>
            <a:pPr lvl="0" indent="-342900" algn="l">
              <a:spcBef>
                <a:spcPct val="20000"/>
              </a:spcBef>
              <a:buClr>
                <a:schemeClr val="bg2"/>
              </a:buClr>
              <a:buSzPct val="75000"/>
              <a:buFont typeface="Wingdings" panose="05000000000000000000" pitchFamily="2" charset="2"/>
            </a:pPr>
            <a:r>
              <a:rPr sz="2000">
                <a:latin typeface="+mn-ea"/>
                <a:cs typeface="+mn-ea"/>
                <a:sym typeface="+mn-ea"/>
              </a:rPr>
              <a:t>            p-&gt;grade = 'A';</a:t>
            </a:r>
            <a:endParaRPr sz="2000">
              <a:latin typeface="+mn-ea"/>
              <a:cs typeface="+mn-ea"/>
              <a:sym typeface="+mn-ea"/>
            </a:endParaRPr>
          </a:p>
          <a:p>
            <a:pPr lvl="0" indent="-342900" algn="l">
              <a:spcBef>
                <a:spcPct val="20000"/>
              </a:spcBef>
              <a:buClr>
                <a:schemeClr val="bg2"/>
              </a:buClr>
              <a:buSzPct val="75000"/>
              <a:buFont typeface="Wingdings" panose="05000000000000000000" pitchFamily="2" charset="2"/>
            </a:pPr>
            <a:r>
              <a:rPr sz="2000">
                <a:latin typeface="+mn-ea"/>
                <a:cs typeface="+mn-ea"/>
                <a:sym typeface="+mn-ea"/>
              </a:rPr>
              <a:t>        else </a:t>
            </a:r>
            <a:r>
              <a:rPr sz="2000">
                <a:latin typeface="+mn-ea"/>
                <a:cs typeface="+mn-ea"/>
                <a:sym typeface="+mn-ea"/>
              </a:rPr>
              <a:t>if(p</a:t>
            </a:r>
            <a:r>
              <a:rPr sz="2000">
                <a:latin typeface="+mn-ea"/>
                <a:cs typeface="+mn-ea"/>
                <a:sym typeface="+mn-ea"/>
              </a:rPr>
              <a:t>-&gt;score &gt;= 70)</a:t>
            </a:r>
            <a:endParaRPr sz="2000">
              <a:latin typeface="+mn-ea"/>
              <a:cs typeface="+mn-ea"/>
              <a:sym typeface="+mn-ea"/>
            </a:endParaRPr>
          </a:p>
          <a:p>
            <a:pPr lvl="0" indent="-342900" algn="l">
              <a:spcBef>
                <a:spcPct val="20000"/>
              </a:spcBef>
              <a:buClr>
                <a:schemeClr val="bg2"/>
              </a:buClr>
              <a:buSzPct val="75000"/>
              <a:buFont typeface="Wingdings" panose="05000000000000000000" pitchFamily="2" charset="2"/>
            </a:pPr>
            <a:r>
              <a:rPr sz="2000">
                <a:latin typeface="+mn-ea"/>
                <a:cs typeface="+mn-ea"/>
                <a:sym typeface="+mn-ea"/>
              </a:rPr>
              <a:t>            p-&gt;grade = 'B';</a:t>
            </a:r>
            <a:endParaRPr sz="2000">
              <a:latin typeface="+mn-ea"/>
              <a:cs typeface="+mn-ea"/>
              <a:sym typeface="+mn-ea"/>
            </a:endParaRPr>
          </a:p>
          <a:p>
            <a:pPr lvl="0" indent="-342900" algn="l">
              <a:spcBef>
                <a:spcPct val="20000"/>
              </a:spcBef>
              <a:buClr>
                <a:schemeClr val="bg2"/>
              </a:buClr>
              <a:buSzPct val="75000"/>
              <a:buFont typeface="Wingdings" panose="05000000000000000000" pitchFamily="2" charset="2"/>
            </a:pPr>
            <a:r>
              <a:rPr sz="2000">
                <a:latin typeface="+mn-ea"/>
                <a:cs typeface="+mn-ea"/>
                <a:sym typeface="+mn-ea"/>
              </a:rPr>
              <a:t>        else </a:t>
            </a:r>
            <a:r>
              <a:rPr sz="2000">
                <a:latin typeface="+mn-ea"/>
                <a:cs typeface="+mn-ea"/>
                <a:sym typeface="+mn-ea"/>
              </a:rPr>
              <a:t>if(p</a:t>
            </a:r>
            <a:r>
              <a:rPr sz="2000">
                <a:latin typeface="+mn-ea"/>
                <a:cs typeface="+mn-ea"/>
                <a:sym typeface="+mn-ea"/>
              </a:rPr>
              <a:t>-&gt;score &gt;= 60)</a:t>
            </a:r>
            <a:endParaRPr sz="2000">
              <a:latin typeface="+mn-ea"/>
              <a:cs typeface="+mn-ea"/>
              <a:sym typeface="+mn-ea"/>
            </a:endParaRPr>
          </a:p>
          <a:p>
            <a:pPr lvl="0" indent="-342900" algn="l">
              <a:spcBef>
                <a:spcPct val="20000"/>
              </a:spcBef>
              <a:buClr>
                <a:schemeClr val="bg2"/>
              </a:buClr>
              <a:buSzPct val="75000"/>
              <a:buFont typeface="Wingdings" panose="05000000000000000000" pitchFamily="2" charset="2"/>
            </a:pPr>
            <a:r>
              <a:rPr sz="2000">
                <a:latin typeface="+mn-ea"/>
                <a:cs typeface="+mn-ea"/>
                <a:sym typeface="+mn-ea"/>
              </a:rPr>
              <a:t>            p-&gt;grade = 'C';</a:t>
            </a:r>
            <a:endParaRPr sz="2000">
              <a:latin typeface="+mn-ea"/>
              <a:cs typeface="+mn-ea"/>
              <a:sym typeface="+mn-ea"/>
            </a:endParaRPr>
          </a:p>
          <a:p>
            <a:pPr lvl="0" indent="-342900" algn="l">
              <a:spcBef>
                <a:spcPct val="20000"/>
              </a:spcBef>
              <a:buClr>
                <a:schemeClr val="bg2"/>
              </a:buClr>
              <a:buSzPct val="75000"/>
              <a:buFont typeface="Wingdings" panose="05000000000000000000" pitchFamily="2" charset="2"/>
            </a:pPr>
            <a:r>
              <a:rPr sz="2000">
                <a:latin typeface="+mn-ea"/>
                <a:cs typeface="+mn-ea"/>
                <a:sym typeface="+mn-ea"/>
              </a:rPr>
              <a:t>        else{ </a:t>
            </a:r>
            <a:endParaRPr sz="2000">
              <a:latin typeface="+mn-ea"/>
              <a:cs typeface="+mn-ea"/>
              <a:sym typeface="+mn-ea"/>
            </a:endParaRPr>
          </a:p>
          <a:p>
            <a:pPr lvl="0" indent="-342900" algn="l">
              <a:spcBef>
                <a:spcPct val="20000"/>
              </a:spcBef>
              <a:buClr>
                <a:schemeClr val="bg2"/>
              </a:buClr>
              <a:buSzPct val="75000"/>
              <a:buFont typeface="Wingdings" panose="05000000000000000000" pitchFamily="2" charset="2"/>
            </a:pPr>
            <a:r>
              <a:rPr sz="2000">
                <a:latin typeface="+mn-ea"/>
                <a:cs typeface="+mn-ea"/>
                <a:sym typeface="+mn-ea"/>
              </a:rPr>
              <a:t>            p-&gt;grade = 'D';</a:t>
            </a:r>
            <a:endParaRPr sz="2000">
              <a:latin typeface="+mn-ea"/>
              <a:cs typeface="+mn-ea"/>
              <a:sym typeface="+mn-ea"/>
            </a:endParaRPr>
          </a:p>
          <a:p>
            <a:pPr lvl="0" indent="-342900" algn="l">
              <a:spcBef>
                <a:spcPct val="20000"/>
              </a:spcBef>
              <a:buClr>
                <a:schemeClr val="bg2"/>
              </a:buClr>
              <a:buSzPct val="75000"/>
              <a:buFont typeface="Wingdings" panose="05000000000000000000" pitchFamily="2" charset="2"/>
            </a:pPr>
            <a:r>
              <a:rPr sz="2000">
                <a:latin typeface="+mn-ea"/>
                <a:cs typeface="+mn-ea"/>
                <a:sym typeface="+mn-ea"/>
              </a:rPr>
              <a:t>            n++;</a:t>
            </a:r>
            <a:endParaRPr sz="2000">
              <a:latin typeface="+mn-ea"/>
              <a:cs typeface="+mn-ea"/>
              <a:sym typeface="+mn-ea"/>
            </a:endParaRPr>
          </a:p>
          <a:p>
            <a:pPr lvl="0" indent="-342900" algn="l">
              <a:spcBef>
                <a:spcPct val="20000"/>
              </a:spcBef>
              <a:buClr>
                <a:schemeClr val="bg2"/>
              </a:buClr>
              <a:buSzPct val="75000"/>
              <a:buFont typeface="Wingdings" panose="05000000000000000000" pitchFamily="2" charset="2"/>
            </a:pPr>
            <a:r>
              <a:rPr sz="2000">
                <a:latin typeface="+mn-ea"/>
                <a:cs typeface="+mn-ea"/>
                <a:sym typeface="+mn-ea"/>
              </a:rPr>
              <a:t>        }</a:t>
            </a:r>
            <a:endParaRPr sz="2000">
              <a:latin typeface="+mn-ea"/>
              <a:cs typeface="+mn-ea"/>
              <a:sym typeface="+mn-ea"/>
            </a:endParaRPr>
          </a:p>
          <a:p>
            <a:pPr lvl="0" indent="-342900" algn="l">
              <a:spcBef>
                <a:spcPct val="20000"/>
              </a:spcBef>
              <a:buClr>
                <a:schemeClr val="bg2"/>
              </a:buClr>
              <a:buSzPct val="75000"/>
              <a:buFont typeface="Wingdings" panose="05000000000000000000" pitchFamily="2" charset="2"/>
            </a:pPr>
            <a:r>
              <a:rPr sz="2000">
                <a:latin typeface="+mn-ea"/>
                <a:cs typeface="+mn-ea"/>
                <a:sym typeface="+mn-ea"/>
              </a:rPr>
              <a:t>     }</a:t>
            </a:r>
            <a:endParaRPr sz="2000">
              <a:latin typeface="+mn-ea"/>
              <a:cs typeface="+mn-ea"/>
              <a:sym typeface="+mn-ea"/>
            </a:endParaRPr>
          </a:p>
          <a:p>
            <a:pPr lvl="0" indent="-342900" algn="l">
              <a:spcBef>
                <a:spcPct val="20000"/>
              </a:spcBef>
              <a:buClr>
                <a:schemeClr val="bg2"/>
              </a:buClr>
              <a:buSzPct val="75000"/>
              <a:buFont typeface="Wingdings" panose="05000000000000000000" pitchFamily="2" charset="2"/>
            </a:pPr>
            <a:r>
              <a:rPr sz="2000">
                <a:latin typeface="+mn-ea"/>
                <a:cs typeface="+mn-ea"/>
                <a:sym typeface="+mn-ea"/>
              </a:rPr>
              <a:t>     return n;</a:t>
            </a:r>
            <a:endParaRPr sz="2000">
              <a:latin typeface="+mn-ea"/>
              <a:cs typeface="+mn-ea"/>
              <a:sym typeface="+mn-ea"/>
            </a:endParaRPr>
          </a:p>
          <a:p>
            <a:pPr lvl="0" indent="-342900" algn="l">
              <a:spcBef>
                <a:spcPct val="20000"/>
              </a:spcBef>
              <a:buClr>
                <a:schemeClr val="bg2"/>
              </a:buClr>
              <a:buSzPct val="75000"/>
              <a:buFont typeface="Wingdings" panose="05000000000000000000" pitchFamily="2" charset="2"/>
            </a:pPr>
            <a:r>
              <a:rPr sz="2000">
                <a:latin typeface="+mn-ea"/>
                <a:cs typeface="+mn-ea"/>
                <a:sym typeface="+mn-ea"/>
              </a:rPr>
              <a:t>}</a:t>
            </a:r>
            <a:endParaRPr sz="2000">
              <a:latin typeface="+mn-ea"/>
              <a:cs typeface="+mn-ea"/>
              <a:sym typeface="+mn-ea"/>
            </a:endParaRPr>
          </a:p>
        </p:txBody>
      </p:sp>
      <p:sp>
        <p:nvSpPr>
          <p:cNvPr id="429062" name="Rectangle 6"/>
          <p:cNvSpPr/>
          <p:nvPr/>
        </p:nvSpPr>
        <p:spPr>
          <a:xfrm>
            <a:off x="755650" y="5589270"/>
            <a:ext cx="6956425" cy="829945"/>
          </a:xfrm>
          <a:prstGeom prst="rect">
            <a:avLst/>
          </a:prstGeom>
          <a:solidFill>
            <a:schemeClr val="bg1"/>
          </a:solidFill>
          <a:ln w="9525">
            <a:noFill/>
          </a:ln>
        </p:spPr>
        <p:txBody>
          <a:bodyPr wrap="square" lIns="92075" tIns="46038" rIns="92075" bIns="46038">
            <a:spAutoFit/>
          </a:bodyPr>
          <a:p>
            <a:pPr algn="ctr"/>
            <a:r>
              <a:rPr lang="zh-CN" altLang="en-US" sz="2400" b="1" dirty="0">
                <a:solidFill>
                  <a:schemeClr val="bg2"/>
                </a:solidFill>
                <a:latin typeface="Arial" panose="02080604020202020204" pitchFamily="34" charset="0"/>
                <a:ea typeface="仿宋_GB2312" pitchFamily="49" charset="-122"/>
              </a:rPr>
              <a:t>调用</a:t>
            </a:r>
            <a:r>
              <a:rPr lang="en-US" altLang="zh-CN" sz="2400" b="1" err="1">
                <a:solidFill>
                  <a:schemeClr val="bg2"/>
                </a:solidFill>
                <a:latin typeface="Arial" panose="02080604020202020204" pitchFamily="34" charset="0"/>
                <a:ea typeface="仿宋_GB2312" pitchFamily="49" charset="-122"/>
              </a:rPr>
              <a:t>set_grade</a:t>
            </a:r>
            <a:r>
              <a:rPr lang="zh-CN" altLang="en-US" sz="2400" b="1" dirty="0">
                <a:solidFill>
                  <a:schemeClr val="bg2"/>
                </a:solidFill>
                <a:latin typeface="Arial" panose="02080604020202020204" pitchFamily="34" charset="0"/>
                <a:ea typeface="仿宋_GB2312" pitchFamily="49" charset="-122"/>
              </a:rPr>
              <a:t>返回主函数后，主函数中结构数组</a:t>
            </a:r>
            <a:r>
              <a:rPr lang="en-US" altLang="zh-CN" sz="2400" b="1" err="1">
                <a:solidFill>
                  <a:schemeClr val="bg2"/>
                </a:solidFill>
                <a:latin typeface="Arial" panose="02080604020202020204" pitchFamily="34" charset="0"/>
                <a:ea typeface="仿宋_GB2312" pitchFamily="49" charset="-122"/>
              </a:rPr>
              <a:t>stu</a:t>
            </a:r>
            <a:r>
              <a:rPr lang="zh-CN" altLang="en-US" sz="2400" b="1" dirty="0">
                <a:solidFill>
                  <a:schemeClr val="bg2"/>
                </a:solidFill>
                <a:latin typeface="Arial" panose="02080604020202020204" pitchFamily="34" charset="0"/>
                <a:ea typeface="仿宋_GB2312" pitchFamily="49" charset="-122"/>
              </a:rPr>
              <a:t>的元素的</a:t>
            </a:r>
            <a:r>
              <a:rPr lang="en-US" altLang="zh-CN" sz="2400" b="1">
                <a:solidFill>
                  <a:schemeClr val="bg2"/>
                </a:solidFill>
                <a:latin typeface="Arial" panose="02080604020202020204" pitchFamily="34" charset="0"/>
                <a:ea typeface="仿宋_GB2312" pitchFamily="49" charset="-122"/>
              </a:rPr>
              <a:t>grade</a:t>
            </a:r>
            <a:r>
              <a:rPr lang="zh-CN" altLang="en-US" sz="2400" b="1" dirty="0">
                <a:solidFill>
                  <a:schemeClr val="bg2"/>
                </a:solidFill>
                <a:latin typeface="Arial" panose="02080604020202020204" pitchFamily="34" charset="0"/>
                <a:ea typeface="仿宋_GB2312" pitchFamily="49" charset="-122"/>
              </a:rPr>
              <a:t>成员已经被赋值 </a:t>
            </a:r>
            <a:endParaRPr lang="zh-CN" altLang="en-US" sz="2400" b="1" dirty="0">
              <a:solidFill>
                <a:schemeClr val="bg2"/>
              </a:solidFill>
              <a:latin typeface="Arial" panose="02080604020202020204" pitchFamily="34" charset="0"/>
              <a:ea typeface="仿宋_GB2312" pitchFamily="49"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42906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29062" grpId="0" bldLvl="0" animBg="1"/>
    </p:bldLst>
  </p:timing>
</p:sld>
</file>

<file path=ppt/slides/slide3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p:sp>
        <p:nvSpPr>
          <p:cNvPr id="39938" name="灯片编号占位符 5"/>
          <p:cNvSpPr txBox="1">
            <a:spLocks noGrp="1"/>
          </p:cNvSpPr>
          <p:nvPr>
            <p:ph type="sldNum" sz="quarter" idx="11"/>
          </p:nvPr>
        </p:nvSpPr>
        <p:spPr/>
        <p:txBody>
          <a:bodyPr anchor="b" anchorCtr="0"/>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80604020202020204" pitchFamily="34" charset="0"/>
                <a:ea typeface="宋体"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80604020202020204" pitchFamily="34" charset="0"/>
                <a:ea typeface="宋体"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80604020202020204" pitchFamily="34" charset="0"/>
                <a:ea typeface="宋体"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80604020202020204" pitchFamily="34" charset="0"/>
                <a:ea typeface="宋体"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80604020202020204" pitchFamily="34" charset="0"/>
                <a:ea typeface="宋体" pitchFamily="2" charset="-122"/>
                <a:cs typeface="+mn-cs"/>
              </a:defRPr>
            </a:lvl5pPr>
          </a:lstStyle>
          <a:p>
            <a:pPr lvl="0" algn="r" eaLnBrk="1" hangingPunct="1"/>
            <a:fld id="{9A0DB2DC-4C9A-4742-B13C-FB6460FD3503}" type="slidenum">
              <a:rPr lang="zh-CN" altLang="en-US" sz="1200" dirty="0">
                <a:latin typeface="Arial Black" pitchFamily="34" charset="0"/>
              </a:rPr>
            </a:fld>
            <a:endParaRPr lang="zh-CN" altLang="en-US" sz="1200" dirty="0">
              <a:latin typeface="Arial Black" pitchFamily="34" charset="0"/>
            </a:endParaRPr>
          </a:p>
        </p:txBody>
      </p:sp>
      <p:sp>
        <p:nvSpPr>
          <p:cNvPr id="39939" name="Rectangle 2"/>
          <p:cNvSpPr>
            <a:spLocks noGrp="1"/>
          </p:cNvSpPr>
          <p:nvPr>
            <p:ph type="title"/>
          </p:nvPr>
        </p:nvSpPr>
        <p:spPr>
          <a:xfrm>
            <a:off x="457200" y="457200"/>
            <a:ext cx="8229600" cy="955675"/>
          </a:xfrm>
        </p:spPr>
        <p:txBody>
          <a:bodyPr vert="horz" wrap="square" lIns="91440" tIns="45720" rIns="91440" bIns="45720" anchor="ctr" anchorCtr="0"/>
          <a:p>
            <a:pPr eaLnBrk="1" hangingPunct="1"/>
            <a:r>
              <a:rPr lang="zh-CN" altLang="en-US" sz="4000" b="0" dirty="0"/>
              <a:t>例</a:t>
            </a:r>
            <a:r>
              <a:rPr lang="en-US" altLang="zh-CN" sz="4000" b="0"/>
              <a:t>9-1 </a:t>
            </a:r>
            <a:r>
              <a:rPr lang="zh-CN" altLang="en-US" sz="4000" b="0" dirty="0"/>
              <a:t>说明</a:t>
            </a:r>
            <a:endParaRPr lang="zh-CN" altLang="en-US" sz="4000" b="0" dirty="0"/>
          </a:p>
        </p:txBody>
      </p:sp>
      <p:sp>
        <p:nvSpPr>
          <p:cNvPr id="431107" name="Rectangle 3"/>
          <p:cNvSpPr>
            <a:spLocks noGrp="1"/>
          </p:cNvSpPr>
          <p:nvPr>
            <p:ph type="body" sz="half" idx="1"/>
          </p:nvPr>
        </p:nvSpPr>
        <p:spPr>
          <a:xfrm>
            <a:off x="250825" y="1700213"/>
            <a:ext cx="8642350" cy="3529012"/>
          </a:xfrm>
        </p:spPr>
        <p:txBody>
          <a:bodyPr vert="horz" wrap="square" lIns="91440" tIns="45720" rIns="91440" bIns="45720" anchor="t" anchorCtr="0"/>
          <a:p>
            <a:pPr algn="just" eaLnBrk="1" hangingPunct="1">
              <a:buClr>
                <a:schemeClr val="bg2"/>
              </a:buClr>
              <a:buSzPct val="75000"/>
              <a:buFont typeface="Wingdings" panose="05000000000000000000" pitchFamily="2" charset="2"/>
            </a:pPr>
            <a:r>
              <a:rPr lang="zh-CN" altLang="en-US" sz="2800" b="0" dirty="0"/>
              <a:t>例</a:t>
            </a:r>
            <a:r>
              <a:rPr lang="en-US" altLang="zh-CN" sz="2800" b="0"/>
              <a:t>9-1</a:t>
            </a:r>
            <a:r>
              <a:rPr lang="zh-CN" altLang="en-US" sz="2800" b="0" dirty="0"/>
              <a:t>中，结构数组名</a:t>
            </a:r>
            <a:r>
              <a:rPr lang="en-US" altLang="zh-CN" sz="2800" b="0"/>
              <a:t>friends</a:t>
            </a:r>
            <a:r>
              <a:rPr lang="zh-CN" altLang="en-US" sz="2800" b="0" dirty="0"/>
              <a:t>作为函数参数时，其实质就是结构指针作为函数参数，因为数组名代表数组的首地址。因此，结构数组名与结构指针变量都可以做为函数的参数。 </a:t>
            </a:r>
            <a:endParaRPr lang="zh-CN" altLang="en-US" sz="2800" b="0" dirty="0"/>
          </a:p>
          <a:p>
            <a:pPr algn="just" eaLnBrk="1" hangingPunct="1">
              <a:buClr>
                <a:schemeClr val="bg2"/>
              </a:buClr>
              <a:buSzPct val="75000"/>
              <a:buFont typeface="Wingdings" panose="05000000000000000000" pitchFamily="2" charset="2"/>
            </a:pPr>
            <a:endParaRPr lang="zh-CN" altLang="en-US" sz="2800" b="0" dirty="0"/>
          </a:p>
          <a:p>
            <a:pPr algn="just" eaLnBrk="1" hangingPunct="1">
              <a:buClr>
                <a:schemeClr val="bg2"/>
              </a:buClr>
              <a:buSzPct val="75000"/>
              <a:buFont typeface="Wingdings" panose="05000000000000000000" pitchFamily="2" charset="2"/>
            </a:pPr>
            <a:r>
              <a:rPr lang="zh-CN" altLang="en-US" sz="2800" b="0" dirty="0"/>
              <a:t>与结构变量作为函数参数相比，用结构指针作为函数参数的效率更高，因而是更佳的选择。 </a:t>
            </a:r>
            <a:endParaRPr lang="en-US" altLang="zh-CN" sz="2800" b="0"/>
          </a:p>
        </p:txBody>
      </p:sp>
      <p:sp>
        <p:nvSpPr>
          <p:cNvPr id="39941" name="Rectangle 4"/>
          <p:cNvSpPr/>
          <p:nvPr/>
        </p:nvSpPr>
        <p:spPr>
          <a:xfrm>
            <a:off x="457200" y="2514600"/>
            <a:ext cx="8686800" cy="4343400"/>
          </a:xfrm>
          <a:prstGeom prst="rect">
            <a:avLst/>
          </a:prstGeom>
          <a:noFill/>
          <a:ln w="9525">
            <a:noFill/>
          </a:ln>
        </p:spPr>
        <p:txBody>
          <a:bodyPr lIns="92075" tIns="46038" rIns="92075" bIns="46038"/>
          <a:p>
            <a:pPr marL="342900" indent="-342900" algn="just">
              <a:lnSpc>
                <a:spcPct val="90000"/>
              </a:lnSpc>
              <a:spcBef>
                <a:spcPct val="20000"/>
              </a:spcBef>
              <a:buClr>
                <a:schemeClr val="tx2"/>
              </a:buClr>
              <a:buSzPct val="80000"/>
            </a:pPr>
            <a:endParaRPr lang="zh-CN" altLang="en-US" sz="2800" dirty="0">
              <a:solidFill>
                <a:srgbClr val="FFFF00"/>
              </a:solidFill>
              <a:latin typeface="Arial" panose="02080604020202020204" pitchFamily="34" charset="0"/>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431107">
                                            <p:txEl>
                                              <p:charRg st="85" end="127"/>
                                            </p:txEl>
                                          </p:spTgt>
                                        </p:tgtEl>
                                        <p:attrNameLst>
                                          <p:attrName>style.visibility</p:attrName>
                                        </p:attrNameLst>
                                      </p:cBhvr>
                                      <p:to>
                                        <p:strVal val="visible"/>
                                      </p:to>
                                    </p:set>
                                    <p:animEffect transition="in" filter="wipe(down)">
                                      <p:cBhvr>
                                        <p:cTn id="7" dur="500"/>
                                        <p:tgtEl>
                                          <p:spTgt spid="431107">
                                            <p:txEl>
                                              <p:charRg st="85" end="12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Pixel">
  <a:themeElements>
    <a:clrScheme name="Pixel 12">
      <a:dk1>
        <a:srgbClr val="000000"/>
      </a:dk1>
      <a:lt1>
        <a:srgbClr val="FFFFFF"/>
      </a:lt1>
      <a:dk2>
        <a:srgbClr val="000000"/>
      </a:dk2>
      <a:lt2>
        <a:srgbClr val="00007D"/>
      </a:lt2>
      <a:accent1>
        <a:srgbClr val="9999FF"/>
      </a:accent1>
      <a:accent2>
        <a:srgbClr val="9999CC"/>
      </a:accent2>
      <a:accent3>
        <a:srgbClr val="FFFFFF"/>
      </a:accent3>
      <a:accent4>
        <a:srgbClr val="000000"/>
      </a:accent4>
      <a:accent5>
        <a:srgbClr val="CACAFF"/>
      </a:accent5>
      <a:accent6>
        <a:srgbClr val="8A8AB9"/>
      </a:accent6>
      <a:hlink>
        <a:srgbClr val="666699"/>
      </a:hlink>
      <a:folHlink>
        <a:srgbClr val="CCCCE6"/>
      </a:folHlink>
    </a:clrScheme>
    <a:fontScheme name="Pixel">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2075" tIns="46038" rIns="92075" bIns="46038"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0" lang="en-US" sz="1800" b="0" i="0" u="none" strike="noStrike" cap="none" normalizeH="0" baseline="0" smtClean="0">
            <a:ln>
              <a:noFill/>
            </a:ln>
            <a:solidFill>
              <a:schemeClr val="tx1"/>
            </a:solidFill>
            <a:effectLst/>
            <a:latin typeface="Arial" panose="02080604020202020204" pitchFamily="34" charset="0"/>
            <a:ea typeface="宋体"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2075" tIns="46038" rIns="92075" bIns="46038"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0" lang="en-US" sz="1800" b="0" i="0" u="none" strike="noStrike" cap="none" normalizeH="0" baseline="0" smtClean="0">
            <a:ln>
              <a:noFill/>
            </a:ln>
            <a:solidFill>
              <a:schemeClr val="tx1"/>
            </a:solidFill>
            <a:effectLst/>
            <a:latin typeface="Arial" panose="02080604020202020204" pitchFamily="34" charset="0"/>
            <a:ea typeface="宋体" pitchFamily="2" charset="-122"/>
          </a:defRPr>
        </a:defPPr>
      </a:lstStyle>
    </a:lnDef>
  </a:objectDefaults>
  <a:extraClrSchemeLst>
    <a:extraClrScheme>
      <a:clrScheme name="Pixel 1">
        <a:dk1>
          <a:srgbClr val="0066FF"/>
        </a:dk1>
        <a:lt1>
          <a:srgbClr val="FFFFFF"/>
        </a:lt1>
        <a:dk2>
          <a:srgbClr val="000066"/>
        </a:dk2>
        <a:lt2>
          <a:srgbClr val="FFFFFF"/>
        </a:lt2>
        <a:accent1>
          <a:srgbClr val="6699FF"/>
        </a:accent1>
        <a:accent2>
          <a:srgbClr val="3333FF"/>
        </a:accent2>
        <a:accent3>
          <a:srgbClr val="AAAAB8"/>
        </a:accent3>
        <a:accent4>
          <a:srgbClr val="DADADA"/>
        </a:accent4>
        <a:accent5>
          <a:srgbClr val="B8CAFF"/>
        </a:accent5>
        <a:accent6>
          <a:srgbClr val="2D2DE7"/>
        </a:accent6>
        <a:hlink>
          <a:srgbClr val="FFCC00"/>
        </a:hlink>
        <a:folHlink>
          <a:srgbClr val="0000CC"/>
        </a:folHlink>
      </a:clrScheme>
      <a:clrMap bg1="dk2" tx1="lt1" bg2="dk1" tx2="lt2" accent1="accent1" accent2="accent2" accent3="accent3" accent4="accent4" accent5="accent5" accent6="accent6" hlink="hlink" folHlink="folHlink"/>
    </a:extraClrScheme>
    <a:extraClrScheme>
      <a:clrScheme name="Pixel 2">
        <a:dk1>
          <a:srgbClr val="009999"/>
        </a:dk1>
        <a:lt1>
          <a:srgbClr val="FFFFFF"/>
        </a:lt1>
        <a:dk2>
          <a:srgbClr val="334B49"/>
        </a:dk2>
        <a:lt2>
          <a:srgbClr val="FFFFFF"/>
        </a:lt2>
        <a:accent1>
          <a:srgbClr val="33CCCC"/>
        </a:accent1>
        <a:accent2>
          <a:srgbClr val="008080"/>
        </a:accent2>
        <a:accent3>
          <a:srgbClr val="ADB1B1"/>
        </a:accent3>
        <a:accent4>
          <a:srgbClr val="DADADA"/>
        </a:accent4>
        <a:accent5>
          <a:srgbClr val="ADE2E2"/>
        </a:accent5>
        <a:accent6>
          <a:srgbClr val="007373"/>
        </a:accent6>
        <a:hlink>
          <a:srgbClr val="FFCC00"/>
        </a:hlink>
        <a:folHlink>
          <a:srgbClr val="006666"/>
        </a:folHlink>
      </a:clrScheme>
      <a:clrMap bg1="dk2" tx1="lt1" bg2="dk1" tx2="lt2" accent1="accent1" accent2="accent2" accent3="accent3" accent4="accent4" accent5="accent5" accent6="accent6" hlink="hlink" folHlink="folHlink"/>
    </a:extraClrScheme>
    <a:extraClrScheme>
      <a:clrScheme name="Pixel 3">
        <a:dk1>
          <a:srgbClr val="006699"/>
        </a:dk1>
        <a:lt1>
          <a:srgbClr val="FFFFFF"/>
        </a:lt1>
        <a:dk2>
          <a:srgbClr val="333399"/>
        </a:dk2>
        <a:lt2>
          <a:srgbClr val="FFFFFF"/>
        </a:lt2>
        <a:accent1>
          <a:srgbClr val="0099CC"/>
        </a:accent1>
        <a:accent2>
          <a:srgbClr val="0386AF"/>
        </a:accent2>
        <a:accent3>
          <a:srgbClr val="ADADCA"/>
        </a:accent3>
        <a:accent4>
          <a:srgbClr val="DADADA"/>
        </a:accent4>
        <a:accent5>
          <a:srgbClr val="AACAE2"/>
        </a:accent5>
        <a:accent6>
          <a:srgbClr val="02799E"/>
        </a:accent6>
        <a:hlink>
          <a:srgbClr val="FFCC00"/>
        </a:hlink>
        <a:folHlink>
          <a:srgbClr val="6699FF"/>
        </a:folHlink>
      </a:clrScheme>
      <a:clrMap bg1="dk2" tx1="lt1" bg2="dk1" tx2="lt2" accent1="accent1" accent2="accent2" accent3="accent3" accent4="accent4" accent5="accent5" accent6="accent6" hlink="hlink" folHlink="folHlink"/>
    </a:extraClrScheme>
    <a:extraClrScheme>
      <a:clrScheme name="Pixel 4">
        <a:dk1>
          <a:srgbClr val="008080"/>
        </a:dk1>
        <a:lt1>
          <a:srgbClr val="FFFFFF"/>
        </a:lt1>
        <a:dk2>
          <a:srgbClr val="2F978D"/>
        </a:dk2>
        <a:lt2>
          <a:srgbClr val="FFFFFF"/>
        </a:lt2>
        <a:accent1>
          <a:srgbClr val="0099FF"/>
        </a:accent1>
        <a:accent2>
          <a:srgbClr val="009999"/>
        </a:accent2>
        <a:accent3>
          <a:srgbClr val="ADC9C5"/>
        </a:accent3>
        <a:accent4>
          <a:srgbClr val="DADADA"/>
        </a:accent4>
        <a:accent5>
          <a:srgbClr val="AACAFF"/>
        </a:accent5>
        <a:accent6>
          <a:srgbClr val="008A8A"/>
        </a:accent6>
        <a:hlink>
          <a:srgbClr val="FFFFCC"/>
        </a:hlink>
        <a:folHlink>
          <a:srgbClr val="70CAC6"/>
        </a:folHlink>
      </a:clrScheme>
      <a:clrMap bg1="dk2" tx1="lt1" bg2="dk1" tx2="lt2" accent1="accent1" accent2="accent2" accent3="accent3" accent4="accent4" accent5="accent5" accent6="accent6" hlink="hlink" folHlink="folHlink"/>
    </a:extraClrScheme>
    <a:extraClrScheme>
      <a:clrScheme name="Pixel 5">
        <a:dk1>
          <a:srgbClr val="822504"/>
        </a:dk1>
        <a:lt1>
          <a:srgbClr val="FFFFFF"/>
        </a:lt1>
        <a:dk2>
          <a:srgbClr val="330000"/>
        </a:dk2>
        <a:lt2>
          <a:srgbClr val="FFFFFF"/>
        </a:lt2>
        <a:accent1>
          <a:srgbClr val="FF9900"/>
        </a:accent1>
        <a:accent2>
          <a:srgbClr val="9E2A06"/>
        </a:accent2>
        <a:accent3>
          <a:srgbClr val="ADAAAA"/>
        </a:accent3>
        <a:accent4>
          <a:srgbClr val="DADADA"/>
        </a:accent4>
        <a:accent5>
          <a:srgbClr val="FFCAAA"/>
        </a:accent5>
        <a:accent6>
          <a:srgbClr val="8F2505"/>
        </a:accent6>
        <a:hlink>
          <a:srgbClr val="FF3300"/>
        </a:hlink>
        <a:folHlink>
          <a:srgbClr val="7C0704"/>
        </a:folHlink>
      </a:clrScheme>
      <a:clrMap bg1="dk2" tx1="lt1" bg2="dk1" tx2="lt2" accent1="accent1" accent2="accent2" accent3="accent3" accent4="accent4" accent5="accent5" accent6="accent6" hlink="hlink" folHlink="folHlink"/>
    </a:extraClrScheme>
    <a:extraClrScheme>
      <a:clrScheme name="Pixel 6">
        <a:dk1>
          <a:srgbClr val="336600"/>
        </a:dk1>
        <a:lt1>
          <a:srgbClr val="FFFFFF"/>
        </a:lt1>
        <a:dk2>
          <a:srgbClr val="4A7911"/>
        </a:dk2>
        <a:lt2>
          <a:srgbClr val="FFFFFF"/>
        </a:lt2>
        <a:accent1>
          <a:srgbClr val="666633"/>
        </a:accent1>
        <a:accent2>
          <a:srgbClr val="669900"/>
        </a:accent2>
        <a:accent3>
          <a:srgbClr val="B1BEAA"/>
        </a:accent3>
        <a:accent4>
          <a:srgbClr val="DADADA"/>
        </a:accent4>
        <a:accent5>
          <a:srgbClr val="B8B8AD"/>
        </a:accent5>
        <a:accent6>
          <a:srgbClr val="5C8A00"/>
        </a:accent6>
        <a:hlink>
          <a:srgbClr val="FFCC00"/>
        </a:hlink>
        <a:folHlink>
          <a:srgbClr val="99CC00"/>
        </a:folHlink>
      </a:clrScheme>
      <a:clrMap bg1="dk2" tx1="lt1" bg2="dk1" tx2="lt2" accent1="accent1" accent2="accent2" accent3="accent3" accent4="accent4" accent5="accent5" accent6="accent6" hlink="hlink" folHlink="folHlink"/>
    </a:extraClrScheme>
    <a:extraClrScheme>
      <a:clrScheme name="Pixel 7">
        <a:dk1>
          <a:srgbClr val="000000"/>
        </a:dk1>
        <a:lt1>
          <a:srgbClr val="FFFFFF"/>
        </a:lt1>
        <a:dk2>
          <a:srgbClr val="000000"/>
        </a:dk2>
        <a:lt2>
          <a:srgbClr val="CC3300"/>
        </a:lt2>
        <a:accent1>
          <a:srgbClr val="FFCC00"/>
        </a:accent1>
        <a:accent2>
          <a:srgbClr val="CC6600"/>
        </a:accent2>
        <a:accent3>
          <a:srgbClr val="FFFFFF"/>
        </a:accent3>
        <a:accent4>
          <a:srgbClr val="000000"/>
        </a:accent4>
        <a:accent5>
          <a:srgbClr val="FFE2AA"/>
        </a:accent5>
        <a:accent6>
          <a:srgbClr val="B95C00"/>
        </a:accent6>
        <a:hlink>
          <a:srgbClr val="663300"/>
        </a:hlink>
        <a:folHlink>
          <a:srgbClr val="CC9900"/>
        </a:folHlink>
      </a:clrScheme>
      <a:clrMap bg1="lt1" tx1="dk1" bg2="lt2" tx2="dk2" accent1="accent1" accent2="accent2" accent3="accent3" accent4="accent4" accent5="accent5" accent6="accent6" hlink="hlink" folHlink="folHlink"/>
    </a:extraClrScheme>
    <a:extraClrScheme>
      <a:clrScheme name="Pixel 8">
        <a:dk1>
          <a:srgbClr val="003300"/>
        </a:dk1>
        <a:lt1>
          <a:srgbClr val="FFFFFF"/>
        </a:lt1>
        <a:dk2>
          <a:srgbClr val="000000"/>
        </a:dk2>
        <a:lt2>
          <a:srgbClr val="336600"/>
        </a:lt2>
        <a:accent1>
          <a:srgbClr val="CCCC00"/>
        </a:accent1>
        <a:accent2>
          <a:srgbClr val="669900"/>
        </a:accent2>
        <a:accent3>
          <a:srgbClr val="FFFFFF"/>
        </a:accent3>
        <a:accent4>
          <a:srgbClr val="002A00"/>
        </a:accent4>
        <a:accent5>
          <a:srgbClr val="E2E2AA"/>
        </a:accent5>
        <a:accent6>
          <a:srgbClr val="5C8A00"/>
        </a:accent6>
        <a:hlink>
          <a:srgbClr val="333300"/>
        </a:hlink>
        <a:folHlink>
          <a:srgbClr val="99CC00"/>
        </a:folHlink>
      </a:clrScheme>
      <a:clrMap bg1="lt1" tx1="dk1" bg2="lt2" tx2="dk2" accent1="accent1" accent2="accent2" accent3="accent3" accent4="accent4" accent5="accent5" accent6="accent6" hlink="hlink" folHlink="folHlink"/>
    </a:extraClrScheme>
    <a:extraClrScheme>
      <a:clrScheme name="Pixel 9">
        <a:dk1>
          <a:srgbClr val="000000"/>
        </a:dk1>
        <a:lt1>
          <a:srgbClr val="FFFFFF"/>
        </a:lt1>
        <a:dk2>
          <a:srgbClr val="000000"/>
        </a:dk2>
        <a:lt2>
          <a:srgbClr val="440044"/>
        </a:lt2>
        <a:accent1>
          <a:srgbClr val="FFCCCC"/>
        </a:accent1>
        <a:accent2>
          <a:srgbClr val="790571"/>
        </a:accent2>
        <a:accent3>
          <a:srgbClr val="FFFFFF"/>
        </a:accent3>
        <a:accent4>
          <a:srgbClr val="000000"/>
        </a:accent4>
        <a:accent5>
          <a:srgbClr val="FFE2E2"/>
        </a:accent5>
        <a:accent6>
          <a:srgbClr val="6D0466"/>
        </a:accent6>
        <a:hlink>
          <a:srgbClr val="993366"/>
        </a:hlink>
        <a:folHlink>
          <a:srgbClr val="9F839F"/>
        </a:folHlink>
      </a:clrScheme>
      <a:clrMap bg1="lt1" tx1="dk1" bg2="lt2" tx2="dk2" accent1="accent1" accent2="accent2" accent3="accent3" accent4="accent4" accent5="accent5" accent6="accent6" hlink="hlink" folHlink="folHlink"/>
    </a:extraClrScheme>
    <a:extraClrScheme>
      <a:clrScheme name="Pixel 10">
        <a:dk1>
          <a:srgbClr val="000000"/>
        </a:dk1>
        <a:lt1>
          <a:srgbClr val="FFFFFF"/>
        </a:lt1>
        <a:dk2>
          <a:srgbClr val="000000"/>
        </a:dk2>
        <a:lt2>
          <a:srgbClr val="FF9900"/>
        </a:lt2>
        <a:accent1>
          <a:srgbClr val="FFCC99"/>
        </a:accent1>
        <a:accent2>
          <a:srgbClr val="FBA313"/>
        </a:accent2>
        <a:accent3>
          <a:srgbClr val="FFFFFF"/>
        </a:accent3>
        <a:accent4>
          <a:srgbClr val="000000"/>
        </a:accent4>
        <a:accent5>
          <a:srgbClr val="FFE2CA"/>
        </a:accent5>
        <a:accent6>
          <a:srgbClr val="E39310"/>
        </a:accent6>
        <a:hlink>
          <a:srgbClr val="CC3300"/>
        </a:hlink>
        <a:folHlink>
          <a:srgbClr val="FCC66E"/>
        </a:folHlink>
      </a:clrScheme>
      <a:clrMap bg1="lt1" tx1="dk1" bg2="lt2" tx2="dk2" accent1="accent1" accent2="accent2" accent3="accent3" accent4="accent4" accent5="accent5" accent6="accent6" hlink="hlink" folHlink="folHlink"/>
    </a:extraClrScheme>
    <a:extraClrScheme>
      <a:clrScheme name="Pixel 11">
        <a:dk1>
          <a:srgbClr val="000000"/>
        </a:dk1>
        <a:lt1>
          <a:srgbClr val="FFFFFF"/>
        </a:lt1>
        <a:dk2>
          <a:srgbClr val="000000"/>
        </a:dk2>
        <a:lt2>
          <a:srgbClr val="779F92"/>
        </a:lt2>
        <a:accent1>
          <a:srgbClr val="33CCCC"/>
        </a:accent1>
        <a:accent2>
          <a:srgbClr val="9DC2D7"/>
        </a:accent2>
        <a:accent3>
          <a:srgbClr val="FFFFFF"/>
        </a:accent3>
        <a:accent4>
          <a:srgbClr val="000000"/>
        </a:accent4>
        <a:accent5>
          <a:srgbClr val="ADE2E2"/>
        </a:accent5>
        <a:accent6>
          <a:srgbClr val="8EB0C3"/>
        </a:accent6>
        <a:hlink>
          <a:srgbClr val="006666"/>
        </a:hlink>
        <a:folHlink>
          <a:srgbClr val="CCCCFF"/>
        </a:folHlink>
      </a:clrScheme>
      <a:clrMap bg1="lt1" tx1="dk1" bg2="lt2" tx2="dk2" accent1="accent1" accent2="accent2" accent3="accent3" accent4="accent4" accent5="accent5" accent6="accent6" hlink="hlink" folHlink="folHlink"/>
    </a:extraClrScheme>
    <a:extraClrScheme>
      <a:clrScheme name="Pixel 12">
        <a:dk1>
          <a:srgbClr val="000000"/>
        </a:dk1>
        <a:lt1>
          <a:srgbClr val="FFFFFF"/>
        </a:lt1>
        <a:dk2>
          <a:srgbClr val="000000"/>
        </a:dk2>
        <a:lt2>
          <a:srgbClr val="00007D"/>
        </a:lt2>
        <a:accent1>
          <a:srgbClr val="9999FF"/>
        </a:accent1>
        <a:accent2>
          <a:srgbClr val="9999CC"/>
        </a:accent2>
        <a:accent3>
          <a:srgbClr val="FFFFFF"/>
        </a:accent3>
        <a:accent4>
          <a:srgbClr val="000000"/>
        </a:accent4>
        <a:accent5>
          <a:srgbClr val="CACAFF"/>
        </a:accent5>
        <a:accent6>
          <a:srgbClr val="8A8AB9"/>
        </a:accent6>
        <a:hlink>
          <a:srgbClr val="666699"/>
        </a:hlink>
        <a:folHlink>
          <a:srgbClr val="CCCCE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8309</Words>
  <Application>WPS 演示</Application>
  <PresentationFormat>全屏显示(4:3)</PresentationFormat>
  <Paragraphs>587</Paragraphs>
  <Slides>37</Slides>
  <Notes>15</Notes>
  <HiddenSlides>0</HiddenSlides>
  <MMClips>0</MMClips>
  <ScaleCrop>false</ScaleCrop>
  <HeadingPairs>
    <vt:vector size="6" baseType="variant">
      <vt:variant>
        <vt:lpstr>已用的字体</vt:lpstr>
      </vt:variant>
      <vt:variant>
        <vt:i4>15</vt:i4>
      </vt:variant>
      <vt:variant>
        <vt:lpstr>主题</vt:lpstr>
      </vt:variant>
      <vt:variant>
        <vt:i4>1</vt:i4>
      </vt:variant>
      <vt:variant>
        <vt:lpstr>幻灯片标题</vt:lpstr>
      </vt:variant>
      <vt:variant>
        <vt:i4>37</vt:i4>
      </vt:variant>
    </vt:vector>
  </HeadingPairs>
  <TitlesOfParts>
    <vt:vector size="53" baseType="lpstr">
      <vt:lpstr>Arial</vt:lpstr>
      <vt:lpstr>宋体</vt:lpstr>
      <vt:lpstr>Wingdings</vt:lpstr>
      <vt:lpstr>DejaVu Sans</vt:lpstr>
      <vt:lpstr>文泉驿微米黑</vt:lpstr>
      <vt:lpstr>Arial Black</vt:lpstr>
      <vt:lpstr>Times New Roman</vt:lpstr>
      <vt:lpstr>仿宋_GB2312</vt:lpstr>
      <vt:lpstr>Symbol</vt:lpstr>
      <vt:lpstr>黑体</vt:lpstr>
      <vt:lpstr>Arial Unicode MS</vt:lpstr>
      <vt:lpstr>微软雅黑</vt:lpstr>
      <vt:lpstr>宋体</vt:lpstr>
      <vt:lpstr>Arial Unicode MS</vt:lpstr>
      <vt:lpstr>Noto Sans Symbols2</vt:lpstr>
      <vt:lpstr>Pixel</vt:lpstr>
      <vt:lpstr>Chap 9  结  构</vt:lpstr>
      <vt:lpstr>9.1  构建手机通讯录 </vt:lpstr>
      <vt:lpstr>9.1.1  程序解析</vt:lpstr>
      <vt:lpstr>9.1.1  程序解析－程序结构</vt:lpstr>
      <vt:lpstr>程序解析－数据类型/变量</vt:lpstr>
      <vt:lpstr>程序解析－全局变量/函数参数</vt:lpstr>
      <vt:lpstr>程序解析－源程序</vt:lpstr>
      <vt:lpstr>源程序</vt:lpstr>
      <vt:lpstr>PowerPoint 演示文稿</vt:lpstr>
      <vt:lpstr>PowerPoint 演示文稿</vt:lpstr>
      <vt:lpstr>9.1.2  结构的概念与定义</vt:lpstr>
      <vt:lpstr>结构的定义</vt:lpstr>
      <vt:lpstr>结构定义示例</vt:lpstr>
      <vt:lpstr>9.1.3  结构的嵌套定义</vt:lpstr>
      <vt:lpstr>结构的嵌套定义</vt:lpstr>
      <vt:lpstr>9.2  结构变量 </vt:lpstr>
      <vt:lpstr>9.2.1结构变量的定义和初始化</vt:lpstr>
      <vt:lpstr>结构变量的定义</vt:lpstr>
      <vt:lpstr>结构变量的初始化</vt:lpstr>
      <vt:lpstr>9.2.2  结构变量的使用</vt:lpstr>
      <vt:lpstr>例9-2  计算实发工资</vt:lpstr>
      <vt:lpstr>例9-2 源程序</vt:lpstr>
      <vt:lpstr>结构变量的使用－整体赋值</vt:lpstr>
      <vt:lpstr>结构变量的使用－函数参数</vt:lpstr>
      <vt:lpstr>例9-3 结构变量做为函数参数</vt:lpstr>
      <vt:lpstr>9.3  结构数组 </vt:lpstr>
      <vt:lpstr>9.3  结构数组 </vt:lpstr>
      <vt:lpstr>结构数组的初始化 </vt:lpstr>
      <vt:lpstr>结构数组元素 </vt:lpstr>
      <vt:lpstr>例9-4 结构数组排序 </vt:lpstr>
      <vt:lpstr>例9-4 源程序</vt:lpstr>
      <vt:lpstr>9.4  结构指针 </vt:lpstr>
      <vt:lpstr>9.4.1结构指针的概念</vt:lpstr>
      <vt:lpstr>结构指针的使用</vt:lpstr>
      <vt:lpstr>9.4.2 结构指针作为函数参数</vt:lpstr>
      <vt:lpstr>例9-5 源程序</vt:lpstr>
      <vt:lpstr>例9-1 说明</vt:lpstr>
    </vt:vector>
  </TitlesOfParts>
  <Company>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chap2_用C语言编写程序1-3</dc:title>
  <dc:creator>yanhui</dc:creator>
  <cp:lastModifiedBy>huxy</cp:lastModifiedBy>
  <cp:revision>1425</cp:revision>
  <dcterms:created xsi:type="dcterms:W3CDTF">2023-11-23T22:08:43Z</dcterms:created>
  <dcterms:modified xsi:type="dcterms:W3CDTF">2023-11-23T22:08:43Z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2052-11.1.0.10920</vt:lpwstr>
  </property>
</Properties>
</file>