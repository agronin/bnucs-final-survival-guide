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tags/tag82.xml" ContentType="application/vnd.openxmlformats-officedocument.presentationml.tags+xml"/>
  <Override PartName="/ppt/tags/tag83.xml" ContentType="application/vnd.openxmlformats-officedocument.presentationml.tags+xml"/>
  <Override PartName="/ppt/tags/tag84.xml" ContentType="application/vnd.openxmlformats-officedocument.presentationml.tags+xml"/>
  <Override PartName="/ppt/tags/tag85.xml" ContentType="application/vnd.openxmlformats-officedocument.presentationml.tags+xml"/>
  <Override PartName="/ppt/tags/tag86.xml" ContentType="application/vnd.openxmlformats-officedocument.presentationml.tags+xml"/>
  <Override PartName="/ppt/tags/tag87.xml" ContentType="application/vnd.openxmlformats-officedocument.presentationml.tags+xml"/>
  <Override PartName="/ppt/tags/tag88.xml" ContentType="application/vnd.openxmlformats-officedocument.presentationml.tags+xml"/>
  <Override PartName="/ppt/tags/tag89.xml" ContentType="application/vnd.openxmlformats-officedocument.presentationml.tags+xml"/>
  <Override PartName="/ppt/tags/tag90.xml" ContentType="application/vnd.openxmlformats-officedocument.presentationml.tags+xml"/>
  <Override PartName="/ppt/tags/tag91.xml" ContentType="application/vnd.openxmlformats-officedocument.presentationml.tags+xml"/>
  <Override PartName="/ppt/tags/tag92.xml" ContentType="application/vnd.openxmlformats-officedocument.presentationml.tags+xml"/>
  <Override PartName="/ppt/tags/tag93.xml" ContentType="application/vnd.openxmlformats-officedocument.presentationml.tags+xml"/>
  <Override PartName="/ppt/tags/tag94.xml" ContentType="application/vnd.openxmlformats-officedocument.presentationml.tags+xml"/>
  <Override PartName="/ppt/tags/tag95.xml" ContentType="application/vnd.openxmlformats-officedocument.presentationml.tags+xml"/>
  <Override PartName="/ppt/tags/tag96.xml" ContentType="application/vnd.openxmlformats-officedocument.presentationml.tags+xml"/>
  <Override PartName="/ppt/tags/tag97.xml" ContentType="application/vnd.openxmlformats-officedocument.presentationml.tags+xml"/>
  <Override PartName="/ppt/tags/tag98.xml" ContentType="application/vnd.openxmlformats-officedocument.presentationml.tags+xml"/>
  <Override PartName="/ppt/tags/tag99.xml" ContentType="application/vnd.openxmlformats-officedocument.presentationml.tags+xml"/>
  <Override PartName="/ppt/tags/tag100.xml" ContentType="application/vnd.openxmlformats-officedocument.presentationml.tags+xml"/>
  <Override PartName="/ppt/tags/tag101.xml" ContentType="application/vnd.openxmlformats-officedocument.presentationml.tags+xml"/>
  <Override PartName="/ppt/tags/tag102.xml" ContentType="application/vnd.openxmlformats-officedocument.presentationml.tags+xml"/>
  <Override PartName="/ppt/tags/tag103.xml" ContentType="application/vnd.openxmlformats-officedocument.presentationml.tags+xml"/>
  <Override PartName="/ppt/tags/tag104.xml" ContentType="application/vnd.openxmlformats-officedocument.presentationml.tags+xml"/>
  <Override PartName="/ppt/tags/tag105.xml" ContentType="application/vnd.openxmlformats-officedocument.presentationml.tags+xml"/>
  <Override PartName="/ppt/tags/tag106.xml" ContentType="application/vnd.openxmlformats-officedocument.presentationml.tags+xml"/>
  <Override PartName="/ppt/tags/tag107.xml" ContentType="application/vnd.openxmlformats-officedocument.presentationml.tags+xml"/>
  <Override PartName="/ppt/tags/tag108.xml" ContentType="application/vnd.openxmlformats-officedocument.presentationml.tags+xml"/>
  <Override PartName="/ppt/tags/tag109.xml" ContentType="application/vnd.openxmlformats-officedocument.presentationml.tags+xml"/>
  <Override PartName="/ppt/tags/tag110.xml" ContentType="application/vnd.openxmlformats-officedocument.presentationml.tags+xml"/>
  <Override PartName="/ppt/tags/tag111.xml" ContentType="application/vnd.openxmlformats-officedocument.presentationml.tags+xml"/>
  <Override PartName="/ppt/tags/tag112.xml" ContentType="application/vnd.openxmlformats-officedocument.presentationml.tags+xml"/>
  <Override PartName="/ppt/tags/tag113.xml" ContentType="application/vnd.openxmlformats-officedocument.presentationml.tags+xml"/>
  <Override PartName="/ppt/tags/tag114.xml" ContentType="application/vnd.openxmlformats-officedocument.presentationml.tags+xml"/>
  <Override PartName="/ppt/tags/tag115.xml" ContentType="application/vnd.openxmlformats-officedocument.presentationml.tags+xml"/>
  <Override PartName="/ppt/tags/tag116.xml" ContentType="application/vnd.openxmlformats-officedocument.presentationml.tags+xml"/>
  <Override PartName="/ppt/tags/tag117.xml" ContentType="application/vnd.openxmlformats-officedocument.presentationml.tags+xml"/>
  <Override PartName="/ppt/tags/tag118.xml" ContentType="application/vnd.openxmlformats-officedocument.presentationml.tags+xml"/>
  <Override PartName="/ppt/tags/tag119.xml" ContentType="application/vnd.openxmlformats-officedocument.presentationml.tags+xml"/>
  <Override PartName="/ppt/tags/tag120.xml" ContentType="application/vnd.openxmlformats-officedocument.presentationml.tags+xml"/>
  <Override PartName="/ppt/tags/tag121.xml" ContentType="application/vnd.openxmlformats-officedocument.presentationml.tags+xml"/>
  <Override PartName="/ppt/tags/tag122.xml" ContentType="application/vnd.openxmlformats-officedocument.presentationml.tags+xml"/>
  <Override PartName="/ppt/tags/tag123.xml" ContentType="application/vnd.openxmlformats-officedocument.presentationml.tags+xml"/>
  <Override PartName="/ppt/tags/tag124.xml" ContentType="application/vnd.openxmlformats-officedocument.presentationml.tags+xml"/>
  <Override PartName="/ppt/tags/tag125.xml" ContentType="application/vnd.openxmlformats-officedocument.presentationml.tags+xml"/>
  <Override PartName="/ppt/tags/tag126.xml" ContentType="application/vnd.openxmlformats-officedocument.presentationml.tags+xml"/>
  <Override PartName="/ppt/tags/tag127.xml" ContentType="application/vnd.openxmlformats-officedocument.presentationml.tags+xml"/>
  <Override PartName="/ppt/tags/tag128.xml" ContentType="application/vnd.openxmlformats-officedocument.presentationml.tags+xml"/>
  <Override PartName="/ppt/tags/tag129.xml" ContentType="application/vnd.openxmlformats-officedocument.presentationml.tags+xml"/>
  <Override PartName="/ppt/tags/tag130.xml" ContentType="application/vnd.openxmlformats-officedocument.presentationml.tags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theme/theme3.xml" ContentType="application/vnd.openxmlformats-officedocument.theme+xml"/>
  <Override PartName="/ppt/tags/tag131.xml" ContentType="application/vnd.openxmlformats-officedocument.presentationml.tags+xml"/>
  <Override PartName="/ppt/tags/tag132.xml" ContentType="application/vnd.openxmlformats-officedocument.presentationml.tags+xml"/>
  <Override PartName="/ppt/tags/tag133.xml" ContentType="application/vnd.openxmlformats-officedocument.presentationml.tags+xml"/>
  <Override PartName="/ppt/tags/tag134.xml" ContentType="application/vnd.openxmlformats-officedocument.presentationml.tags+xml"/>
  <Override PartName="/ppt/tags/tag135.xml" ContentType="application/vnd.openxmlformats-officedocument.presentationml.tags+xml"/>
  <Override PartName="/ppt/tags/tag136.xml" ContentType="application/vnd.openxmlformats-officedocument.presentationml.tags+xml"/>
  <Override PartName="/ppt/tags/tag137.xml" ContentType="application/vnd.openxmlformats-officedocument.presentationml.tags+xml"/>
  <Override PartName="/ppt/tags/tag138.xml" ContentType="application/vnd.openxmlformats-officedocument.presentationml.tags+xml"/>
  <Override PartName="/ppt/tags/tag139.xml" ContentType="application/vnd.openxmlformats-officedocument.presentationml.tags+xml"/>
  <Override PartName="/ppt/tags/tag140.xml" ContentType="application/vnd.openxmlformats-officedocument.presentationml.tags+xml"/>
  <Override PartName="/ppt/tags/tag141.xml" ContentType="application/vnd.openxmlformats-officedocument.presentationml.tags+xml"/>
  <Override PartName="/ppt/tags/tag142.xml" ContentType="application/vnd.openxmlformats-officedocument.presentationml.tags+xml"/>
  <Override PartName="/ppt/tags/tag143.xml" ContentType="application/vnd.openxmlformats-officedocument.presentationml.tags+xml"/>
  <Override PartName="/ppt/tags/tag144.xml" ContentType="application/vnd.openxmlformats-officedocument.presentationml.tags+xml"/>
  <Override PartName="/ppt/tags/tag145.xml" ContentType="application/vnd.openxmlformats-officedocument.presentationml.tags+xml"/>
  <Override PartName="/ppt/tags/tag146.xml" ContentType="application/vnd.openxmlformats-officedocument.presentationml.tags+xml"/>
  <Override PartName="/ppt/tags/tag147.xml" ContentType="application/vnd.openxmlformats-officedocument.presentationml.tags+xml"/>
  <Override PartName="/ppt/tags/tag148.xml" ContentType="application/vnd.openxmlformats-officedocument.presentationml.tags+xml"/>
  <Override PartName="/ppt/tags/tag149.xml" ContentType="application/vnd.openxmlformats-officedocument.presentationml.tags+xml"/>
  <Override PartName="/ppt/tags/tag150.xml" ContentType="application/vnd.openxmlformats-officedocument.presentationml.tags+xml"/>
  <Override PartName="/ppt/tags/tag151.xml" ContentType="application/vnd.openxmlformats-officedocument.presentationml.tags+xml"/>
  <Override PartName="/ppt/tags/tag152.xml" ContentType="application/vnd.openxmlformats-officedocument.presentationml.tags+xml"/>
  <Override PartName="/ppt/tags/tag153.xml" ContentType="application/vnd.openxmlformats-officedocument.presentationml.tags+xml"/>
  <Override PartName="/ppt/tags/tag154.xml" ContentType="application/vnd.openxmlformats-officedocument.presentationml.tags+xml"/>
  <Override PartName="/ppt/tags/tag155.xml" ContentType="application/vnd.openxmlformats-officedocument.presentationml.tags+xml"/>
  <Override PartName="/ppt/tags/tag156.xml" ContentType="application/vnd.openxmlformats-officedocument.presentationml.tags+xml"/>
  <Override PartName="/ppt/tags/tag157.xml" ContentType="application/vnd.openxmlformats-officedocument.presentationml.tags+xml"/>
  <Override PartName="/ppt/tags/tag158.xml" ContentType="application/vnd.openxmlformats-officedocument.presentationml.tags+xml"/>
  <Override PartName="/ppt/tags/tag159.xml" ContentType="application/vnd.openxmlformats-officedocument.presentationml.tags+xml"/>
  <Override PartName="/ppt/tags/tag160.xml" ContentType="application/vnd.openxmlformats-officedocument.presentationml.tags+xml"/>
  <Override PartName="/ppt/tags/tag161.xml" ContentType="application/vnd.openxmlformats-officedocument.presentationml.tags+xml"/>
  <Override PartName="/ppt/tags/tag162.xml" ContentType="application/vnd.openxmlformats-officedocument.presentationml.tags+xml"/>
  <Override PartName="/ppt/tags/tag163.xml" ContentType="application/vnd.openxmlformats-officedocument.presentationml.tags+xml"/>
  <Override PartName="/ppt/tags/tag164.xml" ContentType="application/vnd.openxmlformats-officedocument.presentationml.tags+xml"/>
  <Override PartName="/ppt/tags/tag165.xml" ContentType="application/vnd.openxmlformats-officedocument.presentationml.tags+xml"/>
  <Override PartName="/ppt/tags/tag166.xml" ContentType="application/vnd.openxmlformats-officedocument.presentationml.tags+xml"/>
  <Override PartName="/ppt/tags/tag167.xml" ContentType="application/vnd.openxmlformats-officedocument.presentationml.tags+xml"/>
  <Override PartName="/ppt/tags/tag168.xml" ContentType="application/vnd.openxmlformats-officedocument.presentationml.tags+xml"/>
  <Override PartName="/ppt/tags/tag169.xml" ContentType="application/vnd.openxmlformats-officedocument.presentationml.tags+xml"/>
  <Override PartName="/ppt/tags/tag170.xml" ContentType="application/vnd.openxmlformats-officedocument.presentationml.tags+xml"/>
  <Override PartName="/ppt/tags/tag171.xml" ContentType="application/vnd.openxmlformats-officedocument.presentationml.tags+xml"/>
  <Override PartName="/ppt/tags/tag172.xml" ContentType="application/vnd.openxmlformats-officedocument.presentationml.tags+xml"/>
  <Override PartName="/ppt/tags/tag173.xml" ContentType="application/vnd.openxmlformats-officedocument.presentationml.tags+xml"/>
  <Override PartName="/ppt/tags/tag174.xml" ContentType="application/vnd.openxmlformats-officedocument.presentationml.tags+xml"/>
  <Override PartName="/ppt/tags/tag175.xml" ContentType="application/vnd.openxmlformats-officedocument.presentationml.tags+xml"/>
  <Override PartName="/ppt/tags/tag176.xml" ContentType="application/vnd.openxmlformats-officedocument.presentationml.tags+xml"/>
  <Override PartName="/ppt/tags/tag177.xml" ContentType="application/vnd.openxmlformats-officedocument.presentationml.tags+xml"/>
  <Override PartName="/ppt/tags/tag178.xml" ContentType="application/vnd.openxmlformats-officedocument.presentationml.tags+xml"/>
  <Override PartName="/ppt/tags/tag179.xml" ContentType="application/vnd.openxmlformats-officedocument.presentationml.tags+xml"/>
  <Override PartName="/ppt/tags/tag180.xml" ContentType="application/vnd.openxmlformats-officedocument.presentationml.tags+xml"/>
  <Override PartName="/ppt/tags/tag181.xml" ContentType="application/vnd.openxmlformats-officedocument.presentationml.tags+xml"/>
  <Override PartName="/ppt/tags/tag182.xml" ContentType="application/vnd.openxmlformats-officedocument.presentationml.tags+xml"/>
  <Override PartName="/ppt/tags/tag183.xml" ContentType="application/vnd.openxmlformats-officedocument.presentationml.tags+xml"/>
  <Override PartName="/ppt/tags/tag184.xml" ContentType="application/vnd.openxmlformats-officedocument.presentationml.tags+xml"/>
  <Override PartName="/ppt/tags/tag185.xml" ContentType="application/vnd.openxmlformats-officedocument.presentationml.tags+xml"/>
  <Override PartName="/ppt/tags/tag186.xml" ContentType="application/vnd.openxmlformats-officedocument.presentationml.tags+xml"/>
  <Override PartName="/ppt/tags/tag187.xml" ContentType="application/vnd.openxmlformats-officedocument.presentationml.tags+xml"/>
  <Override PartName="/ppt/tags/tag188.xml" ContentType="application/vnd.openxmlformats-officedocument.presentationml.tags+xml"/>
  <Override PartName="/ppt/tags/tag189.xml" ContentType="application/vnd.openxmlformats-officedocument.presentationml.tags+xml"/>
  <Override PartName="/ppt/tags/tag190.xml" ContentType="application/vnd.openxmlformats-officedocument.presentationml.tags+xml"/>
  <Override PartName="/ppt/tags/tag191.xml" ContentType="application/vnd.openxmlformats-officedocument.presentationml.tags+xml"/>
  <Override PartName="/ppt/tags/tag192.xml" ContentType="application/vnd.openxmlformats-officedocument.presentationml.tags+xml"/>
  <Override PartName="/ppt/tags/tag193.xml" ContentType="application/vnd.openxmlformats-officedocument.presentationml.tags+xml"/>
  <Override PartName="/ppt/tags/tag194.xml" ContentType="application/vnd.openxmlformats-officedocument.presentationml.tags+xml"/>
  <Override PartName="/ppt/tags/tag195.xml" ContentType="application/vnd.openxmlformats-officedocument.presentationml.tags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theme/theme4.xml" ContentType="application/vnd.openxmlformats-officedocument.theme+xml"/>
  <Override PartName="/ppt/tags/tag196.xml" ContentType="application/vnd.openxmlformats-officedocument.presentationml.tags+xml"/>
  <Override PartName="/ppt/tags/tag197.xml" ContentType="application/vnd.openxmlformats-officedocument.presentationml.tags+xml"/>
  <Override PartName="/ppt/tags/tag198.xml" ContentType="application/vnd.openxmlformats-officedocument.presentationml.tags+xml"/>
  <Override PartName="/ppt/tags/tag199.xml" ContentType="application/vnd.openxmlformats-officedocument.presentationml.tags+xml"/>
  <Override PartName="/ppt/tags/tag200.xml" ContentType="application/vnd.openxmlformats-officedocument.presentationml.tags+xml"/>
  <Override PartName="/ppt/tags/tag201.xml" ContentType="application/vnd.openxmlformats-officedocument.presentationml.tags+xml"/>
  <Override PartName="/ppt/tags/tag202.xml" ContentType="application/vnd.openxmlformats-officedocument.presentationml.tags+xml"/>
  <Override PartName="/ppt/tags/tag203.xml" ContentType="application/vnd.openxmlformats-officedocument.presentationml.tags+xml"/>
  <Override PartName="/ppt/tags/tag204.xml" ContentType="application/vnd.openxmlformats-officedocument.presentationml.tags+xml"/>
  <Override PartName="/ppt/tags/tag205.xml" ContentType="application/vnd.openxmlformats-officedocument.presentationml.tags+xml"/>
  <Override PartName="/ppt/tags/tag206.xml" ContentType="application/vnd.openxmlformats-officedocument.presentationml.tags+xml"/>
  <Override PartName="/ppt/tags/tag207.xml" ContentType="application/vnd.openxmlformats-officedocument.presentationml.tags+xml"/>
  <Override PartName="/ppt/tags/tag208.xml" ContentType="application/vnd.openxmlformats-officedocument.presentationml.tags+xml"/>
  <Override PartName="/ppt/tags/tag209.xml" ContentType="application/vnd.openxmlformats-officedocument.presentationml.tags+xml"/>
  <Override PartName="/ppt/tags/tag210.xml" ContentType="application/vnd.openxmlformats-officedocument.presentationml.tags+xml"/>
  <Override PartName="/ppt/tags/tag211.xml" ContentType="application/vnd.openxmlformats-officedocument.presentationml.tags+xml"/>
  <Override PartName="/ppt/tags/tag212.xml" ContentType="application/vnd.openxmlformats-officedocument.presentationml.tags+xml"/>
  <Override PartName="/ppt/tags/tag213.xml" ContentType="application/vnd.openxmlformats-officedocument.presentationml.tags+xml"/>
  <Override PartName="/ppt/tags/tag214.xml" ContentType="application/vnd.openxmlformats-officedocument.presentationml.tags+xml"/>
  <Override PartName="/ppt/tags/tag215.xml" ContentType="application/vnd.openxmlformats-officedocument.presentationml.tags+xml"/>
  <Override PartName="/ppt/tags/tag216.xml" ContentType="application/vnd.openxmlformats-officedocument.presentationml.tags+xml"/>
  <Override PartName="/ppt/tags/tag217.xml" ContentType="application/vnd.openxmlformats-officedocument.presentationml.tags+xml"/>
  <Override PartName="/ppt/tags/tag218.xml" ContentType="application/vnd.openxmlformats-officedocument.presentationml.tags+xml"/>
  <Override PartName="/ppt/tags/tag219.xml" ContentType="application/vnd.openxmlformats-officedocument.presentationml.tags+xml"/>
  <Override PartName="/ppt/tags/tag220.xml" ContentType="application/vnd.openxmlformats-officedocument.presentationml.tags+xml"/>
  <Override PartName="/ppt/tags/tag221.xml" ContentType="application/vnd.openxmlformats-officedocument.presentationml.tags+xml"/>
  <Override PartName="/ppt/tags/tag222.xml" ContentType="application/vnd.openxmlformats-officedocument.presentationml.tags+xml"/>
  <Override PartName="/ppt/tags/tag223.xml" ContentType="application/vnd.openxmlformats-officedocument.presentationml.tags+xml"/>
  <Override PartName="/ppt/tags/tag224.xml" ContentType="application/vnd.openxmlformats-officedocument.presentationml.tags+xml"/>
  <Override PartName="/ppt/tags/tag225.xml" ContentType="application/vnd.openxmlformats-officedocument.presentationml.tags+xml"/>
  <Override PartName="/ppt/tags/tag226.xml" ContentType="application/vnd.openxmlformats-officedocument.presentationml.tags+xml"/>
  <Override PartName="/ppt/tags/tag227.xml" ContentType="application/vnd.openxmlformats-officedocument.presentationml.tags+xml"/>
  <Override PartName="/ppt/tags/tag228.xml" ContentType="application/vnd.openxmlformats-officedocument.presentationml.tags+xml"/>
  <Override PartName="/ppt/tags/tag229.xml" ContentType="application/vnd.openxmlformats-officedocument.presentationml.tags+xml"/>
  <Override PartName="/ppt/tags/tag230.xml" ContentType="application/vnd.openxmlformats-officedocument.presentationml.tags+xml"/>
  <Override PartName="/ppt/tags/tag231.xml" ContentType="application/vnd.openxmlformats-officedocument.presentationml.tags+xml"/>
  <Override PartName="/ppt/tags/tag232.xml" ContentType="application/vnd.openxmlformats-officedocument.presentationml.tags+xml"/>
  <Override PartName="/ppt/tags/tag233.xml" ContentType="application/vnd.openxmlformats-officedocument.presentationml.tags+xml"/>
  <Override PartName="/ppt/tags/tag234.xml" ContentType="application/vnd.openxmlformats-officedocument.presentationml.tags+xml"/>
  <Override PartName="/ppt/tags/tag235.xml" ContentType="application/vnd.openxmlformats-officedocument.presentationml.tags+xml"/>
  <Override PartName="/ppt/tags/tag236.xml" ContentType="application/vnd.openxmlformats-officedocument.presentationml.tags+xml"/>
  <Override PartName="/ppt/tags/tag237.xml" ContentType="application/vnd.openxmlformats-officedocument.presentationml.tags+xml"/>
  <Override PartName="/ppt/tags/tag238.xml" ContentType="application/vnd.openxmlformats-officedocument.presentationml.tags+xml"/>
  <Override PartName="/ppt/tags/tag239.xml" ContentType="application/vnd.openxmlformats-officedocument.presentationml.tags+xml"/>
  <Override PartName="/ppt/tags/tag240.xml" ContentType="application/vnd.openxmlformats-officedocument.presentationml.tags+xml"/>
  <Override PartName="/ppt/tags/tag241.xml" ContentType="application/vnd.openxmlformats-officedocument.presentationml.tags+xml"/>
  <Override PartName="/ppt/tags/tag242.xml" ContentType="application/vnd.openxmlformats-officedocument.presentationml.tags+xml"/>
  <Override PartName="/ppt/tags/tag243.xml" ContentType="application/vnd.openxmlformats-officedocument.presentationml.tags+xml"/>
  <Override PartName="/ppt/tags/tag244.xml" ContentType="application/vnd.openxmlformats-officedocument.presentationml.tags+xml"/>
  <Override PartName="/ppt/tags/tag245.xml" ContentType="application/vnd.openxmlformats-officedocument.presentationml.tags+xml"/>
  <Override PartName="/ppt/tags/tag246.xml" ContentType="application/vnd.openxmlformats-officedocument.presentationml.tags+xml"/>
  <Override PartName="/ppt/tags/tag247.xml" ContentType="application/vnd.openxmlformats-officedocument.presentationml.tags+xml"/>
  <Override PartName="/ppt/tags/tag248.xml" ContentType="application/vnd.openxmlformats-officedocument.presentationml.tags+xml"/>
  <Override PartName="/ppt/tags/tag249.xml" ContentType="application/vnd.openxmlformats-officedocument.presentationml.tags+xml"/>
  <Override PartName="/ppt/tags/tag250.xml" ContentType="application/vnd.openxmlformats-officedocument.presentationml.tags+xml"/>
  <Override PartName="/ppt/tags/tag251.xml" ContentType="application/vnd.openxmlformats-officedocument.presentationml.tags+xml"/>
  <Override PartName="/ppt/tags/tag252.xml" ContentType="application/vnd.openxmlformats-officedocument.presentationml.tags+xml"/>
  <Override PartName="/ppt/tags/tag253.xml" ContentType="application/vnd.openxmlformats-officedocument.presentationml.tags+xml"/>
  <Override PartName="/ppt/tags/tag254.xml" ContentType="application/vnd.openxmlformats-officedocument.presentationml.tags+xml"/>
  <Override PartName="/ppt/tags/tag255.xml" ContentType="application/vnd.openxmlformats-officedocument.presentationml.tags+xml"/>
  <Override PartName="/ppt/tags/tag256.xml" ContentType="application/vnd.openxmlformats-officedocument.presentationml.tags+xml"/>
  <Override PartName="/ppt/tags/tag257.xml" ContentType="application/vnd.openxmlformats-officedocument.presentationml.tags+xml"/>
  <Override PartName="/ppt/tags/tag258.xml" ContentType="application/vnd.openxmlformats-officedocument.presentationml.tags+xml"/>
  <Override PartName="/ppt/tags/tag259.xml" ContentType="application/vnd.openxmlformats-officedocument.presentationml.tags+xml"/>
  <Override PartName="/ppt/tags/tag260.xml" ContentType="application/vnd.openxmlformats-officedocument.presentationml.tags+xml"/>
  <Override PartName="/ppt/tags/tag261.xml" ContentType="application/vnd.openxmlformats-officedocument.presentationml.tags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theme/theme5.xml" ContentType="application/vnd.openxmlformats-officedocument.theme+xml"/>
  <Override PartName="/ppt/tags/tag262.xml" ContentType="application/vnd.openxmlformats-officedocument.presentationml.tags+xml"/>
  <Override PartName="/ppt/tags/tag263.xml" ContentType="application/vnd.openxmlformats-officedocument.presentationml.tags+xml"/>
  <Override PartName="/ppt/tags/tag264.xml" ContentType="application/vnd.openxmlformats-officedocument.presentationml.tags+xml"/>
  <Override PartName="/ppt/tags/tag265.xml" ContentType="application/vnd.openxmlformats-officedocument.presentationml.tags+xml"/>
  <Override PartName="/ppt/tags/tag266.xml" ContentType="application/vnd.openxmlformats-officedocument.presentationml.tags+xml"/>
  <Override PartName="/ppt/tags/tag267.xml" ContentType="application/vnd.openxmlformats-officedocument.presentationml.tags+xml"/>
  <Override PartName="/ppt/tags/tag268.xml" ContentType="application/vnd.openxmlformats-officedocument.presentationml.tags+xml"/>
  <Override PartName="/ppt/tags/tag269.xml" ContentType="application/vnd.openxmlformats-officedocument.presentationml.tags+xml"/>
  <Override PartName="/ppt/tags/tag270.xml" ContentType="application/vnd.openxmlformats-officedocument.presentationml.tags+xml"/>
  <Override PartName="/ppt/tags/tag271.xml" ContentType="application/vnd.openxmlformats-officedocument.presentationml.tags+xml"/>
  <Override PartName="/ppt/tags/tag272.xml" ContentType="application/vnd.openxmlformats-officedocument.presentationml.tags+xml"/>
  <Override PartName="/ppt/tags/tag273.xml" ContentType="application/vnd.openxmlformats-officedocument.presentationml.tags+xml"/>
  <Override PartName="/ppt/tags/tag274.xml" ContentType="application/vnd.openxmlformats-officedocument.presentationml.tags+xml"/>
  <Override PartName="/ppt/tags/tag275.xml" ContentType="application/vnd.openxmlformats-officedocument.presentationml.tags+xml"/>
  <Override PartName="/ppt/tags/tag276.xml" ContentType="application/vnd.openxmlformats-officedocument.presentationml.tags+xml"/>
  <Override PartName="/ppt/tags/tag277.xml" ContentType="application/vnd.openxmlformats-officedocument.presentationml.tags+xml"/>
  <Override PartName="/ppt/tags/tag278.xml" ContentType="application/vnd.openxmlformats-officedocument.presentationml.tags+xml"/>
  <Override PartName="/ppt/tags/tag279.xml" ContentType="application/vnd.openxmlformats-officedocument.presentationml.tags+xml"/>
  <Override PartName="/ppt/tags/tag280.xml" ContentType="application/vnd.openxmlformats-officedocument.presentationml.tags+xml"/>
  <Override PartName="/ppt/tags/tag281.xml" ContentType="application/vnd.openxmlformats-officedocument.presentationml.tags+xml"/>
  <Override PartName="/ppt/tags/tag282.xml" ContentType="application/vnd.openxmlformats-officedocument.presentationml.tags+xml"/>
  <Override PartName="/ppt/tags/tag283.xml" ContentType="application/vnd.openxmlformats-officedocument.presentationml.tags+xml"/>
  <Override PartName="/ppt/tags/tag284.xml" ContentType="application/vnd.openxmlformats-officedocument.presentationml.tags+xml"/>
  <Override PartName="/ppt/tags/tag285.xml" ContentType="application/vnd.openxmlformats-officedocument.presentationml.tags+xml"/>
  <Override PartName="/ppt/tags/tag286.xml" ContentType="application/vnd.openxmlformats-officedocument.presentationml.tags+xml"/>
  <Override PartName="/ppt/tags/tag287.xml" ContentType="application/vnd.openxmlformats-officedocument.presentationml.tags+xml"/>
  <Override PartName="/ppt/tags/tag288.xml" ContentType="application/vnd.openxmlformats-officedocument.presentationml.tags+xml"/>
  <Override PartName="/ppt/tags/tag289.xml" ContentType="application/vnd.openxmlformats-officedocument.presentationml.tags+xml"/>
  <Override PartName="/ppt/tags/tag290.xml" ContentType="application/vnd.openxmlformats-officedocument.presentationml.tags+xml"/>
  <Override PartName="/ppt/tags/tag291.xml" ContentType="application/vnd.openxmlformats-officedocument.presentationml.tags+xml"/>
  <Override PartName="/ppt/tags/tag292.xml" ContentType="application/vnd.openxmlformats-officedocument.presentationml.tags+xml"/>
  <Override PartName="/ppt/tags/tag293.xml" ContentType="application/vnd.openxmlformats-officedocument.presentationml.tags+xml"/>
  <Override PartName="/ppt/tags/tag294.xml" ContentType="application/vnd.openxmlformats-officedocument.presentationml.tags+xml"/>
  <Override PartName="/ppt/tags/tag295.xml" ContentType="application/vnd.openxmlformats-officedocument.presentationml.tags+xml"/>
  <Override PartName="/ppt/tags/tag296.xml" ContentType="application/vnd.openxmlformats-officedocument.presentationml.tags+xml"/>
  <Override PartName="/ppt/tags/tag297.xml" ContentType="application/vnd.openxmlformats-officedocument.presentationml.tags+xml"/>
  <Override PartName="/ppt/tags/tag298.xml" ContentType="application/vnd.openxmlformats-officedocument.presentationml.tags+xml"/>
  <Override PartName="/ppt/tags/tag299.xml" ContentType="application/vnd.openxmlformats-officedocument.presentationml.tags+xml"/>
  <Override PartName="/ppt/tags/tag300.xml" ContentType="application/vnd.openxmlformats-officedocument.presentationml.tags+xml"/>
  <Override PartName="/ppt/tags/tag301.xml" ContentType="application/vnd.openxmlformats-officedocument.presentationml.tags+xml"/>
  <Override PartName="/ppt/tags/tag302.xml" ContentType="application/vnd.openxmlformats-officedocument.presentationml.tags+xml"/>
  <Override PartName="/ppt/tags/tag303.xml" ContentType="application/vnd.openxmlformats-officedocument.presentationml.tags+xml"/>
  <Override PartName="/ppt/tags/tag304.xml" ContentType="application/vnd.openxmlformats-officedocument.presentationml.tags+xml"/>
  <Override PartName="/ppt/tags/tag305.xml" ContentType="application/vnd.openxmlformats-officedocument.presentationml.tags+xml"/>
  <Override PartName="/ppt/tags/tag306.xml" ContentType="application/vnd.openxmlformats-officedocument.presentationml.tags+xml"/>
  <Override PartName="/ppt/tags/tag307.xml" ContentType="application/vnd.openxmlformats-officedocument.presentationml.tags+xml"/>
  <Override PartName="/ppt/tags/tag308.xml" ContentType="application/vnd.openxmlformats-officedocument.presentationml.tags+xml"/>
  <Override PartName="/ppt/tags/tag309.xml" ContentType="application/vnd.openxmlformats-officedocument.presentationml.tags+xml"/>
  <Override PartName="/ppt/tags/tag310.xml" ContentType="application/vnd.openxmlformats-officedocument.presentationml.tags+xml"/>
  <Override PartName="/ppt/tags/tag311.xml" ContentType="application/vnd.openxmlformats-officedocument.presentationml.tags+xml"/>
  <Override PartName="/ppt/tags/tag312.xml" ContentType="application/vnd.openxmlformats-officedocument.presentationml.tags+xml"/>
  <Override PartName="/ppt/tags/tag313.xml" ContentType="application/vnd.openxmlformats-officedocument.presentationml.tags+xml"/>
  <Override PartName="/ppt/tags/tag314.xml" ContentType="application/vnd.openxmlformats-officedocument.presentationml.tags+xml"/>
  <Override PartName="/ppt/tags/tag315.xml" ContentType="application/vnd.openxmlformats-officedocument.presentationml.tags+xml"/>
  <Override PartName="/ppt/tags/tag316.xml" ContentType="application/vnd.openxmlformats-officedocument.presentationml.tags+xml"/>
  <Override PartName="/ppt/tags/tag317.xml" ContentType="application/vnd.openxmlformats-officedocument.presentationml.tags+xml"/>
  <Override PartName="/ppt/tags/tag318.xml" ContentType="application/vnd.openxmlformats-officedocument.presentationml.tags+xml"/>
  <Override PartName="/ppt/tags/tag319.xml" ContentType="application/vnd.openxmlformats-officedocument.presentationml.tags+xml"/>
  <Override PartName="/ppt/tags/tag320.xml" ContentType="application/vnd.openxmlformats-officedocument.presentationml.tags+xml"/>
  <Override PartName="/ppt/tags/tag321.xml" ContentType="application/vnd.openxmlformats-officedocument.presentationml.tags+xml"/>
  <Override PartName="/ppt/tags/tag322.xml" ContentType="application/vnd.openxmlformats-officedocument.presentationml.tags+xml"/>
  <Override PartName="/ppt/tags/tag323.xml" ContentType="application/vnd.openxmlformats-officedocument.presentationml.tags+xml"/>
  <Override PartName="/ppt/tags/tag324.xml" ContentType="application/vnd.openxmlformats-officedocument.presentationml.tags+xml"/>
  <Override PartName="/ppt/tags/tag325.xml" ContentType="application/vnd.openxmlformats-officedocument.presentationml.tags+xml"/>
  <Override PartName="/ppt/tags/tag326.xml" ContentType="application/vnd.openxmlformats-officedocument.presentationml.tags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63.xml" ContentType="application/vnd.openxmlformats-officedocument.presentationml.slideLayout+xml"/>
  <Override PartName="/ppt/slideLayouts/slideLayout64.xml" ContentType="application/vnd.openxmlformats-officedocument.presentationml.slideLayout+xml"/>
  <Override PartName="/ppt/slideLayouts/slideLayout65.xml" ContentType="application/vnd.openxmlformats-officedocument.presentationml.slideLayout+xml"/>
  <Override PartName="/ppt/slideLayouts/slideLayout66.xml" ContentType="application/vnd.openxmlformats-officedocument.presentationml.slideLayout+xml"/>
  <Override PartName="/ppt/theme/theme6.xml" ContentType="application/vnd.openxmlformats-officedocument.theme+xml"/>
  <Override PartName="/ppt/tags/tag327.xml" ContentType="application/vnd.openxmlformats-officedocument.presentationml.tags+xml"/>
  <Override PartName="/ppt/tags/tag328.xml" ContentType="application/vnd.openxmlformats-officedocument.presentationml.tags+xml"/>
  <Override PartName="/ppt/tags/tag329.xml" ContentType="application/vnd.openxmlformats-officedocument.presentationml.tags+xml"/>
  <Override PartName="/ppt/tags/tag330.xml" ContentType="application/vnd.openxmlformats-officedocument.presentationml.tags+xml"/>
  <Override PartName="/ppt/tags/tag331.xml" ContentType="application/vnd.openxmlformats-officedocument.presentationml.tags+xml"/>
  <Override PartName="/ppt/tags/tag332.xml" ContentType="application/vnd.openxmlformats-officedocument.presentationml.tags+xml"/>
  <Override PartName="/ppt/tags/tag333.xml" ContentType="application/vnd.openxmlformats-officedocument.presentationml.tags+xml"/>
  <Override PartName="/ppt/tags/tag334.xml" ContentType="application/vnd.openxmlformats-officedocument.presentationml.tags+xml"/>
  <Override PartName="/ppt/tags/tag335.xml" ContentType="application/vnd.openxmlformats-officedocument.presentationml.tags+xml"/>
  <Override PartName="/ppt/tags/tag336.xml" ContentType="application/vnd.openxmlformats-officedocument.presentationml.tags+xml"/>
  <Override PartName="/ppt/tags/tag337.xml" ContentType="application/vnd.openxmlformats-officedocument.presentationml.tags+xml"/>
  <Override PartName="/ppt/tags/tag338.xml" ContentType="application/vnd.openxmlformats-officedocument.presentationml.tags+xml"/>
  <Override PartName="/ppt/tags/tag339.xml" ContentType="application/vnd.openxmlformats-officedocument.presentationml.tags+xml"/>
  <Override PartName="/ppt/tags/tag340.xml" ContentType="application/vnd.openxmlformats-officedocument.presentationml.tags+xml"/>
  <Override PartName="/ppt/tags/tag341.xml" ContentType="application/vnd.openxmlformats-officedocument.presentationml.tags+xml"/>
  <Override PartName="/ppt/tags/tag342.xml" ContentType="application/vnd.openxmlformats-officedocument.presentationml.tags+xml"/>
  <Override PartName="/ppt/tags/tag343.xml" ContentType="application/vnd.openxmlformats-officedocument.presentationml.tags+xml"/>
  <Override PartName="/ppt/tags/tag344.xml" ContentType="application/vnd.openxmlformats-officedocument.presentationml.tags+xml"/>
  <Override PartName="/ppt/tags/tag345.xml" ContentType="application/vnd.openxmlformats-officedocument.presentationml.tags+xml"/>
  <Override PartName="/ppt/tags/tag346.xml" ContentType="application/vnd.openxmlformats-officedocument.presentationml.tags+xml"/>
  <Override PartName="/ppt/tags/tag347.xml" ContentType="application/vnd.openxmlformats-officedocument.presentationml.tags+xml"/>
  <Override PartName="/ppt/tags/tag348.xml" ContentType="application/vnd.openxmlformats-officedocument.presentationml.tags+xml"/>
  <Override PartName="/ppt/tags/tag349.xml" ContentType="application/vnd.openxmlformats-officedocument.presentationml.tags+xml"/>
  <Override PartName="/ppt/tags/tag350.xml" ContentType="application/vnd.openxmlformats-officedocument.presentationml.tags+xml"/>
  <Override PartName="/ppt/tags/tag351.xml" ContentType="application/vnd.openxmlformats-officedocument.presentationml.tags+xml"/>
  <Override PartName="/ppt/tags/tag352.xml" ContentType="application/vnd.openxmlformats-officedocument.presentationml.tags+xml"/>
  <Override PartName="/ppt/tags/tag353.xml" ContentType="application/vnd.openxmlformats-officedocument.presentationml.tags+xml"/>
  <Override PartName="/ppt/tags/tag354.xml" ContentType="application/vnd.openxmlformats-officedocument.presentationml.tags+xml"/>
  <Override PartName="/ppt/tags/tag355.xml" ContentType="application/vnd.openxmlformats-officedocument.presentationml.tags+xml"/>
  <Override PartName="/ppt/tags/tag356.xml" ContentType="application/vnd.openxmlformats-officedocument.presentationml.tags+xml"/>
  <Override PartName="/ppt/tags/tag357.xml" ContentType="application/vnd.openxmlformats-officedocument.presentationml.tags+xml"/>
  <Override PartName="/ppt/tags/tag358.xml" ContentType="application/vnd.openxmlformats-officedocument.presentationml.tags+xml"/>
  <Override PartName="/ppt/tags/tag359.xml" ContentType="application/vnd.openxmlformats-officedocument.presentationml.tags+xml"/>
  <Override PartName="/ppt/tags/tag360.xml" ContentType="application/vnd.openxmlformats-officedocument.presentationml.tags+xml"/>
  <Override PartName="/ppt/tags/tag361.xml" ContentType="application/vnd.openxmlformats-officedocument.presentationml.tags+xml"/>
  <Override PartName="/ppt/tags/tag362.xml" ContentType="application/vnd.openxmlformats-officedocument.presentationml.tags+xml"/>
  <Override PartName="/ppt/tags/tag363.xml" ContentType="application/vnd.openxmlformats-officedocument.presentationml.tags+xml"/>
  <Override PartName="/ppt/tags/tag364.xml" ContentType="application/vnd.openxmlformats-officedocument.presentationml.tags+xml"/>
  <Override PartName="/ppt/tags/tag365.xml" ContentType="application/vnd.openxmlformats-officedocument.presentationml.tags+xml"/>
  <Override PartName="/ppt/tags/tag366.xml" ContentType="application/vnd.openxmlformats-officedocument.presentationml.tags+xml"/>
  <Override PartName="/ppt/tags/tag367.xml" ContentType="application/vnd.openxmlformats-officedocument.presentationml.tags+xml"/>
  <Override PartName="/ppt/tags/tag368.xml" ContentType="application/vnd.openxmlformats-officedocument.presentationml.tags+xml"/>
  <Override PartName="/ppt/tags/tag369.xml" ContentType="application/vnd.openxmlformats-officedocument.presentationml.tags+xml"/>
  <Override PartName="/ppt/tags/tag370.xml" ContentType="application/vnd.openxmlformats-officedocument.presentationml.tags+xml"/>
  <Override PartName="/ppt/tags/tag371.xml" ContentType="application/vnd.openxmlformats-officedocument.presentationml.tags+xml"/>
  <Override PartName="/ppt/tags/tag372.xml" ContentType="application/vnd.openxmlformats-officedocument.presentationml.tags+xml"/>
  <Override PartName="/ppt/tags/tag373.xml" ContentType="application/vnd.openxmlformats-officedocument.presentationml.tags+xml"/>
  <Override PartName="/ppt/tags/tag374.xml" ContentType="application/vnd.openxmlformats-officedocument.presentationml.tags+xml"/>
  <Override PartName="/ppt/tags/tag375.xml" ContentType="application/vnd.openxmlformats-officedocument.presentationml.tags+xml"/>
  <Override PartName="/ppt/tags/tag376.xml" ContentType="application/vnd.openxmlformats-officedocument.presentationml.tags+xml"/>
  <Override PartName="/ppt/tags/tag377.xml" ContentType="application/vnd.openxmlformats-officedocument.presentationml.tags+xml"/>
  <Override PartName="/ppt/tags/tag378.xml" ContentType="application/vnd.openxmlformats-officedocument.presentationml.tags+xml"/>
  <Override PartName="/ppt/tags/tag379.xml" ContentType="application/vnd.openxmlformats-officedocument.presentationml.tags+xml"/>
  <Override PartName="/ppt/tags/tag380.xml" ContentType="application/vnd.openxmlformats-officedocument.presentationml.tags+xml"/>
  <Override PartName="/ppt/tags/tag381.xml" ContentType="application/vnd.openxmlformats-officedocument.presentationml.tags+xml"/>
  <Override PartName="/ppt/tags/tag382.xml" ContentType="application/vnd.openxmlformats-officedocument.presentationml.tags+xml"/>
  <Override PartName="/ppt/tags/tag383.xml" ContentType="application/vnd.openxmlformats-officedocument.presentationml.tags+xml"/>
  <Override PartName="/ppt/tags/tag384.xml" ContentType="application/vnd.openxmlformats-officedocument.presentationml.tags+xml"/>
  <Override PartName="/ppt/tags/tag385.xml" ContentType="application/vnd.openxmlformats-officedocument.presentationml.tags+xml"/>
  <Override PartName="/ppt/tags/tag386.xml" ContentType="application/vnd.openxmlformats-officedocument.presentationml.tags+xml"/>
  <Override PartName="/ppt/tags/tag387.xml" ContentType="application/vnd.openxmlformats-officedocument.presentationml.tags+xml"/>
  <Override PartName="/ppt/tags/tag388.xml" ContentType="application/vnd.openxmlformats-officedocument.presentationml.tags+xml"/>
  <Override PartName="/ppt/tags/tag389.xml" ContentType="application/vnd.openxmlformats-officedocument.presentationml.tags+xml"/>
  <Override PartName="/ppt/slideLayouts/slideLayout67.xml" ContentType="application/vnd.openxmlformats-officedocument.presentationml.slideLayout+xml"/>
  <Override PartName="/ppt/slideLayouts/slideLayout68.xml" ContentType="application/vnd.openxmlformats-officedocument.presentationml.slideLayout+xml"/>
  <Override PartName="/ppt/slideLayouts/slideLayout69.xml" ContentType="application/vnd.openxmlformats-officedocument.presentationml.slideLayout+xml"/>
  <Override PartName="/ppt/slideLayouts/slideLayout70.xml" ContentType="application/vnd.openxmlformats-officedocument.presentationml.slideLayout+xml"/>
  <Override PartName="/ppt/slideLayouts/slideLayout71.xml" ContentType="application/vnd.openxmlformats-officedocument.presentationml.slideLayout+xml"/>
  <Override PartName="/ppt/slideLayouts/slideLayout72.xml" ContentType="application/vnd.openxmlformats-officedocument.presentationml.slideLayout+xml"/>
  <Override PartName="/ppt/slideLayouts/slideLayout73.xml" ContentType="application/vnd.openxmlformats-officedocument.presentationml.slideLayout+xml"/>
  <Override PartName="/ppt/slideLayouts/slideLayout74.xml" ContentType="application/vnd.openxmlformats-officedocument.presentationml.slideLayout+xml"/>
  <Override PartName="/ppt/slideLayouts/slideLayout75.xml" ContentType="application/vnd.openxmlformats-officedocument.presentationml.slideLayout+xml"/>
  <Override PartName="/ppt/slideLayouts/slideLayout76.xml" ContentType="application/vnd.openxmlformats-officedocument.presentationml.slideLayout+xml"/>
  <Override PartName="/ppt/slideLayouts/slideLayout77.xml" ContentType="application/vnd.openxmlformats-officedocument.presentationml.slideLayout+xml"/>
  <Override PartName="/ppt/theme/theme7.xml" ContentType="application/vnd.openxmlformats-officedocument.theme+xml"/>
  <Override PartName="/ppt/tags/tag390.xml" ContentType="application/vnd.openxmlformats-officedocument.presentationml.tags+xml"/>
  <Override PartName="/ppt/tags/tag391.xml" ContentType="application/vnd.openxmlformats-officedocument.presentationml.tags+xml"/>
  <Override PartName="/ppt/tags/tag392.xml" ContentType="application/vnd.openxmlformats-officedocument.presentationml.tags+xml"/>
  <Override PartName="/ppt/tags/tag393.xml" ContentType="application/vnd.openxmlformats-officedocument.presentationml.tags+xml"/>
  <Override PartName="/ppt/tags/tag394.xml" ContentType="application/vnd.openxmlformats-officedocument.presentationml.tags+xml"/>
  <Override PartName="/ppt/tags/tag395.xml" ContentType="application/vnd.openxmlformats-officedocument.presentationml.tags+xml"/>
  <Override PartName="/ppt/tags/tag396.xml" ContentType="application/vnd.openxmlformats-officedocument.presentationml.tags+xml"/>
  <Override PartName="/ppt/tags/tag397.xml" ContentType="application/vnd.openxmlformats-officedocument.presentationml.tags+xml"/>
  <Override PartName="/ppt/tags/tag398.xml" ContentType="application/vnd.openxmlformats-officedocument.presentationml.tags+xml"/>
  <Override PartName="/ppt/tags/tag399.xml" ContentType="application/vnd.openxmlformats-officedocument.presentationml.tags+xml"/>
  <Override PartName="/ppt/tags/tag400.xml" ContentType="application/vnd.openxmlformats-officedocument.presentationml.tags+xml"/>
  <Override PartName="/ppt/tags/tag401.xml" ContentType="application/vnd.openxmlformats-officedocument.presentationml.tags+xml"/>
  <Override PartName="/ppt/tags/tag402.xml" ContentType="application/vnd.openxmlformats-officedocument.presentationml.tags+xml"/>
  <Override PartName="/ppt/tags/tag403.xml" ContentType="application/vnd.openxmlformats-officedocument.presentationml.tags+xml"/>
  <Override PartName="/ppt/tags/tag404.xml" ContentType="application/vnd.openxmlformats-officedocument.presentationml.tags+xml"/>
  <Override PartName="/ppt/tags/tag405.xml" ContentType="application/vnd.openxmlformats-officedocument.presentationml.tags+xml"/>
  <Override PartName="/ppt/tags/tag406.xml" ContentType="application/vnd.openxmlformats-officedocument.presentationml.tags+xml"/>
  <Override PartName="/ppt/tags/tag407.xml" ContentType="application/vnd.openxmlformats-officedocument.presentationml.tags+xml"/>
  <Override PartName="/ppt/tags/tag408.xml" ContentType="application/vnd.openxmlformats-officedocument.presentationml.tags+xml"/>
  <Override PartName="/ppt/tags/tag409.xml" ContentType="application/vnd.openxmlformats-officedocument.presentationml.tags+xml"/>
  <Override PartName="/ppt/tags/tag410.xml" ContentType="application/vnd.openxmlformats-officedocument.presentationml.tags+xml"/>
  <Override PartName="/ppt/tags/tag411.xml" ContentType="application/vnd.openxmlformats-officedocument.presentationml.tags+xml"/>
  <Override PartName="/ppt/tags/tag412.xml" ContentType="application/vnd.openxmlformats-officedocument.presentationml.tags+xml"/>
  <Override PartName="/ppt/tags/tag413.xml" ContentType="application/vnd.openxmlformats-officedocument.presentationml.tags+xml"/>
  <Override PartName="/ppt/tags/tag414.xml" ContentType="application/vnd.openxmlformats-officedocument.presentationml.tags+xml"/>
  <Override PartName="/ppt/tags/tag415.xml" ContentType="application/vnd.openxmlformats-officedocument.presentationml.tags+xml"/>
  <Override PartName="/ppt/tags/tag416.xml" ContentType="application/vnd.openxmlformats-officedocument.presentationml.tags+xml"/>
  <Override PartName="/ppt/tags/tag417.xml" ContentType="application/vnd.openxmlformats-officedocument.presentationml.tags+xml"/>
  <Override PartName="/ppt/tags/tag418.xml" ContentType="application/vnd.openxmlformats-officedocument.presentationml.tags+xml"/>
  <Override PartName="/ppt/tags/tag419.xml" ContentType="application/vnd.openxmlformats-officedocument.presentationml.tags+xml"/>
  <Override PartName="/ppt/tags/tag420.xml" ContentType="application/vnd.openxmlformats-officedocument.presentationml.tags+xml"/>
  <Override PartName="/ppt/tags/tag421.xml" ContentType="application/vnd.openxmlformats-officedocument.presentationml.tags+xml"/>
  <Override PartName="/ppt/tags/tag422.xml" ContentType="application/vnd.openxmlformats-officedocument.presentationml.tags+xml"/>
  <Override PartName="/ppt/tags/tag423.xml" ContentType="application/vnd.openxmlformats-officedocument.presentationml.tags+xml"/>
  <Override PartName="/ppt/tags/tag424.xml" ContentType="application/vnd.openxmlformats-officedocument.presentationml.tags+xml"/>
  <Override PartName="/ppt/tags/tag425.xml" ContentType="application/vnd.openxmlformats-officedocument.presentationml.tags+xml"/>
  <Override PartName="/ppt/tags/tag426.xml" ContentType="application/vnd.openxmlformats-officedocument.presentationml.tags+xml"/>
  <Override PartName="/ppt/tags/tag427.xml" ContentType="application/vnd.openxmlformats-officedocument.presentationml.tags+xml"/>
  <Override PartName="/ppt/tags/tag428.xml" ContentType="application/vnd.openxmlformats-officedocument.presentationml.tags+xml"/>
  <Override PartName="/ppt/tags/tag429.xml" ContentType="application/vnd.openxmlformats-officedocument.presentationml.tags+xml"/>
  <Override PartName="/ppt/tags/tag430.xml" ContentType="application/vnd.openxmlformats-officedocument.presentationml.tags+xml"/>
  <Override PartName="/ppt/tags/tag431.xml" ContentType="application/vnd.openxmlformats-officedocument.presentationml.tags+xml"/>
  <Override PartName="/ppt/tags/tag432.xml" ContentType="application/vnd.openxmlformats-officedocument.presentationml.tags+xml"/>
  <Override PartName="/ppt/tags/tag433.xml" ContentType="application/vnd.openxmlformats-officedocument.presentationml.tags+xml"/>
  <Override PartName="/ppt/tags/tag434.xml" ContentType="application/vnd.openxmlformats-officedocument.presentationml.tags+xml"/>
  <Override PartName="/ppt/tags/tag435.xml" ContentType="application/vnd.openxmlformats-officedocument.presentationml.tags+xml"/>
  <Override PartName="/ppt/tags/tag436.xml" ContentType="application/vnd.openxmlformats-officedocument.presentationml.tags+xml"/>
  <Override PartName="/ppt/tags/tag437.xml" ContentType="application/vnd.openxmlformats-officedocument.presentationml.tags+xml"/>
  <Override PartName="/ppt/tags/tag438.xml" ContentType="application/vnd.openxmlformats-officedocument.presentationml.tags+xml"/>
  <Override PartName="/ppt/tags/tag439.xml" ContentType="application/vnd.openxmlformats-officedocument.presentationml.tags+xml"/>
  <Override PartName="/ppt/tags/tag440.xml" ContentType="application/vnd.openxmlformats-officedocument.presentationml.tags+xml"/>
  <Override PartName="/ppt/tags/tag441.xml" ContentType="application/vnd.openxmlformats-officedocument.presentationml.tags+xml"/>
  <Override PartName="/ppt/tags/tag442.xml" ContentType="application/vnd.openxmlformats-officedocument.presentationml.tags+xml"/>
  <Override PartName="/ppt/tags/tag443.xml" ContentType="application/vnd.openxmlformats-officedocument.presentationml.tags+xml"/>
  <Override PartName="/ppt/tags/tag444.xml" ContentType="application/vnd.openxmlformats-officedocument.presentationml.tags+xml"/>
  <Override PartName="/ppt/tags/tag445.xml" ContentType="application/vnd.openxmlformats-officedocument.presentationml.tags+xml"/>
  <Override PartName="/ppt/tags/tag446.xml" ContentType="application/vnd.openxmlformats-officedocument.presentationml.tags+xml"/>
  <Override PartName="/ppt/tags/tag447.xml" ContentType="application/vnd.openxmlformats-officedocument.presentationml.tags+xml"/>
  <Override PartName="/ppt/tags/tag448.xml" ContentType="application/vnd.openxmlformats-officedocument.presentationml.tags+xml"/>
  <Override PartName="/ppt/tags/tag449.xml" ContentType="application/vnd.openxmlformats-officedocument.presentationml.tags+xml"/>
  <Override PartName="/ppt/tags/tag450.xml" ContentType="application/vnd.openxmlformats-officedocument.presentationml.tags+xml"/>
  <Override PartName="/ppt/tags/tag451.xml" ContentType="application/vnd.openxmlformats-officedocument.presentationml.tags+xml"/>
  <Override PartName="/ppt/tags/tag452.xml" ContentType="application/vnd.openxmlformats-officedocument.presentationml.tags+xml"/>
  <Override PartName="/ppt/tags/tag453.xml" ContentType="application/vnd.openxmlformats-officedocument.presentationml.tags+xml"/>
  <Override PartName="/ppt/tags/tag454.xml" ContentType="application/vnd.openxmlformats-officedocument.presentationml.tags+xml"/>
  <Override PartName="/ppt/tags/tag455.xml" ContentType="application/vnd.openxmlformats-officedocument.presentationml.tags+xml"/>
  <Override PartName="/ppt/theme/theme8.xml" ContentType="application/vnd.openxmlformats-officedocument.theme+xml"/>
  <Override PartName="/ppt/theme/theme9.xml" ContentType="application/vnd.openxmlformats-officedocument.theme+xml"/>
  <Override PartName="/ppt/tags/tag456.xml" ContentType="application/vnd.openxmlformats-officedocument.presentationml.tags+xml"/>
  <Override PartName="/ppt/tags/tag457.xml" ContentType="application/vnd.openxmlformats-officedocument.presentationml.tags+xml"/>
  <Override PartName="/ppt/tags/tag458.xml" ContentType="application/vnd.openxmlformats-officedocument.presentationml.tags+xml"/>
  <Override PartName="/ppt/tags/tag459.xml" ContentType="application/vnd.openxmlformats-officedocument.presentationml.tags+xml"/>
  <Override PartName="/ppt/tags/tag460.xml" ContentType="application/vnd.openxmlformats-officedocument.presentationml.tags+xml"/>
  <Override PartName="/ppt/tags/tag461.xml" ContentType="application/vnd.openxmlformats-officedocument.presentationml.tags+xml"/>
  <Override PartName="/ppt/tags/tag462.xml" ContentType="application/vnd.openxmlformats-officedocument.presentationml.tags+xml"/>
  <Override PartName="/ppt/tags/tag463.xml" ContentType="application/vnd.openxmlformats-officedocument.presentationml.tags+xml"/>
  <Override PartName="/ppt/tags/tag464.xml" ContentType="application/vnd.openxmlformats-officedocument.presentationml.tags+xml"/>
  <Override PartName="/ppt/tags/tag465.xml" ContentType="application/vnd.openxmlformats-officedocument.presentationml.tags+xml"/>
  <Override PartName="/ppt/tags/tag466.xml" ContentType="application/vnd.openxmlformats-officedocument.presentationml.tags+xml"/>
  <Override PartName="/ppt/tags/tag467.xml" ContentType="application/vnd.openxmlformats-officedocument.presentationml.tags+xml"/>
  <Override PartName="/ppt/tags/tag468.xml" ContentType="application/vnd.openxmlformats-officedocument.presentationml.tags+xml"/>
  <Override PartName="/ppt/tags/tag469.xml" ContentType="application/vnd.openxmlformats-officedocument.presentationml.tags+xml"/>
  <Override PartName="/ppt/tags/tag470.xml" ContentType="application/vnd.openxmlformats-officedocument.presentationml.tags+xml"/>
  <Override PartName="/ppt/tags/tag471.xml" ContentType="application/vnd.openxmlformats-officedocument.presentationml.tags+xml"/>
  <Override PartName="/ppt/tags/tag472.xml" ContentType="application/vnd.openxmlformats-officedocument.presentationml.tags+xml"/>
  <Override PartName="/ppt/tags/tag473.xml" ContentType="application/vnd.openxmlformats-officedocument.presentationml.tags+xml"/>
  <Override PartName="/ppt/tags/tag474.xml" ContentType="application/vnd.openxmlformats-officedocument.presentationml.tags+xml"/>
  <Override PartName="/ppt/tags/tag475.xml" ContentType="application/vnd.openxmlformats-officedocument.presentationml.tags+xml"/>
  <Override PartName="/ppt/tags/tag476.xml" ContentType="application/vnd.openxmlformats-officedocument.presentationml.tags+xml"/>
  <Override PartName="/ppt/tags/tag477.xml" ContentType="application/vnd.openxmlformats-officedocument.presentationml.tags+xml"/>
  <Override PartName="/ppt/tags/tag478.xml" ContentType="application/vnd.openxmlformats-officedocument.presentationml.tags+xml"/>
  <Override PartName="/ppt/tags/tag479.xml" ContentType="application/vnd.openxmlformats-officedocument.presentationml.tags+xml"/>
  <Override PartName="/ppt/tags/tag480.xml" ContentType="application/vnd.openxmlformats-officedocument.presentationml.tags+xml"/>
  <Override PartName="/ppt/tags/tag481.xml" ContentType="application/vnd.openxmlformats-officedocument.presentationml.tags+xml"/>
  <Override PartName="/ppt/tags/tag482.xml" ContentType="application/vnd.openxmlformats-officedocument.presentationml.tags+xml"/>
  <Override PartName="/ppt/tags/tag483.xml" ContentType="application/vnd.openxmlformats-officedocument.presentationml.tags+xml"/>
  <Override PartName="/ppt/tags/tag484.xml" ContentType="application/vnd.openxmlformats-officedocument.presentationml.tags+xml"/>
  <Override PartName="/ppt/tags/tag485.xml" ContentType="application/vnd.openxmlformats-officedocument.presentationml.tags+xml"/>
  <Override PartName="/ppt/tags/tag486.xml" ContentType="application/vnd.openxmlformats-officedocument.presentationml.tags+xml"/>
  <Override PartName="/ppt/tags/tag487.xml" ContentType="application/vnd.openxmlformats-officedocument.presentationml.tag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60" r:id="rId1"/>
    <p:sldMasterId id="2147483672" r:id="rId2"/>
    <p:sldMasterId id="2147483684" r:id="rId3"/>
    <p:sldMasterId id="2147483696" r:id="rId4"/>
    <p:sldMasterId id="2147483708" r:id="rId5"/>
    <p:sldMasterId id="2147483720" r:id="rId6"/>
    <p:sldMasterId id="2147483732" r:id="rId7"/>
  </p:sldMasterIdLst>
  <p:notesMasterIdLst>
    <p:notesMasterId r:id="rId26"/>
  </p:notesMasterIdLst>
  <p:handoutMasterIdLst>
    <p:handoutMasterId r:id="rId27"/>
  </p:handoutMasterIdLst>
  <p:sldIdLst>
    <p:sldId id="277" r:id="rId8"/>
    <p:sldId id="258" r:id="rId9"/>
    <p:sldId id="315" r:id="rId10"/>
    <p:sldId id="335" r:id="rId11"/>
    <p:sldId id="336" r:id="rId12"/>
    <p:sldId id="337" r:id="rId13"/>
    <p:sldId id="338" r:id="rId14"/>
    <p:sldId id="339" r:id="rId15"/>
    <p:sldId id="342" r:id="rId16"/>
    <p:sldId id="340" r:id="rId17"/>
    <p:sldId id="343" r:id="rId18"/>
    <p:sldId id="344" r:id="rId19"/>
    <p:sldId id="345" r:id="rId20"/>
    <p:sldId id="346" r:id="rId21"/>
    <p:sldId id="347" r:id="rId22"/>
    <p:sldId id="334" r:id="rId23"/>
    <p:sldId id="348" r:id="rId24"/>
    <p:sldId id="276" r:id="rId25"/>
  </p:sldIdLst>
  <p:sldSz cx="18288000" cy="10287000"/>
  <p:notesSz cx="6858000" cy="9144000"/>
  <p:embeddedFontLst>
    <p:embeddedFont>
      <p:font typeface="楷体" panose="02010609060101010101" pitchFamily="49" charset="-122"/>
      <p:regular r:id="rId28"/>
    </p:embeddedFont>
    <p:embeddedFont>
      <p:font typeface="楷体" panose="02010609060101010101" pitchFamily="49" charset="-122"/>
      <p:regular r:id="rId28"/>
    </p:embeddedFont>
    <p:embeddedFont>
      <p:font typeface="微软雅黑" panose="020B0503020204020204" pitchFamily="34" charset="-122"/>
      <p:regular r:id="rId29"/>
      <p:bold r:id="rId30"/>
    </p:embeddedFont>
    <p:embeddedFont>
      <p:font typeface="Calibri" panose="020F0502020204030204" pitchFamily="34" charset="0"/>
      <p:regular r:id="rId31"/>
      <p:bold r:id="rId32"/>
      <p:italic r:id="rId33"/>
      <p:boldItalic r:id="rId34"/>
    </p:embeddedFont>
    <p:embeddedFont>
      <p:font typeface="Cambria Math" panose="02040503050406030204" pitchFamily="18" charset="0"/>
      <p:regular r:id="rId35"/>
    </p:embeddedFont>
  </p:embeddedFontLst>
  <p:custDataLst>
    <p:tags r:id="rId36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085" userDrawn="1">
          <p15:clr>
            <a:srgbClr val="A4A3A4"/>
          </p15:clr>
        </p15:guide>
        <p15:guide id="2" pos="2844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E4D4"/>
    <a:srgbClr val="E6EFEE"/>
    <a:srgbClr val="B5DAE3"/>
    <a:srgbClr val="A3D3E2"/>
    <a:srgbClr val="BEDDE6"/>
    <a:srgbClr val="D8E6E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16DA210-FB5B-4158-B5E0-FEB733F419BA}" styleName="浅色样式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9D7B26C5-4107-4FEC-AEDC-1716B250A1EF}" styleName="浅色样式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5940675A-B579-460E-94D1-54222C63F5DA}" styleName="无样式，网格型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11" autoAdjust="0"/>
    <p:restoredTop sz="94626" autoAdjust="0"/>
  </p:normalViewPr>
  <p:slideViewPr>
    <p:cSldViewPr showGuides="1">
      <p:cViewPr varScale="1">
        <p:scale>
          <a:sx n="80" d="100"/>
          <a:sy n="80" d="100"/>
        </p:scale>
        <p:origin x="824" y="216"/>
      </p:cViewPr>
      <p:guideLst>
        <p:guide orient="horz" pos="2085"/>
        <p:guide pos="2844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6.xml"/><Relationship Id="rId18" Type="http://schemas.openxmlformats.org/officeDocument/2006/relationships/slide" Target="slides/slide11.xml"/><Relationship Id="rId26" Type="http://schemas.openxmlformats.org/officeDocument/2006/relationships/notesMaster" Target="notesMasters/notesMaster1.xml"/><Relationship Id="rId39" Type="http://schemas.openxmlformats.org/officeDocument/2006/relationships/theme" Target="theme/theme1.xml"/><Relationship Id="rId21" Type="http://schemas.openxmlformats.org/officeDocument/2006/relationships/slide" Target="slides/slide14.xml"/><Relationship Id="rId34" Type="http://schemas.openxmlformats.org/officeDocument/2006/relationships/font" Target="fonts/font7.fntdata"/><Relationship Id="rId7" Type="http://schemas.openxmlformats.org/officeDocument/2006/relationships/slideMaster" Target="slideMasters/slideMaster7.xml"/><Relationship Id="rId12" Type="http://schemas.openxmlformats.org/officeDocument/2006/relationships/slide" Target="slides/slide5.xml"/><Relationship Id="rId17" Type="http://schemas.openxmlformats.org/officeDocument/2006/relationships/slide" Target="slides/slide10.xml"/><Relationship Id="rId25" Type="http://schemas.openxmlformats.org/officeDocument/2006/relationships/slide" Target="slides/slide18.xml"/><Relationship Id="rId33" Type="http://schemas.openxmlformats.org/officeDocument/2006/relationships/font" Target="fonts/font6.fntdata"/><Relationship Id="rId38" Type="http://schemas.openxmlformats.org/officeDocument/2006/relationships/viewProps" Target="viewProps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9.xml"/><Relationship Id="rId20" Type="http://schemas.openxmlformats.org/officeDocument/2006/relationships/slide" Target="slides/slide13.xml"/><Relationship Id="rId29" Type="http://schemas.openxmlformats.org/officeDocument/2006/relationships/font" Target="fonts/font2.fntdata"/><Relationship Id="rId1" Type="http://schemas.openxmlformats.org/officeDocument/2006/relationships/slideMaster" Target="slideMasters/slideMaster1.xml"/><Relationship Id="rId6" Type="http://schemas.openxmlformats.org/officeDocument/2006/relationships/slideMaster" Target="slideMasters/slideMaster6.xml"/><Relationship Id="rId11" Type="http://schemas.openxmlformats.org/officeDocument/2006/relationships/slide" Target="slides/slide4.xml"/><Relationship Id="rId24" Type="http://schemas.openxmlformats.org/officeDocument/2006/relationships/slide" Target="slides/slide17.xml"/><Relationship Id="rId32" Type="http://schemas.openxmlformats.org/officeDocument/2006/relationships/font" Target="fonts/font5.fntdata"/><Relationship Id="rId37" Type="http://schemas.openxmlformats.org/officeDocument/2006/relationships/presProps" Target="presProps.xml"/><Relationship Id="rId40" Type="http://schemas.openxmlformats.org/officeDocument/2006/relationships/tableStyles" Target="tableStyles.xml"/><Relationship Id="rId5" Type="http://schemas.openxmlformats.org/officeDocument/2006/relationships/slideMaster" Target="slideMasters/slideMaster5.xml"/><Relationship Id="rId15" Type="http://schemas.openxmlformats.org/officeDocument/2006/relationships/slide" Target="slides/slide8.xml"/><Relationship Id="rId23" Type="http://schemas.openxmlformats.org/officeDocument/2006/relationships/slide" Target="slides/slide16.xml"/><Relationship Id="rId28" Type="http://schemas.openxmlformats.org/officeDocument/2006/relationships/font" Target="fonts/font1.fntdata"/><Relationship Id="rId36" Type="http://schemas.openxmlformats.org/officeDocument/2006/relationships/tags" Target="tags/tag1.xml"/><Relationship Id="rId10" Type="http://schemas.openxmlformats.org/officeDocument/2006/relationships/slide" Target="slides/slide3.xml"/><Relationship Id="rId19" Type="http://schemas.openxmlformats.org/officeDocument/2006/relationships/slide" Target="slides/slide12.xml"/><Relationship Id="rId31" Type="http://schemas.openxmlformats.org/officeDocument/2006/relationships/font" Target="fonts/font4.fntdata"/><Relationship Id="rId4" Type="http://schemas.openxmlformats.org/officeDocument/2006/relationships/slideMaster" Target="slideMasters/slideMaster4.xml"/><Relationship Id="rId9" Type="http://schemas.openxmlformats.org/officeDocument/2006/relationships/slide" Target="slides/slide2.xml"/><Relationship Id="rId14" Type="http://schemas.openxmlformats.org/officeDocument/2006/relationships/slide" Target="slides/slide7.xml"/><Relationship Id="rId22" Type="http://schemas.openxmlformats.org/officeDocument/2006/relationships/slide" Target="slides/slide15.xml"/><Relationship Id="rId27" Type="http://schemas.openxmlformats.org/officeDocument/2006/relationships/handoutMaster" Target="handoutMasters/handoutMaster1.xml"/><Relationship Id="rId30" Type="http://schemas.openxmlformats.org/officeDocument/2006/relationships/font" Target="fonts/font3.fntdata"/><Relationship Id="rId35" Type="http://schemas.openxmlformats.org/officeDocument/2006/relationships/font" Target="fonts/font8.fntdata"/><Relationship Id="rId8" Type="http://schemas.openxmlformats.org/officeDocument/2006/relationships/slide" Target="slides/slide1.xml"/><Relationship Id="rId3" Type="http://schemas.openxmlformats.org/officeDocument/2006/relationships/slideMaster" Target="slideMasters/slideMaster3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9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9B84EA-7D68-4D60-9CB1-D50884785D1C}" type="datetimeFigureOut">
              <a:rPr lang="zh-CN" altLang="en-US" smtClean="0"/>
              <a:t>2025/6/4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D4E0FC9-F1F8-4FAE-9988-3BA365CFD46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8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A48B96-639E-45A3-A0BA-2464DFDB1FAA}" type="datetimeFigureOut">
              <a:rPr lang="zh-CN" altLang="en-US" smtClean="0"/>
              <a:t>2025/6/4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837353-30EB-4A48-80EB-173D804AEFBD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tags" Target="../tags/tag12.xml"/><Relationship Id="rId2" Type="http://schemas.openxmlformats.org/officeDocument/2006/relationships/tags" Target="../tags/tag11.xml"/><Relationship Id="rId1" Type="http://schemas.openxmlformats.org/officeDocument/2006/relationships/tags" Target="../tags/tag10.xml"/><Relationship Id="rId6" Type="http://schemas.openxmlformats.org/officeDocument/2006/relationships/slideMaster" Target="../slideMasters/slideMaster1.xml"/><Relationship Id="rId5" Type="http://schemas.openxmlformats.org/officeDocument/2006/relationships/tags" Target="../tags/tag14.xml"/><Relationship Id="rId4" Type="http://schemas.openxmlformats.org/officeDocument/2006/relationships/tags" Target="../tags/tag13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tags" Target="../tags/tag17.xml"/><Relationship Id="rId2" Type="http://schemas.openxmlformats.org/officeDocument/2006/relationships/tags" Target="../tags/tag16.xml"/><Relationship Id="rId1" Type="http://schemas.openxmlformats.org/officeDocument/2006/relationships/tags" Target="../tags/tag15.xml"/><Relationship Id="rId6" Type="http://schemas.openxmlformats.org/officeDocument/2006/relationships/slideMaster" Target="../slideMasters/slideMaster1.xml"/><Relationship Id="rId5" Type="http://schemas.openxmlformats.org/officeDocument/2006/relationships/tags" Target="../tags/tag19.xml"/><Relationship Id="rId4" Type="http://schemas.openxmlformats.org/officeDocument/2006/relationships/tags" Target="../tags/tag18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tags" Target="../tags/tag22.xml"/><Relationship Id="rId2" Type="http://schemas.openxmlformats.org/officeDocument/2006/relationships/tags" Target="../tags/tag21.xml"/><Relationship Id="rId1" Type="http://schemas.openxmlformats.org/officeDocument/2006/relationships/tags" Target="../tags/tag20.xml"/><Relationship Id="rId6" Type="http://schemas.openxmlformats.org/officeDocument/2006/relationships/slideMaster" Target="../slideMasters/slideMaster1.xml"/><Relationship Id="rId5" Type="http://schemas.openxmlformats.org/officeDocument/2006/relationships/tags" Target="../tags/tag24.xml"/><Relationship Id="rId4" Type="http://schemas.openxmlformats.org/officeDocument/2006/relationships/tags" Target="../tags/tag23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tags" Target="../tags/tag27.xml"/><Relationship Id="rId7" Type="http://schemas.openxmlformats.org/officeDocument/2006/relationships/slideMaster" Target="../slideMasters/slideMaster1.xml"/><Relationship Id="rId2" Type="http://schemas.openxmlformats.org/officeDocument/2006/relationships/tags" Target="../tags/tag26.xml"/><Relationship Id="rId1" Type="http://schemas.openxmlformats.org/officeDocument/2006/relationships/tags" Target="../tags/tag25.xml"/><Relationship Id="rId6" Type="http://schemas.openxmlformats.org/officeDocument/2006/relationships/tags" Target="../tags/tag30.xml"/><Relationship Id="rId5" Type="http://schemas.openxmlformats.org/officeDocument/2006/relationships/tags" Target="../tags/tag29.xml"/><Relationship Id="rId4" Type="http://schemas.openxmlformats.org/officeDocument/2006/relationships/tags" Target="../tags/tag28.xml"/></Relationships>
</file>

<file path=ppt/slideLayouts/_rels/slideLayout5.xml.rels><?xml version="1.0" encoding="UTF-8" standalone="yes"?>
<Relationships xmlns="http://schemas.openxmlformats.org/package/2006/relationships"><Relationship Id="rId8" Type="http://schemas.openxmlformats.org/officeDocument/2006/relationships/tags" Target="../tags/tag38.xml"/><Relationship Id="rId3" Type="http://schemas.openxmlformats.org/officeDocument/2006/relationships/tags" Target="../tags/tag33.xml"/><Relationship Id="rId7" Type="http://schemas.openxmlformats.org/officeDocument/2006/relationships/tags" Target="../tags/tag37.xml"/><Relationship Id="rId2" Type="http://schemas.openxmlformats.org/officeDocument/2006/relationships/tags" Target="../tags/tag32.xml"/><Relationship Id="rId1" Type="http://schemas.openxmlformats.org/officeDocument/2006/relationships/tags" Target="../tags/tag31.xml"/><Relationship Id="rId6" Type="http://schemas.openxmlformats.org/officeDocument/2006/relationships/tags" Target="../tags/tag36.xml"/><Relationship Id="rId5" Type="http://schemas.openxmlformats.org/officeDocument/2006/relationships/tags" Target="../tags/tag35.xml"/><Relationship Id="rId4" Type="http://schemas.openxmlformats.org/officeDocument/2006/relationships/tags" Target="../tags/tag34.xml"/><Relationship Id="rId9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tags" Target="../tags/tag41.xml"/><Relationship Id="rId2" Type="http://schemas.openxmlformats.org/officeDocument/2006/relationships/tags" Target="../tags/tag40.xml"/><Relationship Id="rId1" Type="http://schemas.openxmlformats.org/officeDocument/2006/relationships/tags" Target="../tags/tag39.xml"/><Relationship Id="rId5" Type="http://schemas.openxmlformats.org/officeDocument/2006/relationships/slideMaster" Target="../slideMasters/slideMaster1.xml"/><Relationship Id="rId4" Type="http://schemas.openxmlformats.org/officeDocument/2006/relationships/tags" Target="../tags/tag42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tags" Target="../tags/tag45.xml"/><Relationship Id="rId2" Type="http://schemas.openxmlformats.org/officeDocument/2006/relationships/tags" Target="../tags/tag44.xml"/><Relationship Id="rId1" Type="http://schemas.openxmlformats.org/officeDocument/2006/relationships/tags" Target="../tags/tag43.xml"/><Relationship Id="rId4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tags" Target="../tags/tag48.xml"/><Relationship Id="rId7" Type="http://schemas.openxmlformats.org/officeDocument/2006/relationships/slideMaster" Target="../slideMasters/slideMaster1.xml"/><Relationship Id="rId2" Type="http://schemas.openxmlformats.org/officeDocument/2006/relationships/tags" Target="../tags/tag47.xml"/><Relationship Id="rId1" Type="http://schemas.openxmlformats.org/officeDocument/2006/relationships/tags" Target="../tags/tag46.xml"/><Relationship Id="rId6" Type="http://schemas.openxmlformats.org/officeDocument/2006/relationships/tags" Target="../tags/tag51.xml"/><Relationship Id="rId5" Type="http://schemas.openxmlformats.org/officeDocument/2006/relationships/tags" Target="../tags/tag50.xml"/><Relationship Id="rId4" Type="http://schemas.openxmlformats.org/officeDocument/2006/relationships/tags" Target="../tags/tag49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tags" Target="../tags/tag54.xml"/><Relationship Id="rId2" Type="http://schemas.openxmlformats.org/officeDocument/2006/relationships/tags" Target="../tags/tag53.xml"/><Relationship Id="rId1" Type="http://schemas.openxmlformats.org/officeDocument/2006/relationships/tags" Target="../tags/tag52.xml"/><Relationship Id="rId6" Type="http://schemas.openxmlformats.org/officeDocument/2006/relationships/slideMaster" Target="../slideMasters/slideMaster1.xml"/><Relationship Id="rId5" Type="http://schemas.openxmlformats.org/officeDocument/2006/relationships/tags" Target="../tags/tag56.xml"/><Relationship Id="rId4" Type="http://schemas.openxmlformats.org/officeDocument/2006/relationships/tags" Target="../tags/tag55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tags" Target="../tags/tag59.xml"/><Relationship Id="rId2" Type="http://schemas.openxmlformats.org/officeDocument/2006/relationships/tags" Target="../tags/tag58.xml"/><Relationship Id="rId1" Type="http://schemas.openxmlformats.org/officeDocument/2006/relationships/tags" Target="../tags/tag57.xml"/><Relationship Id="rId5" Type="http://schemas.openxmlformats.org/officeDocument/2006/relationships/slideMaster" Target="../slideMasters/slideMaster1.xml"/><Relationship Id="rId4" Type="http://schemas.openxmlformats.org/officeDocument/2006/relationships/tags" Target="../tags/tag60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tags" Target="../tags/tag63.xml"/><Relationship Id="rId2" Type="http://schemas.openxmlformats.org/officeDocument/2006/relationships/tags" Target="../tags/tag62.xml"/><Relationship Id="rId1" Type="http://schemas.openxmlformats.org/officeDocument/2006/relationships/tags" Target="../tags/tag61.xml"/><Relationship Id="rId6" Type="http://schemas.openxmlformats.org/officeDocument/2006/relationships/slideMaster" Target="../slideMasters/slideMaster1.xml"/><Relationship Id="rId5" Type="http://schemas.openxmlformats.org/officeDocument/2006/relationships/tags" Target="../tags/tag65.xml"/><Relationship Id="rId4" Type="http://schemas.openxmlformats.org/officeDocument/2006/relationships/tags" Target="../tags/tag64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tags" Target="../tags/tag77.xml"/><Relationship Id="rId2" Type="http://schemas.openxmlformats.org/officeDocument/2006/relationships/tags" Target="../tags/tag76.xml"/><Relationship Id="rId1" Type="http://schemas.openxmlformats.org/officeDocument/2006/relationships/tags" Target="../tags/tag75.xml"/><Relationship Id="rId6" Type="http://schemas.openxmlformats.org/officeDocument/2006/relationships/slideMaster" Target="../slideMasters/slideMaster2.xml"/><Relationship Id="rId5" Type="http://schemas.openxmlformats.org/officeDocument/2006/relationships/tags" Target="../tags/tag79.xml"/><Relationship Id="rId4" Type="http://schemas.openxmlformats.org/officeDocument/2006/relationships/tags" Target="../tags/tag78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tags" Target="../tags/tag82.xml"/><Relationship Id="rId2" Type="http://schemas.openxmlformats.org/officeDocument/2006/relationships/tags" Target="../tags/tag81.xml"/><Relationship Id="rId1" Type="http://schemas.openxmlformats.org/officeDocument/2006/relationships/tags" Target="../tags/tag80.xml"/><Relationship Id="rId6" Type="http://schemas.openxmlformats.org/officeDocument/2006/relationships/slideMaster" Target="../slideMasters/slideMaster2.xml"/><Relationship Id="rId5" Type="http://schemas.openxmlformats.org/officeDocument/2006/relationships/tags" Target="../tags/tag84.xml"/><Relationship Id="rId4" Type="http://schemas.openxmlformats.org/officeDocument/2006/relationships/tags" Target="../tags/tag83.xml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tags" Target="../tags/tag87.xml"/><Relationship Id="rId2" Type="http://schemas.openxmlformats.org/officeDocument/2006/relationships/tags" Target="../tags/tag86.xml"/><Relationship Id="rId1" Type="http://schemas.openxmlformats.org/officeDocument/2006/relationships/tags" Target="../tags/tag85.xml"/><Relationship Id="rId6" Type="http://schemas.openxmlformats.org/officeDocument/2006/relationships/slideMaster" Target="../slideMasters/slideMaster2.xml"/><Relationship Id="rId5" Type="http://schemas.openxmlformats.org/officeDocument/2006/relationships/tags" Target="../tags/tag89.xml"/><Relationship Id="rId4" Type="http://schemas.openxmlformats.org/officeDocument/2006/relationships/tags" Target="../tags/tag88.xml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tags" Target="../tags/tag92.xml"/><Relationship Id="rId7" Type="http://schemas.openxmlformats.org/officeDocument/2006/relationships/slideMaster" Target="../slideMasters/slideMaster2.xml"/><Relationship Id="rId2" Type="http://schemas.openxmlformats.org/officeDocument/2006/relationships/tags" Target="../tags/tag91.xml"/><Relationship Id="rId1" Type="http://schemas.openxmlformats.org/officeDocument/2006/relationships/tags" Target="../tags/tag90.xml"/><Relationship Id="rId6" Type="http://schemas.openxmlformats.org/officeDocument/2006/relationships/tags" Target="../tags/tag95.xml"/><Relationship Id="rId5" Type="http://schemas.openxmlformats.org/officeDocument/2006/relationships/tags" Target="../tags/tag94.xml"/><Relationship Id="rId4" Type="http://schemas.openxmlformats.org/officeDocument/2006/relationships/tags" Target="../tags/tag93.xml"/></Relationships>
</file>

<file path=ppt/slideLayouts/_rels/slideLayout16.xml.rels><?xml version="1.0" encoding="UTF-8" standalone="yes"?>
<Relationships xmlns="http://schemas.openxmlformats.org/package/2006/relationships"><Relationship Id="rId8" Type="http://schemas.openxmlformats.org/officeDocument/2006/relationships/tags" Target="../tags/tag103.xml"/><Relationship Id="rId3" Type="http://schemas.openxmlformats.org/officeDocument/2006/relationships/tags" Target="../tags/tag98.xml"/><Relationship Id="rId7" Type="http://schemas.openxmlformats.org/officeDocument/2006/relationships/tags" Target="../tags/tag102.xml"/><Relationship Id="rId2" Type="http://schemas.openxmlformats.org/officeDocument/2006/relationships/tags" Target="../tags/tag97.xml"/><Relationship Id="rId1" Type="http://schemas.openxmlformats.org/officeDocument/2006/relationships/tags" Target="../tags/tag96.xml"/><Relationship Id="rId6" Type="http://schemas.openxmlformats.org/officeDocument/2006/relationships/tags" Target="../tags/tag101.xml"/><Relationship Id="rId5" Type="http://schemas.openxmlformats.org/officeDocument/2006/relationships/tags" Target="../tags/tag100.xml"/><Relationship Id="rId4" Type="http://schemas.openxmlformats.org/officeDocument/2006/relationships/tags" Target="../tags/tag99.xml"/><Relationship Id="rId9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3" Type="http://schemas.openxmlformats.org/officeDocument/2006/relationships/tags" Target="../tags/tag106.xml"/><Relationship Id="rId2" Type="http://schemas.openxmlformats.org/officeDocument/2006/relationships/tags" Target="../tags/tag105.xml"/><Relationship Id="rId1" Type="http://schemas.openxmlformats.org/officeDocument/2006/relationships/tags" Target="../tags/tag104.xml"/><Relationship Id="rId5" Type="http://schemas.openxmlformats.org/officeDocument/2006/relationships/slideMaster" Target="../slideMasters/slideMaster2.xml"/><Relationship Id="rId4" Type="http://schemas.openxmlformats.org/officeDocument/2006/relationships/tags" Target="../tags/tag107.xml"/></Relationships>
</file>

<file path=ppt/slideLayouts/_rels/slideLayout18.xml.rels><?xml version="1.0" encoding="UTF-8" standalone="yes"?>
<Relationships xmlns="http://schemas.openxmlformats.org/package/2006/relationships"><Relationship Id="rId3" Type="http://schemas.openxmlformats.org/officeDocument/2006/relationships/tags" Target="../tags/tag110.xml"/><Relationship Id="rId2" Type="http://schemas.openxmlformats.org/officeDocument/2006/relationships/tags" Target="../tags/tag109.xml"/><Relationship Id="rId1" Type="http://schemas.openxmlformats.org/officeDocument/2006/relationships/tags" Target="../tags/tag108.xml"/><Relationship Id="rId4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3" Type="http://schemas.openxmlformats.org/officeDocument/2006/relationships/tags" Target="../tags/tag113.xml"/><Relationship Id="rId7" Type="http://schemas.openxmlformats.org/officeDocument/2006/relationships/slideMaster" Target="../slideMasters/slideMaster2.xml"/><Relationship Id="rId2" Type="http://schemas.openxmlformats.org/officeDocument/2006/relationships/tags" Target="../tags/tag112.xml"/><Relationship Id="rId1" Type="http://schemas.openxmlformats.org/officeDocument/2006/relationships/tags" Target="../tags/tag111.xml"/><Relationship Id="rId6" Type="http://schemas.openxmlformats.org/officeDocument/2006/relationships/tags" Target="../tags/tag116.xml"/><Relationship Id="rId5" Type="http://schemas.openxmlformats.org/officeDocument/2006/relationships/tags" Target="../tags/tag115.xml"/><Relationship Id="rId4" Type="http://schemas.openxmlformats.org/officeDocument/2006/relationships/tags" Target="../tags/tag114.xml"/></Relationships>
</file>

<file path=ppt/slideLayouts/_rels/slideLayout20.xml.rels><?xml version="1.0" encoding="UTF-8" standalone="yes"?>
<Relationships xmlns="http://schemas.openxmlformats.org/package/2006/relationships"><Relationship Id="rId3" Type="http://schemas.openxmlformats.org/officeDocument/2006/relationships/tags" Target="../tags/tag119.xml"/><Relationship Id="rId2" Type="http://schemas.openxmlformats.org/officeDocument/2006/relationships/tags" Target="../tags/tag118.xml"/><Relationship Id="rId1" Type="http://schemas.openxmlformats.org/officeDocument/2006/relationships/tags" Target="../tags/tag117.xml"/><Relationship Id="rId6" Type="http://schemas.openxmlformats.org/officeDocument/2006/relationships/slideMaster" Target="../slideMasters/slideMaster2.xml"/><Relationship Id="rId5" Type="http://schemas.openxmlformats.org/officeDocument/2006/relationships/tags" Target="../tags/tag121.xml"/><Relationship Id="rId4" Type="http://schemas.openxmlformats.org/officeDocument/2006/relationships/tags" Target="../tags/tag120.xml"/></Relationships>
</file>

<file path=ppt/slideLayouts/_rels/slideLayout21.xml.rels><?xml version="1.0" encoding="UTF-8" standalone="yes"?>
<Relationships xmlns="http://schemas.openxmlformats.org/package/2006/relationships"><Relationship Id="rId3" Type="http://schemas.openxmlformats.org/officeDocument/2006/relationships/tags" Target="../tags/tag124.xml"/><Relationship Id="rId2" Type="http://schemas.openxmlformats.org/officeDocument/2006/relationships/tags" Target="../tags/tag123.xml"/><Relationship Id="rId1" Type="http://schemas.openxmlformats.org/officeDocument/2006/relationships/tags" Target="../tags/tag122.xml"/><Relationship Id="rId5" Type="http://schemas.openxmlformats.org/officeDocument/2006/relationships/slideMaster" Target="../slideMasters/slideMaster2.xml"/><Relationship Id="rId4" Type="http://schemas.openxmlformats.org/officeDocument/2006/relationships/tags" Target="../tags/tag125.xml"/></Relationships>
</file>

<file path=ppt/slideLayouts/_rels/slideLayout22.xml.rels><?xml version="1.0" encoding="UTF-8" standalone="yes"?>
<Relationships xmlns="http://schemas.openxmlformats.org/package/2006/relationships"><Relationship Id="rId3" Type="http://schemas.openxmlformats.org/officeDocument/2006/relationships/tags" Target="../tags/tag128.xml"/><Relationship Id="rId2" Type="http://schemas.openxmlformats.org/officeDocument/2006/relationships/tags" Target="../tags/tag127.xml"/><Relationship Id="rId1" Type="http://schemas.openxmlformats.org/officeDocument/2006/relationships/tags" Target="../tags/tag126.xml"/><Relationship Id="rId6" Type="http://schemas.openxmlformats.org/officeDocument/2006/relationships/slideMaster" Target="../slideMasters/slideMaster2.xml"/><Relationship Id="rId5" Type="http://schemas.openxmlformats.org/officeDocument/2006/relationships/tags" Target="../tags/tag130.xml"/><Relationship Id="rId4" Type="http://schemas.openxmlformats.org/officeDocument/2006/relationships/tags" Target="../tags/tag129.xml"/></Relationships>
</file>

<file path=ppt/slideLayouts/_rels/slideLayout23.xml.rels><?xml version="1.0" encoding="UTF-8" standalone="yes"?>
<Relationships xmlns="http://schemas.openxmlformats.org/package/2006/relationships"><Relationship Id="rId3" Type="http://schemas.openxmlformats.org/officeDocument/2006/relationships/tags" Target="../tags/tag142.xml"/><Relationship Id="rId2" Type="http://schemas.openxmlformats.org/officeDocument/2006/relationships/tags" Target="../tags/tag141.xml"/><Relationship Id="rId1" Type="http://schemas.openxmlformats.org/officeDocument/2006/relationships/tags" Target="../tags/tag140.xml"/><Relationship Id="rId6" Type="http://schemas.openxmlformats.org/officeDocument/2006/relationships/slideMaster" Target="../slideMasters/slideMaster3.xml"/><Relationship Id="rId5" Type="http://schemas.openxmlformats.org/officeDocument/2006/relationships/tags" Target="../tags/tag144.xml"/><Relationship Id="rId4" Type="http://schemas.openxmlformats.org/officeDocument/2006/relationships/tags" Target="../tags/tag143.xml"/></Relationships>
</file>

<file path=ppt/slideLayouts/_rels/slideLayout24.xml.rels><?xml version="1.0" encoding="UTF-8" standalone="yes"?>
<Relationships xmlns="http://schemas.openxmlformats.org/package/2006/relationships"><Relationship Id="rId3" Type="http://schemas.openxmlformats.org/officeDocument/2006/relationships/tags" Target="../tags/tag147.xml"/><Relationship Id="rId2" Type="http://schemas.openxmlformats.org/officeDocument/2006/relationships/tags" Target="../tags/tag146.xml"/><Relationship Id="rId1" Type="http://schemas.openxmlformats.org/officeDocument/2006/relationships/tags" Target="../tags/tag145.xml"/><Relationship Id="rId6" Type="http://schemas.openxmlformats.org/officeDocument/2006/relationships/slideMaster" Target="../slideMasters/slideMaster3.xml"/><Relationship Id="rId5" Type="http://schemas.openxmlformats.org/officeDocument/2006/relationships/tags" Target="../tags/tag149.xml"/><Relationship Id="rId4" Type="http://schemas.openxmlformats.org/officeDocument/2006/relationships/tags" Target="../tags/tag148.xml"/></Relationships>
</file>

<file path=ppt/slideLayouts/_rels/slideLayout25.xml.rels><?xml version="1.0" encoding="UTF-8" standalone="yes"?>
<Relationships xmlns="http://schemas.openxmlformats.org/package/2006/relationships"><Relationship Id="rId3" Type="http://schemas.openxmlformats.org/officeDocument/2006/relationships/tags" Target="../tags/tag152.xml"/><Relationship Id="rId2" Type="http://schemas.openxmlformats.org/officeDocument/2006/relationships/tags" Target="../tags/tag151.xml"/><Relationship Id="rId1" Type="http://schemas.openxmlformats.org/officeDocument/2006/relationships/tags" Target="../tags/tag150.xml"/><Relationship Id="rId6" Type="http://schemas.openxmlformats.org/officeDocument/2006/relationships/slideMaster" Target="../slideMasters/slideMaster3.xml"/><Relationship Id="rId5" Type="http://schemas.openxmlformats.org/officeDocument/2006/relationships/tags" Target="../tags/tag154.xml"/><Relationship Id="rId4" Type="http://schemas.openxmlformats.org/officeDocument/2006/relationships/tags" Target="../tags/tag153.xml"/></Relationships>
</file>

<file path=ppt/slideLayouts/_rels/slideLayout26.xml.rels><?xml version="1.0" encoding="UTF-8" standalone="yes"?>
<Relationships xmlns="http://schemas.openxmlformats.org/package/2006/relationships"><Relationship Id="rId3" Type="http://schemas.openxmlformats.org/officeDocument/2006/relationships/tags" Target="../tags/tag157.xml"/><Relationship Id="rId7" Type="http://schemas.openxmlformats.org/officeDocument/2006/relationships/slideMaster" Target="../slideMasters/slideMaster3.xml"/><Relationship Id="rId2" Type="http://schemas.openxmlformats.org/officeDocument/2006/relationships/tags" Target="../tags/tag156.xml"/><Relationship Id="rId1" Type="http://schemas.openxmlformats.org/officeDocument/2006/relationships/tags" Target="../tags/tag155.xml"/><Relationship Id="rId6" Type="http://schemas.openxmlformats.org/officeDocument/2006/relationships/tags" Target="../tags/tag160.xml"/><Relationship Id="rId5" Type="http://schemas.openxmlformats.org/officeDocument/2006/relationships/tags" Target="../tags/tag159.xml"/><Relationship Id="rId4" Type="http://schemas.openxmlformats.org/officeDocument/2006/relationships/tags" Target="../tags/tag158.xml"/></Relationships>
</file>

<file path=ppt/slideLayouts/_rels/slideLayout27.xml.rels><?xml version="1.0" encoding="UTF-8" standalone="yes"?>
<Relationships xmlns="http://schemas.openxmlformats.org/package/2006/relationships"><Relationship Id="rId8" Type="http://schemas.openxmlformats.org/officeDocument/2006/relationships/tags" Target="../tags/tag168.xml"/><Relationship Id="rId3" Type="http://schemas.openxmlformats.org/officeDocument/2006/relationships/tags" Target="../tags/tag163.xml"/><Relationship Id="rId7" Type="http://schemas.openxmlformats.org/officeDocument/2006/relationships/tags" Target="../tags/tag167.xml"/><Relationship Id="rId2" Type="http://schemas.openxmlformats.org/officeDocument/2006/relationships/tags" Target="../tags/tag162.xml"/><Relationship Id="rId1" Type="http://schemas.openxmlformats.org/officeDocument/2006/relationships/tags" Target="../tags/tag161.xml"/><Relationship Id="rId6" Type="http://schemas.openxmlformats.org/officeDocument/2006/relationships/tags" Target="../tags/tag166.xml"/><Relationship Id="rId5" Type="http://schemas.openxmlformats.org/officeDocument/2006/relationships/tags" Target="../tags/tag165.xml"/><Relationship Id="rId4" Type="http://schemas.openxmlformats.org/officeDocument/2006/relationships/tags" Target="../tags/tag164.xml"/><Relationship Id="rId9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3" Type="http://schemas.openxmlformats.org/officeDocument/2006/relationships/tags" Target="../tags/tag171.xml"/><Relationship Id="rId2" Type="http://schemas.openxmlformats.org/officeDocument/2006/relationships/tags" Target="../tags/tag170.xml"/><Relationship Id="rId1" Type="http://schemas.openxmlformats.org/officeDocument/2006/relationships/tags" Target="../tags/tag169.xml"/><Relationship Id="rId5" Type="http://schemas.openxmlformats.org/officeDocument/2006/relationships/slideMaster" Target="../slideMasters/slideMaster3.xml"/><Relationship Id="rId4" Type="http://schemas.openxmlformats.org/officeDocument/2006/relationships/tags" Target="../tags/tag172.xml"/></Relationships>
</file>

<file path=ppt/slideLayouts/_rels/slideLayout29.xml.rels><?xml version="1.0" encoding="UTF-8" standalone="yes"?>
<Relationships xmlns="http://schemas.openxmlformats.org/package/2006/relationships"><Relationship Id="rId3" Type="http://schemas.openxmlformats.org/officeDocument/2006/relationships/tags" Target="../tags/tag175.xml"/><Relationship Id="rId2" Type="http://schemas.openxmlformats.org/officeDocument/2006/relationships/tags" Target="../tags/tag174.xml"/><Relationship Id="rId1" Type="http://schemas.openxmlformats.org/officeDocument/2006/relationships/tags" Target="../tags/tag173.xml"/><Relationship Id="rId4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3" Type="http://schemas.openxmlformats.org/officeDocument/2006/relationships/tags" Target="../tags/tag178.xml"/><Relationship Id="rId7" Type="http://schemas.openxmlformats.org/officeDocument/2006/relationships/slideMaster" Target="../slideMasters/slideMaster3.xml"/><Relationship Id="rId2" Type="http://schemas.openxmlformats.org/officeDocument/2006/relationships/tags" Target="../tags/tag177.xml"/><Relationship Id="rId1" Type="http://schemas.openxmlformats.org/officeDocument/2006/relationships/tags" Target="../tags/tag176.xml"/><Relationship Id="rId6" Type="http://schemas.openxmlformats.org/officeDocument/2006/relationships/tags" Target="../tags/tag181.xml"/><Relationship Id="rId5" Type="http://schemas.openxmlformats.org/officeDocument/2006/relationships/tags" Target="../tags/tag180.xml"/><Relationship Id="rId4" Type="http://schemas.openxmlformats.org/officeDocument/2006/relationships/tags" Target="../tags/tag179.xml"/></Relationships>
</file>

<file path=ppt/slideLayouts/_rels/slideLayout31.xml.rels><?xml version="1.0" encoding="UTF-8" standalone="yes"?>
<Relationships xmlns="http://schemas.openxmlformats.org/package/2006/relationships"><Relationship Id="rId3" Type="http://schemas.openxmlformats.org/officeDocument/2006/relationships/tags" Target="../tags/tag184.xml"/><Relationship Id="rId2" Type="http://schemas.openxmlformats.org/officeDocument/2006/relationships/tags" Target="../tags/tag183.xml"/><Relationship Id="rId1" Type="http://schemas.openxmlformats.org/officeDocument/2006/relationships/tags" Target="../tags/tag182.xml"/><Relationship Id="rId6" Type="http://schemas.openxmlformats.org/officeDocument/2006/relationships/slideMaster" Target="../slideMasters/slideMaster3.xml"/><Relationship Id="rId5" Type="http://schemas.openxmlformats.org/officeDocument/2006/relationships/tags" Target="../tags/tag186.xml"/><Relationship Id="rId4" Type="http://schemas.openxmlformats.org/officeDocument/2006/relationships/tags" Target="../tags/tag185.xml"/></Relationships>
</file>

<file path=ppt/slideLayouts/_rels/slideLayout32.xml.rels><?xml version="1.0" encoding="UTF-8" standalone="yes"?>
<Relationships xmlns="http://schemas.openxmlformats.org/package/2006/relationships"><Relationship Id="rId3" Type="http://schemas.openxmlformats.org/officeDocument/2006/relationships/tags" Target="../tags/tag189.xml"/><Relationship Id="rId2" Type="http://schemas.openxmlformats.org/officeDocument/2006/relationships/tags" Target="../tags/tag188.xml"/><Relationship Id="rId1" Type="http://schemas.openxmlformats.org/officeDocument/2006/relationships/tags" Target="../tags/tag187.xml"/><Relationship Id="rId5" Type="http://schemas.openxmlformats.org/officeDocument/2006/relationships/slideMaster" Target="../slideMasters/slideMaster3.xml"/><Relationship Id="rId4" Type="http://schemas.openxmlformats.org/officeDocument/2006/relationships/tags" Target="../tags/tag190.xml"/></Relationships>
</file>

<file path=ppt/slideLayouts/_rels/slideLayout33.xml.rels><?xml version="1.0" encoding="UTF-8" standalone="yes"?>
<Relationships xmlns="http://schemas.openxmlformats.org/package/2006/relationships"><Relationship Id="rId3" Type="http://schemas.openxmlformats.org/officeDocument/2006/relationships/tags" Target="../tags/tag193.xml"/><Relationship Id="rId2" Type="http://schemas.openxmlformats.org/officeDocument/2006/relationships/tags" Target="../tags/tag192.xml"/><Relationship Id="rId1" Type="http://schemas.openxmlformats.org/officeDocument/2006/relationships/tags" Target="../tags/tag191.xml"/><Relationship Id="rId6" Type="http://schemas.openxmlformats.org/officeDocument/2006/relationships/slideMaster" Target="../slideMasters/slideMaster3.xml"/><Relationship Id="rId5" Type="http://schemas.openxmlformats.org/officeDocument/2006/relationships/tags" Target="../tags/tag195.xml"/><Relationship Id="rId4" Type="http://schemas.openxmlformats.org/officeDocument/2006/relationships/tags" Target="../tags/tag194.xml"/></Relationships>
</file>

<file path=ppt/slideLayouts/_rels/slideLayout34.xml.rels><?xml version="1.0" encoding="UTF-8" standalone="yes"?>
<Relationships xmlns="http://schemas.openxmlformats.org/package/2006/relationships"><Relationship Id="rId3" Type="http://schemas.openxmlformats.org/officeDocument/2006/relationships/tags" Target="../tags/tag208.xml"/><Relationship Id="rId2" Type="http://schemas.openxmlformats.org/officeDocument/2006/relationships/tags" Target="../tags/tag207.xml"/><Relationship Id="rId1" Type="http://schemas.openxmlformats.org/officeDocument/2006/relationships/tags" Target="../tags/tag206.xml"/><Relationship Id="rId6" Type="http://schemas.openxmlformats.org/officeDocument/2006/relationships/slideMaster" Target="../slideMasters/slideMaster4.xml"/><Relationship Id="rId5" Type="http://schemas.openxmlformats.org/officeDocument/2006/relationships/tags" Target="../tags/tag210.xml"/><Relationship Id="rId4" Type="http://schemas.openxmlformats.org/officeDocument/2006/relationships/tags" Target="../tags/tag209.xml"/></Relationships>
</file>

<file path=ppt/slideLayouts/_rels/slideLayout35.xml.rels><?xml version="1.0" encoding="UTF-8" standalone="yes"?>
<Relationships xmlns="http://schemas.openxmlformats.org/package/2006/relationships"><Relationship Id="rId3" Type="http://schemas.openxmlformats.org/officeDocument/2006/relationships/tags" Target="../tags/tag213.xml"/><Relationship Id="rId2" Type="http://schemas.openxmlformats.org/officeDocument/2006/relationships/tags" Target="../tags/tag212.xml"/><Relationship Id="rId1" Type="http://schemas.openxmlformats.org/officeDocument/2006/relationships/tags" Target="../tags/tag211.xml"/><Relationship Id="rId6" Type="http://schemas.openxmlformats.org/officeDocument/2006/relationships/slideMaster" Target="../slideMasters/slideMaster4.xml"/><Relationship Id="rId5" Type="http://schemas.openxmlformats.org/officeDocument/2006/relationships/tags" Target="../tags/tag215.xml"/><Relationship Id="rId4" Type="http://schemas.openxmlformats.org/officeDocument/2006/relationships/tags" Target="../tags/tag214.xml"/></Relationships>
</file>

<file path=ppt/slideLayouts/_rels/slideLayout36.xml.rels><?xml version="1.0" encoding="UTF-8" standalone="yes"?>
<Relationships xmlns="http://schemas.openxmlformats.org/package/2006/relationships"><Relationship Id="rId3" Type="http://schemas.openxmlformats.org/officeDocument/2006/relationships/tags" Target="../tags/tag218.xml"/><Relationship Id="rId2" Type="http://schemas.openxmlformats.org/officeDocument/2006/relationships/tags" Target="../tags/tag217.xml"/><Relationship Id="rId1" Type="http://schemas.openxmlformats.org/officeDocument/2006/relationships/tags" Target="../tags/tag216.xml"/><Relationship Id="rId6" Type="http://schemas.openxmlformats.org/officeDocument/2006/relationships/slideMaster" Target="../slideMasters/slideMaster4.xml"/><Relationship Id="rId5" Type="http://schemas.openxmlformats.org/officeDocument/2006/relationships/tags" Target="../tags/tag220.xml"/><Relationship Id="rId4" Type="http://schemas.openxmlformats.org/officeDocument/2006/relationships/tags" Target="../tags/tag219.xml"/></Relationships>
</file>

<file path=ppt/slideLayouts/_rels/slideLayout37.xml.rels><?xml version="1.0" encoding="UTF-8" standalone="yes"?>
<Relationships xmlns="http://schemas.openxmlformats.org/package/2006/relationships"><Relationship Id="rId3" Type="http://schemas.openxmlformats.org/officeDocument/2006/relationships/tags" Target="../tags/tag223.xml"/><Relationship Id="rId7" Type="http://schemas.openxmlformats.org/officeDocument/2006/relationships/slideMaster" Target="../slideMasters/slideMaster4.xml"/><Relationship Id="rId2" Type="http://schemas.openxmlformats.org/officeDocument/2006/relationships/tags" Target="../tags/tag222.xml"/><Relationship Id="rId1" Type="http://schemas.openxmlformats.org/officeDocument/2006/relationships/tags" Target="../tags/tag221.xml"/><Relationship Id="rId6" Type="http://schemas.openxmlformats.org/officeDocument/2006/relationships/tags" Target="../tags/tag226.xml"/><Relationship Id="rId5" Type="http://schemas.openxmlformats.org/officeDocument/2006/relationships/tags" Target="../tags/tag225.xml"/><Relationship Id="rId4" Type="http://schemas.openxmlformats.org/officeDocument/2006/relationships/tags" Target="../tags/tag224.xml"/></Relationships>
</file>

<file path=ppt/slideLayouts/_rels/slideLayout38.xml.rels><?xml version="1.0" encoding="UTF-8" standalone="yes"?>
<Relationships xmlns="http://schemas.openxmlformats.org/package/2006/relationships"><Relationship Id="rId8" Type="http://schemas.openxmlformats.org/officeDocument/2006/relationships/tags" Target="../tags/tag234.xml"/><Relationship Id="rId3" Type="http://schemas.openxmlformats.org/officeDocument/2006/relationships/tags" Target="../tags/tag229.xml"/><Relationship Id="rId7" Type="http://schemas.openxmlformats.org/officeDocument/2006/relationships/tags" Target="../tags/tag233.xml"/><Relationship Id="rId2" Type="http://schemas.openxmlformats.org/officeDocument/2006/relationships/tags" Target="../tags/tag228.xml"/><Relationship Id="rId1" Type="http://schemas.openxmlformats.org/officeDocument/2006/relationships/tags" Target="../tags/tag227.xml"/><Relationship Id="rId6" Type="http://schemas.openxmlformats.org/officeDocument/2006/relationships/tags" Target="../tags/tag232.xml"/><Relationship Id="rId5" Type="http://schemas.openxmlformats.org/officeDocument/2006/relationships/tags" Target="../tags/tag231.xml"/><Relationship Id="rId4" Type="http://schemas.openxmlformats.org/officeDocument/2006/relationships/tags" Target="../tags/tag230.xml"/><Relationship Id="rId9" Type="http://schemas.openxmlformats.org/officeDocument/2006/relationships/slideMaster" Target="../slideMasters/slideMaster4.xml"/></Relationships>
</file>

<file path=ppt/slideLayouts/_rels/slideLayout39.xml.rels><?xml version="1.0" encoding="UTF-8" standalone="yes"?>
<Relationships xmlns="http://schemas.openxmlformats.org/package/2006/relationships"><Relationship Id="rId3" Type="http://schemas.openxmlformats.org/officeDocument/2006/relationships/tags" Target="../tags/tag237.xml"/><Relationship Id="rId2" Type="http://schemas.openxmlformats.org/officeDocument/2006/relationships/tags" Target="../tags/tag236.xml"/><Relationship Id="rId1" Type="http://schemas.openxmlformats.org/officeDocument/2006/relationships/tags" Target="../tags/tag235.xml"/><Relationship Id="rId5" Type="http://schemas.openxmlformats.org/officeDocument/2006/relationships/slideMaster" Target="../slideMasters/slideMaster4.xml"/><Relationship Id="rId4" Type="http://schemas.openxmlformats.org/officeDocument/2006/relationships/tags" Target="../tags/tag238.xml"/></Relationships>
</file>

<file path=ppt/slideLayouts/_rels/slideLayout40.xml.rels><?xml version="1.0" encoding="UTF-8" standalone="yes"?>
<Relationships xmlns="http://schemas.openxmlformats.org/package/2006/relationships"><Relationship Id="rId3" Type="http://schemas.openxmlformats.org/officeDocument/2006/relationships/tags" Target="../tags/tag241.xml"/><Relationship Id="rId2" Type="http://schemas.openxmlformats.org/officeDocument/2006/relationships/tags" Target="../tags/tag240.xml"/><Relationship Id="rId1" Type="http://schemas.openxmlformats.org/officeDocument/2006/relationships/tags" Target="../tags/tag239.xml"/><Relationship Id="rId4" Type="http://schemas.openxmlformats.org/officeDocument/2006/relationships/slideMaster" Target="../slideMasters/slideMaster4.xml"/></Relationships>
</file>

<file path=ppt/slideLayouts/_rels/slideLayout41.xml.rels><?xml version="1.0" encoding="UTF-8" standalone="yes"?>
<Relationships xmlns="http://schemas.openxmlformats.org/package/2006/relationships"><Relationship Id="rId3" Type="http://schemas.openxmlformats.org/officeDocument/2006/relationships/tags" Target="../tags/tag244.xml"/><Relationship Id="rId7" Type="http://schemas.openxmlformats.org/officeDocument/2006/relationships/slideMaster" Target="../slideMasters/slideMaster4.xml"/><Relationship Id="rId2" Type="http://schemas.openxmlformats.org/officeDocument/2006/relationships/tags" Target="../tags/tag243.xml"/><Relationship Id="rId1" Type="http://schemas.openxmlformats.org/officeDocument/2006/relationships/tags" Target="../tags/tag242.xml"/><Relationship Id="rId6" Type="http://schemas.openxmlformats.org/officeDocument/2006/relationships/tags" Target="../tags/tag247.xml"/><Relationship Id="rId5" Type="http://schemas.openxmlformats.org/officeDocument/2006/relationships/tags" Target="../tags/tag246.xml"/><Relationship Id="rId4" Type="http://schemas.openxmlformats.org/officeDocument/2006/relationships/tags" Target="../tags/tag245.xml"/></Relationships>
</file>

<file path=ppt/slideLayouts/_rels/slideLayout42.xml.rels><?xml version="1.0" encoding="UTF-8" standalone="yes"?>
<Relationships xmlns="http://schemas.openxmlformats.org/package/2006/relationships"><Relationship Id="rId3" Type="http://schemas.openxmlformats.org/officeDocument/2006/relationships/tags" Target="../tags/tag250.xml"/><Relationship Id="rId2" Type="http://schemas.openxmlformats.org/officeDocument/2006/relationships/tags" Target="../tags/tag249.xml"/><Relationship Id="rId1" Type="http://schemas.openxmlformats.org/officeDocument/2006/relationships/tags" Target="../tags/tag248.xml"/><Relationship Id="rId6" Type="http://schemas.openxmlformats.org/officeDocument/2006/relationships/slideMaster" Target="../slideMasters/slideMaster4.xml"/><Relationship Id="rId5" Type="http://schemas.openxmlformats.org/officeDocument/2006/relationships/tags" Target="../tags/tag252.xml"/><Relationship Id="rId4" Type="http://schemas.openxmlformats.org/officeDocument/2006/relationships/tags" Target="../tags/tag251.xml"/></Relationships>
</file>

<file path=ppt/slideLayouts/_rels/slideLayout43.xml.rels><?xml version="1.0" encoding="UTF-8" standalone="yes"?>
<Relationships xmlns="http://schemas.openxmlformats.org/package/2006/relationships"><Relationship Id="rId3" Type="http://schemas.openxmlformats.org/officeDocument/2006/relationships/tags" Target="../tags/tag255.xml"/><Relationship Id="rId2" Type="http://schemas.openxmlformats.org/officeDocument/2006/relationships/tags" Target="../tags/tag254.xml"/><Relationship Id="rId1" Type="http://schemas.openxmlformats.org/officeDocument/2006/relationships/tags" Target="../tags/tag253.xml"/><Relationship Id="rId5" Type="http://schemas.openxmlformats.org/officeDocument/2006/relationships/slideMaster" Target="../slideMasters/slideMaster4.xml"/><Relationship Id="rId4" Type="http://schemas.openxmlformats.org/officeDocument/2006/relationships/tags" Target="../tags/tag256.xml"/></Relationships>
</file>

<file path=ppt/slideLayouts/_rels/slideLayout44.xml.rels><?xml version="1.0" encoding="UTF-8" standalone="yes"?>
<Relationships xmlns="http://schemas.openxmlformats.org/package/2006/relationships"><Relationship Id="rId3" Type="http://schemas.openxmlformats.org/officeDocument/2006/relationships/tags" Target="../tags/tag259.xml"/><Relationship Id="rId2" Type="http://schemas.openxmlformats.org/officeDocument/2006/relationships/tags" Target="../tags/tag258.xml"/><Relationship Id="rId1" Type="http://schemas.openxmlformats.org/officeDocument/2006/relationships/tags" Target="../tags/tag257.xml"/><Relationship Id="rId6" Type="http://schemas.openxmlformats.org/officeDocument/2006/relationships/slideMaster" Target="../slideMasters/slideMaster4.xml"/><Relationship Id="rId5" Type="http://schemas.openxmlformats.org/officeDocument/2006/relationships/tags" Target="../tags/tag261.xml"/><Relationship Id="rId4" Type="http://schemas.openxmlformats.org/officeDocument/2006/relationships/tags" Target="../tags/tag260.xml"/></Relationships>
</file>

<file path=ppt/slideLayouts/_rels/slideLayout45.xml.rels><?xml version="1.0" encoding="UTF-8" standalone="yes"?>
<Relationships xmlns="http://schemas.openxmlformats.org/package/2006/relationships"><Relationship Id="rId3" Type="http://schemas.openxmlformats.org/officeDocument/2006/relationships/tags" Target="../tags/tag273.xml"/><Relationship Id="rId2" Type="http://schemas.openxmlformats.org/officeDocument/2006/relationships/tags" Target="../tags/tag272.xml"/><Relationship Id="rId1" Type="http://schemas.openxmlformats.org/officeDocument/2006/relationships/tags" Target="../tags/tag271.xml"/><Relationship Id="rId6" Type="http://schemas.openxmlformats.org/officeDocument/2006/relationships/slideMaster" Target="../slideMasters/slideMaster5.xml"/><Relationship Id="rId5" Type="http://schemas.openxmlformats.org/officeDocument/2006/relationships/tags" Target="../tags/tag275.xml"/><Relationship Id="rId4" Type="http://schemas.openxmlformats.org/officeDocument/2006/relationships/tags" Target="../tags/tag274.xml"/></Relationships>
</file>

<file path=ppt/slideLayouts/_rels/slideLayout46.xml.rels><?xml version="1.0" encoding="UTF-8" standalone="yes"?>
<Relationships xmlns="http://schemas.openxmlformats.org/package/2006/relationships"><Relationship Id="rId3" Type="http://schemas.openxmlformats.org/officeDocument/2006/relationships/tags" Target="../tags/tag278.xml"/><Relationship Id="rId2" Type="http://schemas.openxmlformats.org/officeDocument/2006/relationships/tags" Target="../tags/tag277.xml"/><Relationship Id="rId1" Type="http://schemas.openxmlformats.org/officeDocument/2006/relationships/tags" Target="../tags/tag276.xml"/><Relationship Id="rId6" Type="http://schemas.openxmlformats.org/officeDocument/2006/relationships/slideMaster" Target="../slideMasters/slideMaster5.xml"/><Relationship Id="rId5" Type="http://schemas.openxmlformats.org/officeDocument/2006/relationships/tags" Target="../tags/tag280.xml"/><Relationship Id="rId4" Type="http://schemas.openxmlformats.org/officeDocument/2006/relationships/tags" Target="../tags/tag279.xml"/></Relationships>
</file>

<file path=ppt/slideLayouts/_rels/slideLayout47.xml.rels><?xml version="1.0" encoding="UTF-8" standalone="yes"?>
<Relationships xmlns="http://schemas.openxmlformats.org/package/2006/relationships"><Relationship Id="rId3" Type="http://schemas.openxmlformats.org/officeDocument/2006/relationships/tags" Target="../tags/tag283.xml"/><Relationship Id="rId2" Type="http://schemas.openxmlformats.org/officeDocument/2006/relationships/tags" Target="../tags/tag282.xml"/><Relationship Id="rId1" Type="http://schemas.openxmlformats.org/officeDocument/2006/relationships/tags" Target="../tags/tag281.xml"/><Relationship Id="rId6" Type="http://schemas.openxmlformats.org/officeDocument/2006/relationships/slideMaster" Target="../slideMasters/slideMaster5.xml"/><Relationship Id="rId5" Type="http://schemas.openxmlformats.org/officeDocument/2006/relationships/tags" Target="../tags/tag285.xml"/><Relationship Id="rId4" Type="http://schemas.openxmlformats.org/officeDocument/2006/relationships/tags" Target="../tags/tag284.xml"/></Relationships>
</file>

<file path=ppt/slideLayouts/_rels/slideLayout48.xml.rels><?xml version="1.0" encoding="UTF-8" standalone="yes"?>
<Relationships xmlns="http://schemas.openxmlformats.org/package/2006/relationships"><Relationship Id="rId3" Type="http://schemas.openxmlformats.org/officeDocument/2006/relationships/tags" Target="../tags/tag288.xml"/><Relationship Id="rId7" Type="http://schemas.openxmlformats.org/officeDocument/2006/relationships/slideMaster" Target="../slideMasters/slideMaster5.xml"/><Relationship Id="rId2" Type="http://schemas.openxmlformats.org/officeDocument/2006/relationships/tags" Target="../tags/tag287.xml"/><Relationship Id="rId1" Type="http://schemas.openxmlformats.org/officeDocument/2006/relationships/tags" Target="../tags/tag286.xml"/><Relationship Id="rId6" Type="http://schemas.openxmlformats.org/officeDocument/2006/relationships/tags" Target="../tags/tag291.xml"/><Relationship Id="rId5" Type="http://schemas.openxmlformats.org/officeDocument/2006/relationships/tags" Target="../tags/tag290.xml"/><Relationship Id="rId4" Type="http://schemas.openxmlformats.org/officeDocument/2006/relationships/tags" Target="../tags/tag289.xml"/></Relationships>
</file>

<file path=ppt/slideLayouts/_rels/slideLayout49.xml.rels><?xml version="1.0" encoding="UTF-8" standalone="yes"?>
<Relationships xmlns="http://schemas.openxmlformats.org/package/2006/relationships"><Relationship Id="rId8" Type="http://schemas.openxmlformats.org/officeDocument/2006/relationships/tags" Target="../tags/tag299.xml"/><Relationship Id="rId3" Type="http://schemas.openxmlformats.org/officeDocument/2006/relationships/tags" Target="../tags/tag294.xml"/><Relationship Id="rId7" Type="http://schemas.openxmlformats.org/officeDocument/2006/relationships/tags" Target="../tags/tag298.xml"/><Relationship Id="rId2" Type="http://schemas.openxmlformats.org/officeDocument/2006/relationships/tags" Target="../tags/tag293.xml"/><Relationship Id="rId1" Type="http://schemas.openxmlformats.org/officeDocument/2006/relationships/tags" Target="../tags/tag292.xml"/><Relationship Id="rId6" Type="http://schemas.openxmlformats.org/officeDocument/2006/relationships/tags" Target="../tags/tag297.xml"/><Relationship Id="rId5" Type="http://schemas.openxmlformats.org/officeDocument/2006/relationships/tags" Target="../tags/tag296.xml"/><Relationship Id="rId4" Type="http://schemas.openxmlformats.org/officeDocument/2006/relationships/tags" Target="../tags/tag295.xml"/><Relationship Id="rId9" Type="http://schemas.openxmlformats.org/officeDocument/2006/relationships/slideMaster" Target="../slideMasters/slideMaster5.xml"/></Relationships>
</file>

<file path=ppt/slideLayouts/_rels/slideLayout50.xml.rels><?xml version="1.0" encoding="UTF-8" standalone="yes"?>
<Relationships xmlns="http://schemas.openxmlformats.org/package/2006/relationships"><Relationship Id="rId3" Type="http://schemas.openxmlformats.org/officeDocument/2006/relationships/tags" Target="../tags/tag302.xml"/><Relationship Id="rId2" Type="http://schemas.openxmlformats.org/officeDocument/2006/relationships/tags" Target="../tags/tag301.xml"/><Relationship Id="rId1" Type="http://schemas.openxmlformats.org/officeDocument/2006/relationships/tags" Target="../tags/tag300.xml"/><Relationship Id="rId5" Type="http://schemas.openxmlformats.org/officeDocument/2006/relationships/slideMaster" Target="../slideMasters/slideMaster5.xml"/><Relationship Id="rId4" Type="http://schemas.openxmlformats.org/officeDocument/2006/relationships/tags" Target="../tags/tag303.xml"/></Relationships>
</file>

<file path=ppt/slideLayouts/_rels/slideLayout51.xml.rels><?xml version="1.0" encoding="UTF-8" standalone="yes"?>
<Relationships xmlns="http://schemas.openxmlformats.org/package/2006/relationships"><Relationship Id="rId3" Type="http://schemas.openxmlformats.org/officeDocument/2006/relationships/tags" Target="../tags/tag306.xml"/><Relationship Id="rId2" Type="http://schemas.openxmlformats.org/officeDocument/2006/relationships/tags" Target="../tags/tag305.xml"/><Relationship Id="rId1" Type="http://schemas.openxmlformats.org/officeDocument/2006/relationships/tags" Target="../tags/tag304.xml"/><Relationship Id="rId4" Type="http://schemas.openxmlformats.org/officeDocument/2006/relationships/slideMaster" Target="../slideMasters/slideMaster5.xml"/></Relationships>
</file>

<file path=ppt/slideLayouts/_rels/slideLayout52.xml.rels><?xml version="1.0" encoding="UTF-8" standalone="yes"?>
<Relationships xmlns="http://schemas.openxmlformats.org/package/2006/relationships"><Relationship Id="rId3" Type="http://schemas.openxmlformats.org/officeDocument/2006/relationships/tags" Target="../tags/tag309.xml"/><Relationship Id="rId7" Type="http://schemas.openxmlformats.org/officeDocument/2006/relationships/slideMaster" Target="../slideMasters/slideMaster5.xml"/><Relationship Id="rId2" Type="http://schemas.openxmlformats.org/officeDocument/2006/relationships/tags" Target="../tags/tag308.xml"/><Relationship Id="rId1" Type="http://schemas.openxmlformats.org/officeDocument/2006/relationships/tags" Target="../tags/tag307.xml"/><Relationship Id="rId6" Type="http://schemas.openxmlformats.org/officeDocument/2006/relationships/tags" Target="../tags/tag312.xml"/><Relationship Id="rId5" Type="http://schemas.openxmlformats.org/officeDocument/2006/relationships/tags" Target="../tags/tag311.xml"/><Relationship Id="rId4" Type="http://schemas.openxmlformats.org/officeDocument/2006/relationships/tags" Target="../tags/tag310.xml"/></Relationships>
</file>

<file path=ppt/slideLayouts/_rels/slideLayout53.xml.rels><?xml version="1.0" encoding="UTF-8" standalone="yes"?>
<Relationships xmlns="http://schemas.openxmlformats.org/package/2006/relationships"><Relationship Id="rId3" Type="http://schemas.openxmlformats.org/officeDocument/2006/relationships/tags" Target="../tags/tag315.xml"/><Relationship Id="rId2" Type="http://schemas.openxmlformats.org/officeDocument/2006/relationships/tags" Target="../tags/tag314.xml"/><Relationship Id="rId1" Type="http://schemas.openxmlformats.org/officeDocument/2006/relationships/tags" Target="../tags/tag313.xml"/><Relationship Id="rId6" Type="http://schemas.openxmlformats.org/officeDocument/2006/relationships/slideMaster" Target="../slideMasters/slideMaster5.xml"/><Relationship Id="rId5" Type="http://schemas.openxmlformats.org/officeDocument/2006/relationships/tags" Target="../tags/tag317.xml"/><Relationship Id="rId4" Type="http://schemas.openxmlformats.org/officeDocument/2006/relationships/tags" Target="../tags/tag316.xml"/></Relationships>
</file>

<file path=ppt/slideLayouts/_rels/slideLayout54.xml.rels><?xml version="1.0" encoding="UTF-8" standalone="yes"?>
<Relationships xmlns="http://schemas.openxmlformats.org/package/2006/relationships"><Relationship Id="rId3" Type="http://schemas.openxmlformats.org/officeDocument/2006/relationships/tags" Target="../tags/tag320.xml"/><Relationship Id="rId2" Type="http://schemas.openxmlformats.org/officeDocument/2006/relationships/tags" Target="../tags/tag319.xml"/><Relationship Id="rId1" Type="http://schemas.openxmlformats.org/officeDocument/2006/relationships/tags" Target="../tags/tag318.xml"/><Relationship Id="rId5" Type="http://schemas.openxmlformats.org/officeDocument/2006/relationships/slideMaster" Target="../slideMasters/slideMaster5.xml"/><Relationship Id="rId4" Type="http://schemas.openxmlformats.org/officeDocument/2006/relationships/tags" Target="../tags/tag321.xml"/></Relationships>
</file>

<file path=ppt/slideLayouts/_rels/slideLayout55.xml.rels><?xml version="1.0" encoding="UTF-8" standalone="yes"?>
<Relationships xmlns="http://schemas.openxmlformats.org/package/2006/relationships"><Relationship Id="rId3" Type="http://schemas.openxmlformats.org/officeDocument/2006/relationships/tags" Target="../tags/tag324.xml"/><Relationship Id="rId2" Type="http://schemas.openxmlformats.org/officeDocument/2006/relationships/tags" Target="../tags/tag323.xml"/><Relationship Id="rId1" Type="http://schemas.openxmlformats.org/officeDocument/2006/relationships/tags" Target="../tags/tag322.xml"/><Relationship Id="rId6" Type="http://schemas.openxmlformats.org/officeDocument/2006/relationships/slideMaster" Target="../slideMasters/slideMaster5.xml"/><Relationship Id="rId5" Type="http://schemas.openxmlformats.org/officeDocument/2006/relationships/tags" Target="../tags/tag326.xml"/><Relationship Id="rId4" Type="http://schemas.openxmlformats.org/officeDocument/2006/relationships/tags" Target="../tags/tag325.xml"/></Relationships>
</file>

<file path=ppt/slideLayouts/_rels/slideLayout56.xml.rels><?xml version="1.0" encoding="UTF-8" standalone="yes"?>
<Relationships xmlns="http://schemas.openxmlformats.org/package/2006/relationships"><Relationship Id="rId3" Type="http://schemas.openxmlformats.org/officeDocument/2006/relationships/tags" Target="../tags/tag336.xml"/><Relationship Id="rId2" Type="http://schemas.openxmlformats.org/officeDocument/2006/relationships/tags" Target="../tags/tag335.xml"/><Relationship Id="rId1" Type="http://schemas.openxmlformats.org/officeDocument/2006/relationships/tags" Target="../tags/tag334.xml"/><Relationship Id="rId6" Type="http://schemas.openxmlformats.org/officeDocument/2006/relationships/slideMaster" Target="../slideMasters/slideMaster6.xml"/><Relationship Id="rId5" Type="http://schemas.openxmlformats.org/officeDocument/2006/relationships/tags" Target="../tags/tag338.xml"/><Relationship Id="rId4" Type="http://schemas.openxmlformats.org/officeDocument/2006/relationships/tags" Target="../tags/tag337.xml"/></Relationships>
</file>

<file path=ppt/slideLayouts/_rels/slideLayout57.xml.rels><?xml version="1.0" encoding="UTF-8" standalone="yes"?>
<Relationships xmlns="http://schemas.openxmlformats.org/package/2006/relationships"><Relationship Id="rId3" Type="http://schemas.openxmlformats.org/officeDocument/2006/relationships/tags" Target="../tags/tag341.xml"/><Relationship Id="rId2" Type="http://schemas.openxmlformats.org/officeDocument/2006/relationships/tags" Target="../tags/tag340.xml"/><Relationship Id="rId1" Type="http://schemas.openxmlformats.org/officeDocument/2006/relationships/tags" Target="../tags/tag339.xml"/><Relationship Id="rId6" Type="http://schemas.openxmlformats.org/officeDocument/2006/relationships/slideMaster" Target="../slideMasters/slideMaster6.xml"/><Relationship Id="rId5" Type="http://schemas.openxmlformats.org/officeDocument/2006/relationships/tags" Target="../tags/tag343.xml"/><Relationship Id="rId4" Type="http://schemas.openxmlformats.org/officeDocument/2006/relationships/tags" Target="../tags/tag342.xml"/></Relationships>
</file>

<file path=ppt/slideLayouts/_rels/slideLayout58.xml.rels><?xml version="1.0" encoding="UTF-8" standalone="yes"?>
<Relationships xmlns="http://schemas.openxmlformats.org/package/2006/relationships"><Relationship Id="rId3" Type="http://schemas.openxmlformats.org/officeDocument/2006/relationships/tags" Target="../tags/tag346.xml"/><Relationship Id="rId2" Type="http://schemas.openxmlformats.org/officeDocument/2006/relationships/tags" Target="../tags/tag345.xml"/><Relationship Id="rId1" Type="http://schemas.openxmlformats.org/officeDocument/2006/relationships/tags" Target="../tags/tag344.xml"/><Relationship Id="rId6" Type="http://schemas.openxmlformats.org/officeDocument/2006/relationships/slideMaster" Target="../slideMasters/slideMaster6.xml"/><Relationship Id="rId5" Type="http://schemas.openxmlformats.org/officeDocument/2006/relationships/tags" Target="../tags/tag348.xml"/><Relationship Id="rId4" Type="http://schemas.openxmlformats.org/officeDocument/2006/relationships/tags" Target="../tags/tag347.xml"/></Relationships>
</file>

<file path=ppt/slideLayouts/_rels/slideLayout59.xml.rels><?xml version="1.0" encoding="UTF-8" standalone="yes"?>
<Relationships xmlns="http://schemas.openxmlformats.org/package/2006/relationships"><Relationship Id="rId3" Type="http://schemas.openxmlformats.org/officeDocument/2006/relationships/tags" Target="../tags/tag351.xml"/><Relationship Id="rId7" Type="http://schemas.openxmlformats.org/officeDocument/2006/relationships/slideMaster" Target="../slideMasters/slideMaster6.xml"/><Relationship Id="rId2" Type="http://schemas.openxmlformats.org/officeDocument/2006/relationships/tags" Target="../tags/tag350.xml"/><Relationship Id="rId1" Type="http://schemas.openxmlformats.org/officeDocument/2006/relationships/tags" Target="../tags/tag349.xml"/><Relationship Id="rId6" Type="http://schemas.openxmlformats.org/officeDocument/2006/relationships/tags" Target="../tags/tag354.xml"/><Relationship Id="rId5" Type="http://schemas.openxmlformats.org/officeDocument/2006/relationships/tags" Target="../tags/tag353.xml"/><Relationship Id="rId4" Type="http://schemas.openxmlformats.org/officeDocument/2006/relationships/tags" Target="../tags/tag352.xml"/></Relationships>
</file>

<file path=ppt/slideLayouts/_rels/slideLayout60.xml.rels><?xml version="1.0" encoding="UTF-8" standalone="yes"?>
<Relationships xmlns="http://schemas.openxmlformats.org/package/2006/relationships"><Relationship Id="rId8" Type="http://schemas.openxmlformats.org/officeDocument/2006/relationships/tags" Target="../tags/tag362.xml"/><Relationship Id="rId3" Type="http://schemas.openxmlformats.org/officeDocument/2006/relationships/tags" Target="../tags/tag357.xml"/><Relationship Id="rId7" Type="http://schemas.openxmlformats.org/officeDocument/2006/relationships/tags" Target="../tags/tag361.xml"/><Relationship Id="rId2" Type="http://schemas.openxmlformats.org/officeDocument/2006/relationships/tags" Target="../tags/tag356.xml"/><Relationship Id="rId1" Type="http://schemas.openxmlformats.org/officeDocument/2006/relationships/tags" Target="../tags/tag355.xml"/><Relationship Id="rId6" Type="http://schemas.openxmlformats.org/officeDocument/2006/relationships/tags" Target="../tags/tag360.xml"/><Relationship Id="rId5" Type="http://schemas.openxmlformats.org/officeDocument/2006/relationships/tags" Target="../tags/tag359.xml"/><Relationship Id="rId4" Type="http://schemas.openxmlformats.org/officeDocument/2006/relationships/tags" Target="../tags/tag358.xml"/><Relationship Id="rId9" Type="http://schemas.openxmlformats.org/officeDocument/2006/relationships/slideMaster" Target="../slideMasters/slideMaster6.xml"/></Relationships>
</file>

<file path=ppt/slideLayouts/_rels/slideLayout61.xml.rels><?xml version="1.0" encoding="UTF-8" standalone="yes"?>
<Relationships xmlns="http://schemas.openxmlformats.org/package/2006/relationships"><Relationship Id="rId3" Type="http://schemas.openxmlformats.org/officeDocument/2006/relationships/tags" Target="../tags/tag365.xml"/><Relationship Id="rId2" Type="http://schemas.openxmlformats.org/officeDocument/2006/relationships/tags" Target="../tags/tag364.xml"/><Relationship Id="rId1" Type="http://schemas.openxmlformats.org/officeDocument/2006/relationships/tags" Target="../tags/tag363.xml"/><Relationship Id="rId5" Type="http://schemas.openxmlformats.org/officeDocument/2006/relationships/slideMaster" Target="../slideMasters/slideMaster6.xml"/><Relationship Id="rId4" Type="http://schemas.openxmlformats.org/officeDocument/2006/relationships/tags" Target="../tags/tag366.xml"/></Relationships>
</file>

<file path=ppt/slideLayouts/_rels/slideLayout62.xml.rels><?xml version="1.0" encoding="UTF-8" standalone="yes"?>
<Relationships xmlns="http://schemas.openxmlformats.org/package/2006/relationships"><Relationship Id="rId3" Type="http://schemas.openxmlformats.org/officeDocument/2006/relationships/tags" Target="../tags/tag369.xml"/><Relationship Id="rId2" Type="http://schemas.openxmlformats.org/officeDocument/2006/relationships/tags" Target="../tags/tag368.xml"/><Relationship Id="rId1" Type="http://schemas.openxmlformats.org/officeDocument/2006/relationships/tags" Target="../tags/tag367.xml"/><Relationship Id="rId4" Type="http://schemas.openxmlformats.org/officeDocument/2006/relationships/slideMaster" Target="../slideMasters/slideMaster6.xml"/></Relationships>
</file>

<file path=ppt/slideLayouts/_rels/slideLayout63.xml.rels><?xml version="1.0" encoding="UTF-8" standalone="yes"?>
<Relationships xmlns="http://schemas.openxmlformats.org/package/2006/relationships"><Relationship Id="rId3" Type="http://schemas.openxmlformats.org/officeDocument/2006/relationships/tags" Target="../tags/tag372.xml"/><Relationship Id="rId7" Type="http://schemas.openxmlformats.org/officeDocument/2006/relationships/slideMaster" Target="../slideMasters/slideMaster6.xml"/><Relationship Id="rId2" Type="http://schemas.openxmlformats.org/officeDocument/2006/relationships/tags" Target="../tags/tag371.xml"/><Relationship Id="rId1" Type="http://schemas.openxmlformats.org/officeDocument/2006/relationships/tags" Target="../tags/tag370.xml"/><Relationship Id="rId6" Type="http://schemas.openxmlformats.org/officeDocument/2006/relationships/tags" Target="../tags/tag375.xml"/><Relationship Id="rId5" Type="http://schemas.openxmlformats.org/officeDocument/2006/relationships/tags" Target="../tags/tag374.xml"/><Relationship Id="rId4" Type="http://schemas.openxmlformats.org/officeDocument/2006/relationships/tags" Target="../tags/tag373.xml"/></Relationships>
</file>

<file path=ppt/slideLayouts/_rels/slideLayout64.xml.rels><?xml version="1.0" encoding="UTF-8" standalone="yes"?>
<Relationships xmlns="http://schemas.openxmlformats.org/package/2006/relationships"><Relationship Id="rId3" Type="http://schemas.openxmlformats.org/officeDocument/2006/relationships/tags" Target="../tags/tag378.xml"/><Relationship Id="rId2" Type="http://schemas.openxmlformats.org/officeDocument/2006/relationships/tags" Target="../tags/tag377.xml"/><Relationship Id="rId1" Type="http://schemas.openxmlformats.org/officeDocument/2006/relationships/tags" Target="../tags/tag376.xml"/><Relationship Id="rId6" Type="http://schemas.openxmlformats.org/officeDocument/2006/relationships/slideMaster" Target="../slideMasters/slideMaster6.xml"/><Relationship Id="rId5" Type="http://schemas.openxmlformats.org/officeDocument/2006/relationships/tags" Target="../tags/tag380.xml"/><Relationship Id="rId4" Type="http://schemas.openxmlformats.org/officeDocument/2006/relationships/tags" Target="../tags/tag379.xml"/></Relationships>
</file>

<file path=ppt/slideLayouts/_rels/slideLayout65.xml.rels><?xml version="1.0" encoding="UTF-8" standalone="yes"?>
<Relationships xmlns="http://schemas.openxmlformats.org/package/2006/relationships"><Relationship Id="rId3" Type="http://schemas.openxmlformats.org/officeDocument/2006/relationships/tags" Target="../tags/tag383.xml"/><Relationship Id="rId2" Type="http://schemas.openxmlformats.org/officeDocument/2006/relationships/tags" Target="../tags/tag382.xml"/><Relationship Id="rId1" Type="http://schemas.openxmlformats.org/officeDocument/2006/relationships/tags" Target="../tags/tag381.xml"/><Relationship Id="rId5" Type="http://schemas.openxmlformats.org/officeDocument/2006/relationships/slideMaster" Target="../slideMasters/slideMaster6.xml"/><Relationship Id="rId4" Type="http://schemas.openxmlformats.org/officeDocument/2006/relationships/tags" Target="../tags/tag384.xml"/></Relationships>
</file>

<file path=ppt/slideLayouts/_rels/slideLayout66.xml.rels><?xml version="1.0" encoding="UTF-8" standalone="yes"?>
<Relationships xmlns="http://schemas.openxmlformats.org/package/2006/relationships"><Relationship Id="rId3" Type="http://schemas.openxmlformats.org/officeDocument/2006/relationships/tags" Target="../tags/tag387.xml"/><Relationship Id="rId2" Type="http://schemas.openxmlformats.org/officeDocument/2006/relationships/tags" Target="../tags/tag386.xml"/><Relationship Id="rId1" Type="http://schemas.openxmlformats.org/officeDocument/2006/relationships/tags" Target="../tags/tag385.xml"/><Relationship Id="rId6" Type="http://schemas.openxmlformats.org/officeDocument/2006/relationships/slideMaster" Target="../slideMasters/slideMaster6.xml"/><Relationship Id="rId5" Type="http://schemas.openxmlformats.org/officeDocument/2006/relationships/tags" Target="../tags/tag389.xml"/><Relationship Id="rId4" Type="http://schemas.openxmlformats.org/officeDocument/2006/relationships/tags" Target="../tags/tag388.xml"/></Relationships>
</file>

<file path=ppt/slideLayouts/_rels/slideLayout67.xml.rels><?xml version="1.0" encoding="UTF-8" standalone="yes"?>
<Relationships xmlns="http://schemas.openxmlformats.org/package/2006/relationships"><Relationship Id="rId3" Type="http://schemas.openxmlformats.org/officeDocument/2006/relationships/tags" Target="../tags/tag402.xml"/><Relationship Id="rId2" Type="http://schemas.openxmlformats.org/officeDocument/2006/relationships/tags" Target="../tags/tag401.xml"/><Relationship Id="rId1" Type="http://schemas.openxmlformats.org/officeDocument/2006/relationships/tags" Target="../tags/tag400.xml"/><Relationship Id="rId6" Type="http://schemas.openxmlformats.org/officeDocument/2006/relationships/slideMaster" Target="../slideMasters/slideMaster7.xml"/><Relationship Id="rId5" Type="http://schemas.openxmlformats.org/officeDocument/2006/relationships/tags" Target="../tags/tag404.xml"/><Relationship Id="rId4" Type="http://schemas.openxmlformats.org/officeDocument/2006/relationships/tags" Target="../tags/tag403.xml"/></Relationships>
</file>

<file path=ppt/slideLayouts/_rels/slideLayout68.xml.rels><?xml version="1.0" encoding="UTF-8" standalone="yes"?>
<Relationships xmlns="http://schemas.openxmlformats.org/package/2006/relationships"><Relationship Id="rId3" Type="http://schemas.openxmlformats.org/officeDocument/2006/relationships/tags" Target="../tags/tag407.xml"/><Relationship Id="rId2" Type="http://schemas.openxmlformats.org/officeDocument/2006/relationships/tags" Target="../tags/tag406.xml"/><Relationship Id="rId1" Type="http://schemas.openxmlformats.org/officeDocument/2006/relationships/tags" Target="../tags/tag405.xml"/><Relationship Id="rId6" Type="http://schemas.openxmlformats.org/officeDocument/2006/relationships/slideMaster" Target="../slideMasters/slideMaster7.xml"/><Relationship Id="rId5" Type="http://schemas.openxmlformats.org/officeDocument/2006/relationships/tags" Target="../tags/tag409.xml"/><Relationship Id="rId4" Type="http://schemas.openxmlformats.org/officeDocument/2006/relationships/tags" Target="../tags/tag408.xml"/></Relationships>
</file>

<file path=ppt/slideLayouts/_rels/slideLayout69.xml.rels><?xml version="1.0" encoding="UTF-8" standalone="yes"?>
<Relationships xmlns="http://schemas.openxmlformats.org/package/2006/relationships"><Relationship Id="rId3" Type="http://schemas.openxmlformats.org/officeDocument/2006/relationships/tags" Target="../tags/tag412.xml"/><Relationship Id="rId2" Type="http://schemas.openxmlformats.org/officeDocument/2006/relationships/tags" Target="../tags/tag411.xml"/><Relationship Id="rId1" Type="http://schemas.openxmlformats.org/officeDocument/2006/relationships/tags" Target="../tags/tag410.xml"/><Relationship Id="rId6" Type="http://schemas.openxmlformats.org/officeDocument/2006/relationships/slideMaster" Target="../slideMasters/slideMaster7.xml"/><Relationship Id="rId5" Type="http://schemas.openxmlformats.org/officeDocument/2006/relationships/tags" Target="../tags/tag414.xml"/><Relationship Id="rId4" Type="http://schemas.openxmlformats.org/officeDocument/2006/relationships/tags" Target="../tags/tag413.xml"/></Relationships>
</file>

<file path=ppt/slideLayouts/_rels/slideLayout70.xml.rels><?xml version="1.0" encoding="UTF-8" standalone="yes"?>
<Relationships xmlns="http://schemas.openxmlformats.org/package/2006/relationships"><Relationship Id="rId3" Type="http://schemas.openxmlformats.org/officeDocument/2006/relationships/tags" Target="../tags/tag417.xml"/><Relationship Id="rId7" Type="http://schemas.openxmlformats.org/officeDocument/2006/relationships/slideMaster" Target="../slideMasters/slideMaster7.xml"/><Relationship Id="rId2" Type="http://schemas.openxmlformats.org/officeDocument/2006/relationships/tags" Target="../tags/tag416.xml"/><Relationship Id="rId1" Type="http://schemas.openxmlformats.org/officeDocument/2006/relationships/tags" Target="../tags/tag415.xml"/><Relationship Id="rId6" Type="http://schemas.openxmlformats.org/officeDocument/2006/relationships/tags" Target="../tags/tag420.xml"/><Relationship Id="rId5" Type="http://schemas.openxmlformats.org/officeDocument/2006/relationships/tags" Target="../tags/tag419.xml"/><Relationship Id="rId4" Type="http://schemas.openxmlformats.org/officeDocument/2006/relationships/tags" Target="../tags/tag418.xml"/></Relationships>
</file>

<file path=ppt/slideLayouts/_rels/slideLayout71.xml.rels><?xml version="1.0" encoding="UTF-8" standalone="yes"?>
<Relationships xmlns="http://schemas.openxmlformats.org/package/2006/relationships"><Relationship Id="rId8" Type="http://schemas.openxmlformats.org/officeDocument/2006/relationships/tags" Target="../tags/tag428.xml"/><Relationship Id="rId3" Type="http://schemas.openxmlformats.org/officeDocument/2006/relationships/tags" Target="../tags/tag423.xml"/><Relationship Id="rId7" Type="http://schemas.openxmlformats.org/officeDocument/2006/relationships/tags" Target="../tags/tag427.xml"/><Relationship Id="rId2" Type="http://schemas.openxmlformats.org/officeDocument/2006/relationships/tags" Target="../tags/tag422.xml"/><Relationship Id="rId1" Type="http://schemas.openxmlformats.org/officeDocument/2006/relationships/tags" Target="../tags/tag421.xml"/><Relationship Id="rId6" Type="http://schemas.openxmlformats.org/officeDocument/2006/relationships/tags" Target="../tags/tag426.xml"/><Relationship Id="rId5" Type="http://schemas.openxmlformats.org/officeDocument/2006/relationships/tags" Target="../tags/tag425.xml"/><Relationship Id="rId4" Type="http://schemas.openxmlformats.org/officeDocument/2006/relationships/tags" Target="../tags/tag424.xml"/><Relationship Id="rId9" Type="http://schemas.openxmlformats.org/officeDocument/2006/relationships/slideMaster" Target="../slideMasters/slideMaster7.xml"/></Relationships>
</file>

<file path=ppt/slideLayouts/_rels/slideLayout72.xml.rels><?xml version="1.0" encoding="UTF-8" standalone="yes"?>
<Relationships xmlns="http://schemas.openxmlformats.org/package/2006/relationships"><Relationship Id="rId3" Type="http://schemas.openxmlformats.org/officeDocument/2006/relationships/tags" Target="../tags/tag431.xml"/><Relationship Id="rId2" Type="http://schemas.openxmlformats.org/officeDocument/2006/relationships/tags" Target="../tags/tag430.xml"/><Relationship Id="rId1" Type="http://schemas.openxmlformats.org/officeDocument/2006/relationships/tags" Target="../tags/tag429.xml"/><Relationship Id="rId5" Type="http://schemas.openxmlformats.org/officeDocument/2006/relationships/slideMaster" Target="../slideMasters/slideMaster7.xml"/><Relationship Id="rId4" Type="http://schemas.openxmlformats.org/officeDocument/2006/relationships/tags" Target="../tags/tag432.xml"/></Relationships>
</file>

<file path=ppt/slideLayouts/_rels/slideLayout73.xml.rels><?xml version="1.0" encoding="UTF-8" standalone="yes"?>
<Relationships xmlns="http://schemas.openxmlformats.org/package/2006/relationships"><Relationship Id="rId3" Type="http://schemas.openxmlformats.org/officeDocument/2006/relationships/tags" Target="../tags/tag435.xml"/><Relationship Id="rId2" Type="http://schemas.openxmlformats.org/officeDocument/2006/relationships/tags" Target="../tags/tag434.xml"/><Relationship Id="rId1" Type="http://schemas.openxmlformats.org/officeDocument/2006/relationships/tags" Target="../tags/tag433.xml"/><Relationship Id="rId4" Type="http://schemas.openxmlformats.org/officeDocument/2006/relationships/slideMaster" Target="../slideMasters/slideMaster7.xml"/></Relationships>
</file>

<file path=ppt/slideLayouts/_rels/slideLayout74.xml.rels><?xml version="1.0" encoding="UTF-8" standalone="yes"?>
<Relationships xmlns="http://schemas.openxmlformats.org/package/2006/relationships"><Relationship Id="rId3" Type="http://schemas.openxmlformats.org/officeDocument/2006/relationships/tags" Target="../tags/tag438.xml"/><Relationship Id="rId7" Type="http://schemas.openxmlformats.org/officeDocument/2006/relationships/slideMaster" Target="../slideMasters/slideMaster7.xml"/><Relationship Id="rId2" Type="http://schemas.openxmlformats.org/officeDocument/2006/relationships/tags" Target="../tags/tag437.xml"/><Relationship Id="rId1" Type="http://schemas.openxmlformats.org/officeDocument/2006/relationships/tags" Target="../tags/tag436.xml"/><Relationship Id="rId6" Type="http://schemas.openxmlformats.org/officeDocument/2006/relationships/tags" Target="../tags/tag441.xml"/><Relationship Id="rId5" Type="http://schemas.openxmlformats.org/officeDocument/2006/relationships/tags" Target="../tags/tag440.xml"/><Relationship Id="rId4" Type="http://schemas.openxmlformats.org/officeDocument/2006/relationships/tags" Target="../tags/tag439.xml"/></Relationships>
</file>

<file path=ppt/slideLayouts/_rels/slideLayout75.xml.rels><?xml version="1.0" encoding="UTF-8" standalone="yes"?>
<Relationships xmlns="http://schemas.openxmlformats.org/package/2006/relationships"><Relationship Id="rId3" Type="http://schemas.openxmlformats.org/officeDocument/2006/relationships/tags" Target="../tags/tag444.xml"/><Relationship Id="rId2" Type="http://schemas.openxmlformats.org/officeDocument/2006/relationships/tags" Target="../tags/tag443.xml"/><Relationship Id="rId1" Type="http://schemas.openxmlformats.org/officeDocument/2006/relationships/tags" Target="../tags/tag442.xml"/><Relationship Id="rId6" Type="http://schemas.openxmlformats.org/officeDocument/2006/relationships/slideMaster" Target="../slideMasters/slideMaster7.xml"/><Relationship Id="rId5" Type="http://schemas.openxmlformats.org/officeDocument/2006/relationships/tags" Target="../tags/tag446.xml"/><Relationship Id="rId4" Type="http://schemas.openxmlformats.org/officeDocument/2006/relationships/tags" Target="../tags/tag445.xml"/></Relationships>
</file>

<file path=ppt/slideLayouts/_rels/slideLayout76.xml.rels><?xml version="1.0" encoding="UTF-8" standalone="yes"?>
<Relationships xmlns="http://schemas.openxmlformats.org/package/2006/relationships"><Relationship Id="rId3" Type="http://schemas.openxmlformats.org/officeDocument/2006/relationships/tags" Target="../tags/tag449.xml"/><Relationship Id="rId2" Type="http://schemas.openxmlformats.org/officeDocument/2006/relationships/tags" Target="../tags/tag448.xml"/><Relationship Id="rId1" Type="http://schemas.openxmlformats.org/officeDocument/2006/relationships/tags" Target="../tags/tag447.xml"/><Relationship Id="rId5" Type="http://schemas.openxmlformats.org/officeDocument/2006/relationships/slideMaster" Target="../slideMasters/slideMaster7.xml"/><Relationship Id="rId4" Type="http://schemas.openxmlformats.org/officeDocument/2006/relationships/tags" Target="../tags/tag450.xml"/></Relationships>
</file>

<file path=ppt/slideLayouts/_rels/slideLayout77.xml.rels><?xml version="1.0" encoding="UTF-8" standalone="yes"?>
<Relationships xmlns="http://schemas.openxmlformats.org/package/2006/relationships"><Relationship Id="rId3" Type="http://schemas.openxmlformats.org/officeDocument/2006/relationships/tags" Target="../tags/tag453.xml"/><Relationship Id="rId2" Type="http://schemas.openxmlformats.org/officeDocument/2006/relationships/tags" Target="../tags/tag452.xml"/><Relationship Id="rId1" Type="http://schemas.openxmlformats.org/officeDocument/2006/relationships/tags" Target="../tags/tag451.xml"/><Relationship Id="rId6" Type="http://schemas.openxmlformats.org/officeDocument/2006/relationships/slideMaster" Target="../slideMasters/slideMaster7.xml"/><Relationship Id="rId5" Type="http://schemas.openxmlformats.org/officeDocument/2006/relationships/tags" Target="../tags/tag455.xml"/><Relationship Id="rId4" Type="http://schemas.openxmlformats.org/officeDocument/2006/relationships/tags" Target="../tags/tag454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  <p:custDataLst>
              <p:tags r:id="rId1"/>
            </p:custDataLst>
          </p:nvPr>
        </p:nvSpPr>
        <p:spPr>
          <a:xfrm>
            <a:off x="1798200" y="1371600"/>
            <a:ext cx="14698800" cy="3855600"/>
          </a:xfrm>
        </p:spPr>
        <p:txBody>
          <a:bodyPr lIns="90000" tIns="46800" rIns="90000" bIns="46800" anchor="b" anchorCtr="0">
            <a:normAutofit/>
          </a:bodyPr>
          <a:lstStyle>
            <a:lvl1pPr algn="ctr">
              <a:defRPr sz="9000"/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  <p:custDataLst>
              <p:tags r:id="rId2"/>
            </p:custDataLst>
          </p:nvPr>
        </p:nvSpPr>
        <p:spPr>
          <a:xfrm>
            <a:off x="1798200" y="5340600"/>
            <a:ext cx="14698800" cy="2208600"/>
          </a:xfrm>
        </p:spPr>
        <p:txBody>
          <a:bodyPr lIns="90000" tIns="46800" rIns="90000" bIns="46800">
            <a:normAutofit/>
          </a:bodyPr>
          <a:lstStyle>
            <a:lvl1pPr marL="0" indent="0" algn="ctr">
              <a:lnSpc>
                <a:spcPct val="110000"/>
              </a:lnSpc>
              <a:buNone/>
              <a:defRPr sz="3600" spc="200"/>
            </a:lvl1pPr>
            <a:lvl2pPr marL="685800" indent="0" algn="ctr">
              <a:buNone/>
              <a:defRPr sz="3000"/>
            </a:lvl2pPr>
            <a:lvl3pPr marL="1371600" indent="0" algn="ctr">
              <a:buNone/>
              <a:defRPr sz="2700"/>
            </a:lvl3pPr>
            <a:lvl4pPr marL="2057400" indent="0" algn="ctr">
              <a:buNone/>
              <a:defRPr sz="2400"/>
            </a:lvl4pPr>
            <a:lvl5pPr marL="2743200" indent="0" algn="ctr">
              <a:buNone/>
              <a:defRPr sz="2400"/>
            </a:lvl5pPr>
            <a:lvl6pPr marL="3429000" indent="0" algn="ctr">
              <a:buNone/>
              <a:defRPr sz="2400"/>
            </a:lvl6pPr>
            <a:lvl7pPr marL="4114800" indent="0" algn="ctr">
              <a:buNone/>
              <a:defRPr sz="2400"/>
            </a:lvl7pPr>
            <a:lvl8pPr marL="4800600" indent="0" algn="ctr">
              <a:buNone/>
              <a:defRPr sz="2400"/>
            </a:lvl8pPr>
            <a:lvl9pPr marL="5486400" indent="0" algn="ctr">
              <a:buNone/>
              <a:defRPr sz="2400"/>
            </a:lvl9pPr>
          </a:lstStyle>
          <a:p>
            <a:r>
              <a:rPr lang="zh-CN" altLang="en-US" dirty="0"/>
              <a:t>单击此处编辑母版副标题样式</a:t>
            </a:r>
          </a:p>
        </p:txBody>
      </p:sp>
      <p:sp>
        <p:nvSpPr>
          <p:cNvPr id="16" name="日期占位符 15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2025/6/4</a:t>
            </a:fld>
            <a:endParaRPr lang="zh-CN" altLang="en-US"/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912600" y="912600"/>
            <a:ext cx="16453800" cy="10584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2"/>
            </p:custDataLst>
          </p:nvPr>
        </p:nvSpPr>
        <p:spPr>
          <a:xfrm>
            <a:off x="912600" y="2235600"/>
            <a:ext cx="16453800" cy="71388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2025/6/4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1"/>
            </p:custDataLst>
          </p:nvPr>
        </p:nvSpPr>
        <p:spPr>
          <a:xfrm>
            <a:off x="2986200" y="5772600"/>
            <a:ext cx="11653200" cy="1150200"/>
          </a:xfrm>
        </p:spPr>
        <p:txBody>
          <a:bodyPr lIns="90000" tIns="46800" rIns="90000" bIns="46800" anchor="b" anchorCtr="0">
            <a:normAutofit/>
          </a:bodyPr>
          <a:lstStyle>
            <a:lvl1pPr>
              <a:defRPr sz="6600"/>
            </a:lvl1pPr>
          </a:lstStyle>
          <a:p>
            <a:r>
              <a:rPr lang="zh-CN" altLang="en-US" dirty="0"/>
              <a:t>单击此处编辑标题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2"/>
            </p:custDataLst>
          </p:nvPr>
        </p:nvSpPr>
        <p:spPr>
          <a:xfrm>
            <a:off x="2986200" y="6922800"/>
            <a:ext cx="11653200" cy="1301400"/>
          </a:xfrm>
        </p:spPr>
        <p:txBody>
          <a:bodyPr lIns="90000" tIns="46800" rIns="90000" bIns="46800">
            <a:normAutofit/>
          </a:bodyPr>
          <a:lstStyle>
            <a:lvl1pPr marL="0" indent="0">
              <a:buNone/>
              <a:defRPr sz="27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68580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2pPr>
            <a:lvl3pPr marL="137160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3pPr>
            <a:lvl4pPr marL="205740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4pPr>
            <a:lvl5pPr marL="274320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5pPr>
            <a:lvl6pPr marL="342900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6pPr>
            <a:lvl7pPr marL="411480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7pPr>
            <a:lvl8pPr marL="480060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8pPr>
            <a:lvl9pPr marL="548640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/>
              <a:t>单击此处编辑文本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2025/6/4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912600" y="912600"/>
            <a:ext cx="16453800" cy="10584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  <p:custDataLst>
              <p:tags r:id="rId2"/>
            </p:custDataLst>
          </p:nvPr>
        </p:nvSpPr>
        <p:spPr>
          <a:xfrm>
            <a:off x="912600" y="2251800"/>
            <a:ext cx="7765200" cy="71226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3"/>
            </p:custDataLst>
          </p:nvPr>
        </p:nvSpPr>
        <p:spPr>
          <a:xfrm>
            <a:off x="9617400" y="2251800"/>
            <a:ext cx="7765200" cy="7122600"/>
          </a:xfrm>
        </p:spPr>
        <p:txBody>
          <a:bodyPr lIns="90000" tIns="46800" rIns="90000" bIns="4680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2025/6/4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912600" y="912600"/>
            <a:ext cx="16453800" cy="10584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2"/>
            </p:custDataLst>
          </p:nvPr>
        </p:nvSpPr>
        <p:spPr>
          <a:xfrm>
            <a:off x="912600" y="2143800"/>
            <a:ext cx="8013600" cy="572400"/>
          </a:xfrm>
        </p:spPr>
        <p:txBody>
          <a:bodyPr lIns="101600" tIns="38100" rIns="76200" bIns="3810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3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685800" indent="0">
              <a:buNone/>
              <a:defRPr sz="3000" b="1"/>
            </a:lvl2pPr>
            <a:lvl3pPr marL="1371600" indent="0">
              <a:buNone/>
              <a:defRPr sz="2700" b="1"/>
            </a:lvl3pPr>
            <a:lvl4pPr marL="2057400" indent="0">
              <a:buNone/>
              <a:defRPr sz="2400" b="1"/>
            </a:lvl4pPr>
            <a:lvl5pPr marL="2743200" indent="0">
              <a:buNone/>
              <a:defRPr sz="2400" b="1"/>
            </a:lvl5pPr>
            <a:lvl6pPr marL="3429000" indent="0">
              <a:buNone/>
              <a:defRPr sz="2400" b="1"/>
            </a:lvl6pPr>
            <a:lvl7pPr marL="4114800" indent="0">
              <a:buNone/>
              <a:defRPr sz="2400" b="1"/>
            </a:lvl7pPr>
            <a:lvl8pPr marL="4800600" indent="0">
              <a:buNone/>
              <a:defRPr sz="2400" b="1"/>
            </a:lvl8pPr>
            <a:lvl9pPr marL="5486400" indent="0">
              <a:buNone/>
              <a:defRPr sz="2400" b="1"/>
            </a:lvl9pPr>
          </a:lstStyle>
          <a:p>
            <a:pPr lvl="0"/>
            <a:r>
              <a:rPr lang="zh-CN" altLang="en-US" dirty="0"/>
              <a:t>单击此处编辑文本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3"/>
            </p:custDataLst>
          </p:nvPr>
        </p:nvSpPr>
        <p:spPr>
          <a:xfrm>
            <a:off x="912600" y="2781000"/>
            <a:ext cx="8013600" cy="65934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  <p:custDataLst>
              <p:tags r:id="rId4"/>
            </p:custDataLst>
          </p:nvPr>
        </p:nvSpPr>
        <p:spPr>
          <a:xfrm>
            <a:off x="9353625" y="2132594"/>
            <a:ext cx="8013600" cy="572400"/>
          </a:xfrm>
        </p:spPr>
        <p:txBody>
          <a:bodyPr vert="horz" lIns="101600" tIns="38100" rIns="76200" bIns="38100" rtlCol="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3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685800" indent="0">
              <a:buNone/>
              <a:defRPr sz="3000" b="1"/>
            </a:lvl2pPr>
            <a:lvl3pPr marL="1371600" indent="0">
              <a:buNone/>
              <a:defRPr sz="2700" b="1"/>
            </a:lvl3pPr>
            <a:lvl4pPr marL="2057400" indent="0">
              <a:buNone/>
              <a:defRPr sz="2400" b="1"/>
            </a:lvl4pPr>
            <a:lvl5pPr marL="2743200" indent="0">
              <a:buNone/>
              <a:defRPr sz="2400" b="1"/>
            </a:lvl5pPr>
            <a:lvl6pPr marL="3429000" indent="0">
              <a:buNone/>
              <a:defRPr sz="2400" b="1"/>
            </a:lvl6pPr>
            <a:lvl7pPr marL="4114800" indent="0">
              <a:buNone/>
              <a:defRPr sz="2400" b="1"/>
            </a:lvl7pPr>
            <a:lvl8pPr marL="4800600" indent="0">
              <a:buNone/>
              <a:defRPr sz="2400" b="1"/>
            </a:lvl8pPr>
            <a:lvl9pPr marL="5486400" indent="0">
              <a:buNone/>
              <a:defRPr sz="2400" b="1"/>
            </a:lvl9pPr>
          </a:lstStyle>
          <a:p>
            <a:pPr lvl="0"/>
            <a:r>
              <a:rPr lang="zh-CN" altLang="en-US"/>
              <a:t>单击此处编辑文本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  <p:custDataLst>
              <p:tags r:id="rId5"/>
            </p:custDataLst>
          </p:nvPr>
        </p:nvSpPr>
        <p:spPr>
          <a:xfrm>
            <a:off x="9353625" y="2781000"/>
            <a:ext cx="8013600" cy="65934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  <p:custDataLst>
              <p:tags r:id="rId6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2025/6/4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  <p:custDataLst>
              <p:tags r:id="rId7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  <p:custDataLst>
              <p:tags r:id="rId8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912600" y="912600"/>
            <a:ext cx="16453800" cy="10584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2025/6/4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1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2025/6/4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2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3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图片占位符 2"/>
          <p:cNvSpPr>
            <a:spLocks noGrp="1"/>
          </p:cNvSpPr>
          <p:nvPr>
            <p:ph type="pic" idx="1"/>
            <p:custDataLst>
              <p:tags r:id="rId1"/>
            </p:custDataLst>
          </p:nvPr>
        </p:nvSpPr>
        <p:spPr>
          <a:xfrm>
            <a:off x="912600" y="2332800"/>
            <a:ext cx="7849616" cy="6912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2400"/>
            </a:lvl1pPr>
          </a:lstStyle>
          <a:p>
            <a:pPr lvl="0"/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  <p:custDataLst>
              <p:tags r:id="rId2"/>
            </p:custDataLst>
          </p:nvPr>
        </p:nvSpPr>
        <p:spPr>
          <a:xfrm>
            <a:off x="9525600" y="2332800"/>
            <a:ext cx="7840800" cy="6912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2400"/>
            </a:lvl1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9EFD9D74-47D9-4702-A33C-335B63B48DBF}" type="datetimeFigureOut">
              <a:rPr lang="zh-CN" altLang="en-US" smtClean="0"/>
              <a:t>2025/6/4</a:t>
            </a:fld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FABC47A4-756D-490B-A52F-7D9E2C9FC05F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9" name="标题 8"/>
          <p:cNvSpPr>
            <a:spLocks noGrp="1"/>
          </p:cNvSpPr>
          <p:nvPr>
            <p:ph type="title"/>
            <p:custDataLst>
              <p:tags r:id="rId6"/>
            </p:custDataLst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 hasCustomPrompt="1"/>
            <p:custDataLst>
              <p:tags r:id="rId1"/>
            </p:custDataLst>
          </p:nvPr>
        </p:nvSpPr>
        <p:spPr>
          <a:xfrm>
            <a:off x="15352200" y="1371600"/>
            <a:ext cx="1566000" cy="7543800"/>
          </a:xfrm>
        </p:spPr>
        <p:txBody>
          <a:bodyPr vert="eaVert" lIns="90000" tIns="46800" rIns="90000" bIns="46800" rtlCol="0" anchor="ctr" anchorCtr="0">
            <a:normAutofit/>
          </a:bodyPr>
          <a:lstStyle>
            <a:lvl1pPr>
              <a:buNone/>
              <a:defRPr sz="4200"/>
            </a:lvl1pPr>
          </a:lstStyle>
          <a:p>
            <a:pPr lvl="0"/>
            <a:r>
              <a:rPr lang="zh-CN" altLang="en-US"/>
              <a:t>单击此处编辑标题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  <p:custDataLst>
              <p:tags r:id="rId2"/>
            </p:custDataLst>
          </p:nvPr>
        </p:nvSpPr>
        <p:spPr>
          <a:xfrm>
            <a:off x="1371600" y="1371600"/>
            <a:ext cx="13753800" cy="7543800"/>
          </a:xfrm>
        </p:spPr>
        <p:txBody>
          <a:bodyPr vert="eaVert" lIns="46800" tIns="46800" rIns="46800" bIns="46800"/>
          <a:lstStyle>
            <a:lvl1pPr marL="342900" indent="-342900">
              <a:spcAft>
                <a:spcPts val="1000"/>
              </a:spcAft>
              <a:defRPr spc="300"/>
            </a:lvl1pPr>
            <a:lvl2pPr marL="1028700" indent="-342900">
              <a:defRPr spc="300"/>
            </a:lvl2pPr>
            <a:lvl3pPr marL="1714500" indent="-342900">
              <a:defRPr spc="300"/>
            </a:lvl3pPr>
            <a:lvl4pPr marL="2400300" indent="-342900">
              <a:defRPr spc="300"/>
            </a:lvl4pPr>
            <a:lvl5pPr marL="3086100" indent="-342900">
              <a:defRPr spc="300"/>
            </a:lvl5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2025/6/4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1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2025/6/4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2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3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4"/>
            </p:custDataLst>
          </p:nvPr>
        </p:nvSpPr>
        <p:spPr>
          <a:xfrm>
            <a:off x="912600" y="1161000"/>
            <a:ext cx="16459200" cy="8224200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末尾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1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2025/6/4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2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3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4"/>
            </p:custDataLst>
          </p:nvPr>
        </p:nvSpPr>
        <p:spPr>
          <a:xfrm>
            <a:off x="1798200" y="3726000"/>
            <a:ext cx="14698800" cy="1528200"/>
          </a:xfrm>
        </p:spPr>
        <p:txBody>
          <a:bodyPr vert="horz" lIns="90000" tIns="46800" rIns="90000" bIns="46800" rtlCol="0" anchor="t" anchorCtr="0">
            <a:normAutofit/>
          </a:bodyPr>
          <a:lstStyle>
            <a:lvl1pPr algn="ctr">
              <a:defRPr sz="9000"/>
            </a:lvl1pPr>
          </a:lstStyle>
          <a:p>
            <a:pPr lvl="0"/>
            <a:r>
              <a:rPr lang="zh-CN" altLang="en-US"/>
              <a:t>单击此处编辑标题</a:t>
            </a:r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5"/>
            </p:custDataLst>
          </p:nvPr>
        </p:nvSpPr>
        <p:spPr>
          <a:xfrm>
            <a:off x="1798200" y="5340600"/>
            <a:ext cx="14698800" cy="707400"/>
          </a:xfrm>
        </p:spPr>
        <p:txBody>
          <a:bodyPr lIns="90000" tIns="46800" rIns="90000" bIns="46800">
            <a:normAutofit/>
          </a:bodyPr>
          <a:lstStyle>
            <a:lvl1pPr algn="ctr">
              <a:lnSpc>
                <a:spcPct val="110000"/>
              </a:lnSpc>
              <a:buNone/>
              <a:defRPr sz="3600" spc="200"/>
            </a:lvl1pPr>
          </a:lstStyle>
          <a:p>
            <a:pPr lvl="0"/>
            <a:r>
              <a:rPr lang="zh-CN" altLang="en-US" dirty="0"/>
              <a:t>单击此处编辑母版文本样式</a:t>
            </a: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  <p:custDataLst>
              <p:tags r:id="rId1"/>
            </p:custDataLst>
          </p:nvPr>
        </p:nvSpPr>
        <p:spPr>
          <a:xfrm>
            <a:off x="1798200" y="1371600"/>
            <a:ext cx="14698800" cy="3855600"/>
          </a:xfrm>
        </p:spPr>
        <p:txBody>
          <a:bodyPr lIns="90000" tIns="46800" rIns="90000" bIns="46800" anchor="b" anchorCtr="0">
            <a:normAutofit/>
          </a:bodyPr>
          <a:lstStyle>
            <a:lvl1pPr algn="ctr">
              <a:defRPr sz="9000"/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  <p:custDataLst>
              <p:tags r:id="rId2"/>
            </p:custDataLst>
          </p:nvPr>
        </p:nvSpPr>
        <p:spPr>
          <a:xfrm>
            <a:off x="1798200" y="5340600"/>
            <a:ext cx="14698800" cy="2208600"/>
          </a:xfrm>
        </p:spPr>
        <p:txBody>
          <a:bodyPr lIns="90000" tIns="46800" rIns="90000" bIns="46800">
            <a:normAutofit/>
          </a:bodyPr>
          <a:lstStyle>
            <a:lvl1pPr marL="0" indent="0" algn="ctr">
              <a:lnSpc>
                <a:spcPct val="110000"/>
              </a:lnSpc>
              <a:buNone/>
              <a:defRPr sz="3600" spc="200"/>
            </a:lvl1pPr>
            <a:lvl2pPr marL="685800" indent="0" algn="ctr">
              <a:buNone/>
              <a:defRPr sz="3000"/>
            </a:lvl2pPr>
            <a:lvl3pPr marL="1371600" indent="0" algn="ctr">
              <a:buNone/>
              <a:defRPr sz="2700"/>
            </a:lvl3pPr>
            <a:lvl4pPr marL="2057400" indent="0" algn="ctr">
              <a:buNone/>
              <a:defRPr sz="2400"/>
            </a:lvl4pPr>
            <a:lvl5pPr marL="2743200" indent="0" algn="ctr">
              <a:buNone/>
              <a:defRPr sz="2400"/>
            </a:lvl5pPr>
            <a:lvl6pPr marL="3429000" indent="0" algn="ctr">
              <a:buNone/>
              <a:defRPr sz="2400"/>
            </a:lvl6pPr>
            <a:lvl7pPr marL="4114800" indent="0" algn="ctr">
              <a:buNone/>
              <a:defRPr sz="2400"/>
            </a:lvl7pPr>
            <a:lvl8pPr marL="4800600" indent="0" algn="ctr">
              <a:buNone/>
              <a:defRPr sz="2400"/>
            </a:lvl8pPr>
            <a:lvl9pPr marL="5486400" indent="0" algn="ctr">
              <a:buNone/>
              <a:defRPr sz="2400"/>
            </a:lvl9pPr>
          </a:lstStyle>
          <a:p>
            <a:r>
              <a:rPr lang="zh-CN" altLang="en-US" dirty="0"/>
              <a:t>单击此处编辑母版副标题样式</a:t>
            </a:r>
          </a:p>
        </p:txBody>
      </p:sp>
      <p:sp>
        <p:nvSpPr>
          <p:cNvPr id="16" name="日期占位符 15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2025/6/4</a:t>
            </a:fld>
            <a:endParaRPr lang="zh-CN" altLang="en-US"/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912600" y="912600"/>
            <a:ext cx="16453800" cy="10584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2"/>
            </p:custDataLst>
          </p:nvPr>
        </p:nvSpPr>
        <p:spPr>
          <a:xfrm>
            <a:off x="912600" y="2235600"/>
            <a:ext cx="16453800" cy="71388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2025/6/4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1"/>
            </p:custDataLst>
          </p:nvPr>
        </p:nvSpPr>
        <p:spPr>
          <a:xfrm>
            <a:off x="2986200" y="5772600"/>
            <a:ext cx="11653200" cy="1150200"/>
          </a:xfrm>
        </p:spPr>
        <p:txBody>
          <a:bodyPr lIns="90000" tIns="46800" rIns="90000" bIns="46800" anchor="b" anchorCtr="0">
            <a:normAutofit/>
          </a:bodyPr>
          <a:lstStyle>
            <a:lvl1pPr>
              <a:defRPr sz="6600"/>
            </a:lvl1pPr>
          </a:lstStyle>
          <a:p>
            <a:r>
              <a:rPr lang="zh-CN" altLang="en-US" dirty="0"/>
              <a:t>单击此处编辑标题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2"/>
            </p:custDataLst>
          </p:nvPr>
        </p:nvSpPr>
        <p:spPr>
          <a:xfrm>
            <a:off x="2986200" y="6922800"/>
            <a:ext cx="11653200" cy="1301400"/>
          </a:xfrm>
        </p:spPr>
        <p:txBody>
          <a:bodyPr lIns="90000" tIns="46800" rIns="90000" bIns="46800">
            <a:normAutofit/>
          </a:bodyPr>
          <a:lstStyle>
            <a:lvl1pPr marL="0" indent="0">
              <a:buNone/>
              <a:defRPr sz="27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68580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2pPr>
            <a:lvl3pPr marL="137160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3pPr>
            <a:lvl4pPr marL="205740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4pPr>
            <a:lvl5pPr marL="274320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5pPr>
            <a:lvl6pPr marL="342900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6pPr>
            <a:lvl7pPr marL="411480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7pPr>
            <a:lvl8pPr marL="480060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8pPr>
            <a:lvl9pPr marL="548640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/>
              <a:t>单击此处编辑文本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2025/6/4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912600" y="912600"/>
            <a:ext cx="16453800" cy="10584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  <p:custDataLst>
              <p:tags r:id="rId2"/>
            </p:custDataLst>
          </p:nvPr>
        </p:nvSpPr>
        <p:spPr>
          <a:xfrm>
            <a:off x="912600" y="2251800"/>
            <a:ext cx="7765200" cy="71226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3"/>
            </p:custDataLst>
          </p:nvPr>
        </p:nvSpPr>
        <p:spPr>
          <a:xfrm>
            <a:off x="9617400" y="2251800"/>
            <a:ext cx="7765200" cy="7122600"/>
          </a:xfrm>
        </p:spPr>
        <p:txBody>
          <a:bodyPr lIns="90000" tIns="46800" rIns="90000" bIns="4680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2025/6/4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912600" y="912600"/>
            <a:ext cx="16453800" cy="10584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2"/>
            </p:custDataLst>
          </p:nvPr>
        </p:nvSpPr>
        <p:spPr>
          <a:xfrm>
            <a:off x="912600" y="2143800"/>
            <a:ext cx="8013600" cy="572400"/>
          </a:xfrm>
        </p:spPr>
        <p:txBody>
          <a:bodyPr lIns="101600" tIns="38100" rIns="76200" bIns="3810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3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685800" indent="0">
              <a:buNone/>
              <a:defRPr sz="3000" b="1"/>
            </a:lvl2pPr>
            <a:lvl3pPr marL="1371600" indent="0">
              <a:buNone/>
              <a:defRPr sz="2700" b="1"/>
            </a:lvl3pPr>
            <a:lvl4pPr marL="2057400" indent="0">
              <a:buNone/>
              <a:defRPr sz="2400" b="1"/>
            </a:lvl4pPr>
            <a:lvl5pPr marL="2743200" indent="0">
              <a:buNone/>
              <a:defRPr sz="2400" b="1"/>
            </a:lvl5pPr>
            <a:lvl6pPr marL="3429000" indent="0">
              <a:buNone/>
              <a:defRPr sz="2400" b="1"/>
            </a:lvl6pPr>
            <a:lvl7pPr marL="4114800" indent="0">
              <a:buNone/>
              <a:defRPr sz="2400" b="1"/>
            </a:lvl7pPr>
            <a:lvl8pPr marL="4800600" indent="0">
              <a:buNone/>
              <a:defRPr sz="2400" b="1"/>
            </a:lvl8pPr>
            <a:lvl9pPr marL="5486400" indent="0">
              <a:buNone/>
              <a:defRPr sz="2400" b="1"/>
            </a:lvl9pPr>
          </a:lstStyle>
          <a:p>
            <a:pPr lvl="0"/>
            <a:r>
              <a:rPr lang="zh-CN" altLang="en-US" dirty="0"/>
              <a:t>单击此处编辑文本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3"/>
            </p:custDataLst>
          </p:nvPr>
        </p:nvSpPr>
        <p:spPr>
          <a:xfrm>
            <a:off x="912600" y="2781000"/>
            <a:ext cx="8013600" cy="65934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  <p:custDataLst>
              <p:tags r:id="rId4"/>
            </p:custDataLst>
          </p:nvPr>
        </p:nvSpPr>
        <p:spPr>
          <a:xfrm>
            <a:off x="9353625" y="2132594"/>
            <a:ext cx="8013600" cy="572400"/>
          </a:xfrm>
        </p:spPr>
        <p:txBody>
          <a:bodyPr vert="horz" lIns="101600" tIns="38100" rIns="76200" bIns="38100" rtlCol="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3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685800" indent="0">
              <a:buNone/>
              <a:defRPr sz="3000" b="1"/>
            </a:lvl2pPr>
            <a:lvl3pPr marL="1371600" indent="0">
              <a:buNone/>
              <a:defRPr sz="2700" b="1"/>
            </a:lvl3pPr>
            <a:lvl4pPr marL="2057400" indent="0">
              <a:buNone/>
              <a:defRPr sz="2400" b="1"/>
            </a:lvl4pPr>
            <a:lvl5pPr marL="2743200" indent="0">
              <a:buNone/>
              <a:defRPr sz="2400" b="1"/>
            </a:lvl5pPr>
            <a:lvl6pPr marL="3429000" indent="0">
              <a:buNone/>
              <a:defRPr sz="2400" b="1"/>
            </a:lvl6pPr>
            <a:lvl7pPr marL="4114800" indent="0">
              <a:buNone/>
              <a:defRPr sz="2400" b="1"/>
            </a:lvl7pPr>
            <a:lvl8pPr marL="4800600" indent="0">
              <a:buNone/>
              <a:defRPr sz="2400" b="1"/>
            </a:lvl8pPr>
            <a:lvl9pPr marL="5486400" indent="0">
              <a:buNone/>
              <a:defRPr sz="2400" b="1"/>
            </a:lvl9pPr>
          </a:lstStyle>
          <a:p>
            <a:pPr lvl="0"/>
            <a:r>
              <a:rPr lang="zh-CN" altLang="en-US"/>
              <a:t>单击此处编辑文本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  <p:custDataLst>
              <p:tags r:id="rId5"/>
            </p:custDataLst>
          </p:nvPr>
        </p:nvSpPr>
        <p:spPr>
          <a:xfrm>
            <a:off x="9353625" y="2781000"/>
            <a:ext cx="8013600" cy="65934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  <p:custDataLst>
              <p:tags r:id="rId6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2025/6/4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  <p:custDataLst>
              <p:tags r:id="rId7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  <p:custDataLst>
              <p:tags r:id="rId8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912600" y="912600"/>
            <a:ext cx="16453800" cy="10584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2025/6/4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1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2025/6/4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2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3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图片占位符 2"/>
          <p:cNvSpPr>
            <a:spLocks noGrp="1"/>
          </p:cNvSpPr>
          <p:nvPr>
            <p:ph type="pic" idx="1"/>
            <p:custDataLst>
              <p:tags r:id="rId1"/>
            </p:custDataLst>
          </p:nvPr>
        </p:nvSpPr>
        <p:spPr>
          <a:xfrm>
            <a:off x="912600" y="2332800"/>
            <a:ext cx="7849616" cy="6912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2400"/>
            </a:lvl1pPr>
          </a:lstStyle>
          <a:p>
            <a:pPr lvl="0"/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  <p:custDataLst>
              <p:tags r:id="rId2"/>
            </p:custDataLst>
          </p:nvPr>
        </p:nvSpPr>
        <p:spPr>
          <a:xfrm>
            <a:off x="9525600" y="2332800"/>
            <a:ext cx="7840800" cy="6912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2400"/>
            </a:lvl1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9EFD9D74-47D9-4702-A33C-335B63B48DBF}" type="datetimeFigureOut">
              <a:rPr lang="zh-CN" altLang="en-US" smtClean="0"/>
              <a:t>2025/6/4</a:t>
            </a:fld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FABC47A4-756D-490B-A52F-7D9E2C9FC05F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9" name="标题 8"/>
          <p:cNvSpPr>
            <a:spLocks noGrp="1"/>
          </p:cNvSpPr>
          <p:nvPr>
            <p:ph type="title"/>
            <p:custDataLst>
              <p:tags r:id="rId6"/>
            </p:custDataLst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 hasCustomPrompt="1"/>
            <p:custDataLst>
              <p:tags r:id="rId1"/>
            </p:custDataLst>
          </p:nvPr>
        </p:nvSpPr>
        <p:spPr>
          <a:xfrm>
            <a:off x="15352200" y="1371600"/>
            <a:ext cx="1566000" cy="7543800"/>
          </a:xfrm>
        </p:spPr>
        <p:txBody>
          <a:bodyPr vert="eaVert" lIns="90000" tIns="46800" rIns="90000" bIns="46800" rtlCol="0" anchor="ctr" anchorCtr="0">
            <a:normAutofit/>
          </a:bodyPr>
          <a:lstStyle>
            <a:lvl1pPr>
              <a:buNone/>
              <a:defRPr sz="4200"/>
            </a:lvl1pPr>
          </a:lstStyle>
          <a:p>
            <a:pPr lvl="0"/>
            <a:r>
              <a:rPr lang="zh-CN" altLang="en-US"/>
              <a:t>单击此处编辑标题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  <p:custDataLst>
              <p:tags r:id="rId2"/>
            </p:custDataLst>
          </p:nvPr>
        </p:nvSpPr>
        <p:spPr>
          <a:xfrm>
            <a:off x="1371600" y="1371600"/>
            <a:ext cx="13753800" cy="7543800"/>
          </a:xfrm>
        </p:spPr>
        <p:txBody>
          <a:bodyPr vert="eaVert" lIns="46800" tIns="46800" rIns="46800" bIns="46800"/>
          <a:lstStyle>
            <a:lvl1pPr marL="342900" indent="-342900">
              <a:spcAft>
                <a:spcPts val="1000"/>
              </a:spcAft>
              <a:defRPr spc="300"/>
            </a:lvl1pPr>
            <a:lvl2pPr marL="1028700" indent="-342900">
              <a:defRPr spc="300"/>
            </a:lvl2pPr>
            <a:lvl3pPr marL="1714500" indent="-342900">
              <a:defRPr spc="300"/>
            </a:lvl3pPr>
            <a:lvl4pPr marL="2400300" indent="-342900">
              <a:defRPr spc="300"/>
            </a:lvl4pPr>
            <a:lvl5pPr marL="3086100" indent="-342900">
              <a:defRPr spc="300"/>
            </a:lvl5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2025/6/4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1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2025/6/4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2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3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4"/>
            </p:custDataLst>
          </p:nvPr>
        </p:nvSpPr>
        <p:spPr>
          <a:xfrm>
            <a:off x="912600" y="1161000"/>
            <a:ext cx="16459200" cy="8224200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末尾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1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2025/6/4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2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3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4"/>
            </p:custDataLst>
          </p:nvPr>
        </p:nvSpPr>
        <p:spPr>
          <a:xfrm>
            <a:off x="1798200" y="3726000"/>
            <a:ext cx="14698800" cy="1528200"/>
          </a:xfrm>
        </p:spPr>
        <p:txBody>
          <a:bodyPr vert="horz" lIns="90000" tIns="46800" rIns="90000" bIns="46800" rtlCol="0" anchor="t" anchorCtr="0">
            <a:normAutofit/>
          </a:bodyPr>
          <a:lstStyle>
            <a:lvl1pPr algn="ctr">
              <a:defRPr sz="9000"/>
            </a:lvl1pPr>
          </a:lstStyle>
          <a:p>
            <a:pPr lvl="0"/>
            <a:r>
              <a:rPr lang="zh-CN" altLang="en-US"/>
              <a:t>单击此处编辑标题</a:t>
            </a:r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5"/>
            </p:custDataLst>
          </p:nvPr>
        </p:nvSpPr>
        <p:spPr>
          <a:xfrm>
            <a:off x="1798200" y="5340600"/>
            <a:ext cx="14698800" cy="707400"/>
          </a:xfrm>
        </p:spPr>
        <p:txBody>
          <a:bodyPr lIns="90000" tIns="46800" rIns="90000" bIns="46800">
            <a:normAutofit/>
          </a:bodyPr>
          <a:lstStyle>
            <a:lvl1pPr algn="ctr">
              <a:lnSpc>
                <a:spcPct val="110000"/>
              </a:lnSpc>
              <a:buNone/>
              <a:defRPr sz="3600" spc="200"/>
            </a:lvl1pPr>
          </a:lstStyle>
          <a:p>
            <a:pPr lvl="0"/>
            <a:r>
              <a:rPr lang="zh-CN" altLang="en-US" dirty="0"/>
              <a:t>单击此处编辑母版文本样式</a:t>
            </a:r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  <p:custDataLst>
              <p:tags r:id="rId1"/>
            </p:custDataLst>
          </p:nvPr>
        </p:nvSpPr>
        <p:spPr>
          <a:xfrm>
            <a:off x="1798200" y="1371600"/>
            <a:ext cx="14698800" cy="3855600"/>
          </a:xfrm>
        </p:spPr>
        <p:txBody>
          <a:bodyPr lIns="90000" tIns="46800" rIns="90000" bIns="46800" anchor="b" anchorCtr="0">
            <a:normAutofit/>
          </a:bodyPr>
          <a:lstStyle>
            <a:lvl1pPr algn="ctr">
              <a:defRPr sz="9000"/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  <p:custDataLst>
              <p:tags r:id="rId2"/>
            </p:custDataLst>
          </p:nvPr>
        </p:nvSpPr>
        <p:spPr>
          <a:xfrm>
            <a:off x="1798200" y="5340600"/>
            <a:ext cx="14698800" cy="2208600"/>
          </a:xfrm>
        </p:spPr>
        <p:txBody>
          <a:bodyPr lIns="90000" tIns="46800" rIns="90000" bIns="46800">
            <a:normAutofit/>
          </a:bodyPr>
          <a:lstStyle>
            <a:lvl1pPr marL="0" indent="0" algn="ctr">
              <a:lnSpc>
                <a:spcPct val="110000"/>
              </a:lnSpc>
              <a:buNone/>
              <a:defRPr sz="3600" spc="200"/>
            </a:lvl1pPr>
            <a:lvl2pPr marL="685800" indent="0" algn="ctr">
              <a:buNone/>
              <a:defRPr sz="3000"/>
            </a:lvl2pPr>
            <a:lvl3pPr marL="1371600" indent="0" algn="ctr">
              <a:buNone/>
              <a:defRPr sz="2700"/>
            </a:lvl3pPr>
            <a:lvl4pPr marL="2057400" indent="0" algn="ctr">
              <a:buNone/>
              <a:defRPr sz="2400"/>
            </a:lvl4pPr>
            <a:lvl5pPr marL="2743200" indent="0" algn="ctr">
              <a:buNone/>
              <a:defRPr sz="2400"/>
            </a:lvl5pPr>
            <a:lvl6pPr marL="3429000" indent="0" algn="ctr">
              <a:buNone/>
              <a:defRPr sz="2400"/>
            </a:lvl6pPr>
            <a:lvl7pPr marL="4114800" indent="0" algn="ctr">
              <a:buNone/>
              <a:defRPr sz="2400"/>
            </a:lvl7pPr>
            <a:lvl8pPr marL="4800600" indent="0" algn="ctr">
              <a:buNone/>
              <a:defRPr sz="2400"/>
            </a:lvl8pPr>
            <a:lvl9pPr marL="5486400" indent="0" algn="ctr">
              <a:buNone/>
              <a:defRPr sz="2400"/>
            </a:lvl9pPr>
          </a:lstStyle>
          <a:p>
            <a:r>
              <a:rPr lang="zh-CN" altLang="en-US" dirty="0"/>
              <a:t>单击此处编辑母版副标题样式</a:t>
            </a:r>
          </a:p>
        </p:txBody>
      </p:sp>
      <p:sp>
        <p:nvSpPr>
          <p:cNvPr id="16" name="日期占位符 15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2025/6/4</a:t>
            </a:fld>
            <a:endParaRPr lang="zh-CN" altLang="en-US"/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912600" y="912600"/>
            <a:ext cx="16453800" cy="10584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2"/>
            </p:custDataLst>
          </p:nvPr>
        </p:nvSpPr>
        <p:spPr>
          <a:xfrm>
            <a:off x="912600" y="2235600"/>
            <a:ext cx="16453800" cy="71388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2025/6/4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1"/>
            </p:custDataLst>
          </p:nvPr>
        </p:nvSpPr>
        <p:spPr>
          <a:xfrm>
            <a:off x="2986200" y="5772600"/>
            <a:ext cx="11653200" cy="1150200"/>
          </a:xfrm>
        </p:spPr>
        <p:txBody>
          <a:bodyPr lIns="90000" tIns="46800" rIns="90000" bIns="46800" anchor="b" anchorCtr="0">
            <a:normAutofit/>
          </a:bodyPr>
          <a:lstStyle>
            <a:lvl1pPr>
              <a:defRPr sz="6600"/>
            </a:lvl1pPr>
          </a:lstStyle>
          <a:p>
            <a:r>
              <a:rPr lang="zh-CN" altLang="en-US" dirty="0"/>
              <a:t>单击此处编辑标题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2"/>
            </p:custDataLst>
          </p:nvPr>
        </p:nvSpPr>
        <p:spPr>
          <a:xfrm>
            <a:off x="2986200" y="6922800"/>
            <a:ext cx="11653200" cy="1301400"/>
          </a:xfrm>
        </p:spPr>
        <p:txBody>
          <a:bodyPr lIns="90000" tIns="46800" rIns="90000" bIns="46800">
            <a:normAutofit/>
          </a:bodyPr>
          <a:lstStyle>
            <a:lvl1pPr marL="0" indent="0">
              <a:buNone/>
              <a:defRPr sz="27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68580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2pPr>
            <a:lvl3pPr marL="137160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3pPr>
            <a:lvl4pPr marL="205740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4pPr>
            <a:lvl5pPr marL="274320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5pPr>
            <a:lvl6pPr marL="342900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6pPr>
            <a:lvl7pPr marL="411480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7pPr>
            <a:lvl8pPr marL="480060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8pPr>
            <a:lvl9pPr marL="548640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/>
              <a:t>单击此处编辑文本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2025/6/4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912600" y="912600"/>
            <a:ext cx="16453800" cy="10584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  <p:custDataLst>
              <p:tags r:id="rId2"/>
            </p:custDataLst>
          </p:nvPr>
        </p:nvSpPr>
        <p:spPr>
          <a:xfrm>
            <a:off x="912600" y="2251800"/>
            <a:ext cx="7765200" cy="71226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3"/>
            </p:custDataLst>
          </p:nvPr>
        </p:nvSpPr>
        <p:spPr>
          <a:xfrm>
            <a:off x="9617400" y="2251800"/>
            <a:ext cx="7765200" cy="7122600"/>
          </a:xfrm>
        </p:spPr>
        <p:txBody>
          <a:bodyPr lIns="90000" tIns="46800" rIns="90000" bIns="4680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2025/6/4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912600" y="912600"/>
            <a:ext cx="16453800" cy="10584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2"/>
            </p:custDataLst>
          </p:nvPr>
        </p:nvSpPr>
        <p:spPr>
          <a:xfrm>
            <a:off x="912600" y="2143800"/>
            <a:ext cx="8013600" cy="572400"/>
          </a:xfrm>
        </p:spPr>
        <p:txBody>
          <a:bodyPr lIns="101600" tIns="38100" rIns="76200" bIns="3810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3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685800" indent="0">
              <a:buNone/>
              <a:defRPr sz="3000" b="1"/>
            </a:lvl2pPr>
            <a:lvl3pPr marL="1371600" indent="0">
              <a:buNone/>
              <a:defRPr sz="2700" b="1"/>
            </a:lvl3pPr>
            <a:lvl4pPr marL="2057400" indent="0">
              <a:buNone/>
              <a:defRPr sz="2400" b="1"/>
            </a:lvl4pPr>
            <a:lvl5pPr marL="2743200" indent="0">
              <a:buNone/>
              <a:defRPr sz="2400" b="1"/>
            </a:lvl5pPr>
            <a:lvl6pPr marL="3429000" indent="0">
              <a:buNone/>
              <a:defRPr sz="2400" b="1"/>
            </a:lvl6pPr>
            <a:lvl7pPr marL="4114800" indent="0">
              <a:buNone/>
              <a:defRPr sz="2400" b="1"/>
            </a:lvl7pPr>
            <a:lvl8pPr marL="4800600" indent="0">
              <a:buNone/>
              <a:defRPr sz="2400" b="1"/>
            </a:lvl8pPr>
            <a:lvl9pPr marL="5486400" indent="0">
              <a:buNone/>
              <a:defRPr sz="2400" b="1"/>
            </a:lvl9pPr>
          </a:lstStyle>
          <a:p>
            <a:pPr lvl="0"/>
            <a:r>
              <a:rPr lang="zh-CN" altLang="en-US" dirty="0"/>
              <a:t>单击此处编辑文本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3"/>
            </p:custDataLst>
          </p:nvPr>
        </p:nvSpPr>
        <p:spPr>
          <a:xfrm>
            <a:off x="912600" y="2781000"/>
            <a:ext cx="8013600" cy="65934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  <p:custDataLst>
              <p:tags r:id="rId4"/>
            </p:custDataLst>
          </p:nvPr>
        </p:nvSpPr>
        <p:spPr>
          <a:xfrm>
            <a:off x="9353625" y="2132594"/>
            <a:ext cx="8013600" cy="572400"/>
          </a:xfrm>
        </p:spPr>
        <p:txBody>
          <a:bodyPr vert="horz" lIns="101600" tIns="38100" rIns="76200" bIns="38100" rtlCol="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3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685800" indent="0">
              <a:buNone/>
              <a:defRPr sz="3000" b="1"/>
            </a:lvl2pPr>
            <a:lvl3pPr marL="1371600" indent="0">
              <a:buNone/>
              <a:defRPr sz="2700" b="1"/>
            </a:lvl3pPr>
            <a:lvl4pPr marL="2057400" indent="0">
              <a:buNone/>
              <a:defRPr sz="2400" b="1"/>
            </a:lvl4pPr>
            <a:lvl5pPr marL="2743200" indent="0">
              <a:buNone/>
              <a:defRPr sz="2400" b="1"/>
            </a:lvl5pPr>
            <a:lvl6pPr marL="3429000" indent="0">
              <a:buNone/>
              <a:defRPr sz="2400" b="1"/>
            </a:lvl6pPr>
            <a:lvl7pPr marL="4114800" indent="0">
              <a:buNone/>
              <a:defRPr sz="2400" b="1"/>
            </a:lvl7pPr>
            <a:lvl8pPr marL="4800600" indent="0">
              <a:buNone/>
              <a:defRPr sz="2400" b="1"/>
            </a:lvl8pPr>
            <a:lvl9pPr marL="5486400" indent="0">
              <a:buNone/>
              <a:defRPr sz="2400" b="1"/>
            </a:lvl9pPr>
          </a:lstStyle>
          <a:p>
            <a:pPr lvl="0"/>
            <a:r>
              <a:rPr lang="zh-CN" altLang="en-US"/>
              <a:t>单击此处编辑文本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  <p:custDataLst>
              <p:tags r:id="rId5"/>
            </p:custDataLst>
          </p:nvPr>
        </p:nvSpPr>
        <p:spPr>
          <a:xfrm>
            <a:off x="9353625" y="2781000"/>
            <a:ext cx="8013600" cy="65934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  <p:custDataLst>
              <p:tags r:id="rId6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2025/6/4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  <p:custDataLst>
              <p:tags r:id="rId7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  <p:custDataLst>
              <p:tags r:id="rId8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912600" y="912600"/>
            <a:ext cx="16453800" cy="10584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2025/6/4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1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2025/6/4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2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3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图片占位符 2"/>
          <p:cNvSpPr>
            <a:spLocks noGrp="1"/>
          </p:cNvSpPr>
          <p:nvPr>
            <p:ph type="pic" idx="1"/>
            <p:custDataLst>
              <p:tags r:id="rId1"/>
            </p:custDataLst>
          </p:nvPr>
        </p:nvSpPr>
        <p:spPr>
          <a:xfrm>
            <a:off x="912600" y="2332800"/>
            <a:ext cx="7849616" cy="6912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2400"/>
            </a:lvl1pPr>
          </a:lstStyle>
          <a:p>
            <a:pPr lvl="0"/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  <p:custDataLst>
              <p:tags r:id="rId2"/>
            </p:custDataLst>
          </p:nvPr>
        </p:nvSpPr>
        <p:spPr>
          <a:xfrm>
            <a:off x="9525600" y="2332800"/>
            <a:ext cx="7840800" cy="6912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2400"/>
            </a:lvl1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9EFD9D74-47D9-4702-A33C-335B63B48DBF}" type="datetimeFigureOut">
              <a:rPr lang="zh-CN" altLang="en-US" smtClean="0"/>
              <a:t>2025/6/4</a:t>
            </a:fld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FABC47A4-756D-490B-A52F-7D9E2C9FC05F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9" name="标题 8"/>
          <p:cNvSpPr>
            <a:spLocks noGrp="1"/>
          </p:cNvSpPr>
          <p:nvPr>
            <p:ph type="title"/>
            <p:custDataLst>
              <p:tags r:id="rId6"/>
            </p:custDataLst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 hasCustomPrompt="1"/>
            <p:custDataLst>
              <p:tags r:id="rId1"/>
            </p:custDataLst>
          </p:nvPr>
        </p:nvSpPr>
        <p:spPr>
          <a:xfrm>
            <a:off x="15352200" y="1371600"/>
            <a:ext cx="1566000" cy="7543800"/>
          </a:xfrm>
        </p:spPr>
        <p:txBody>
          <a:bodyPr vert="eaVert" lIns="90000" tIns="46800" rIns="90000" bIns="46800" rtlCol="0" anchor="ctr" anchorCtr="0">
            <a:normAutofit/>
          </a:bodyPr>
          <a:lstStyle>
            <a:lvl1pPr>
              <a:buNone/>
              <a:defRPr sz="4200"/>
            </a:lvl1pPr>
          </a:lstStyle>
          <a:p>
            <a:pPr lvl="0"/>
            <a:r>
              <a:rPr lang="zh-CN" altLang="en-US"/>
              <a:t>单击此处编辑标题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  <p:custDataLst>
              <p:tags r:id="rId2"/>
            </p:custDataLst>
          </p:nvPr>
        </p:nvSpPr>
        <p:spPr>
          <a:xfrm>
            <a:off x="1371600" y="1371600"/>
            <a:ext cx="13753800" cy="7543800"/>
          </a:xfrm>
        </p:spPr>
        <p:txBody>
          <a:bodyPr vert="eaVert" lIns="46800" tIns="46800" rIns="46800" bIns="46800"/>
          <a:lstStyle>
            <a:lvl1pPr marL="342900" indent="-342900">
              <a:spcAft>
                <a:spcPts val="1000"/>
              </a:spcAft>
              <a:defRPr spc="300"/>
            </a:lvl1pPr>
            <a:lvl2pPr marL="1028700" indent="-342900">
              <a:defRPr spc="300"/>
            </a:lvl2pPr>
            <a:lvl3pPr marL="1714500" indent="-342900">
              <a:defRPr spc="300"/>
            </a:lvl3pPr>
            <a:lvl4pPr marL="2400300" indent="-342900">
              <a:defRPr spc="300"/>
            </a:lvl4pPr>
            <a:lvl5pPr marL="3086100" indent="-342900">
              <a:defRPr spc="300"/>
            </a:lvl5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2025/6/4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1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2025/6/4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2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3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4"/>
            </p:custDataLst>
          </p:nvPr>
        </p:nvSpPr>
        <p:spPr>
          <a:xfrm>
            <a:off x="912600" y="1161000"/>
            <a:ext cx="16459200" cy="8224200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末尾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1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2025/6/4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2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3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4"/>
            </p:custDataLst>
          </p:nvPr>
        </p:nvSpPr>
        <p:spPr>
          <a:xfrm>
            <a:off x="1798200" y="3726000"/>
            <a:ext cx="14698800" cy="1528200"/>
          </a:xfrm>
        </p:spPr>
        <p:txBody>
          <a:bodyPr vert="horz" lIns="90000" tIns="46800" rIns="90000" bIns="46800" rtlCol="0" anchor="t" anchorCtr="0">
            <a:normAutofit/>
          </a:bodyPr>
          <a:lstStyle>
            <a:lvl1pPr algn="ctr">
              <a:defRPr sz="9000"/>
            </a:lvl1pPr>
          </a:lstStyle>
          <a:p>
            <a:pPr lvl="0"/>
            <a:r>
              <a:rPr lang="zh-CN" altLang="en-US"/>
              <a:t>单击此处编辑标题</a:t>
            </a:r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5"/>
            </p:custDataLst>
          </p:nvPr>
        </p:nvSpPr>
        <p:spPr>
          <a:xfrm>
            <a:off x="1798200" y="5340600"/>
            <a:ext cx="14698800" cy="707400"/>
          </a:xfrm>
        </p:spPr>
        <p:txBody>
          <a:bodyPr lIns="90000" tIns="46800" rIns="90000" bIns="46800">
            <a:normAutofit/>
          </a:bodyPr>
          <a:lstStyle>
            <a:lvl1pPr algn="ctr">
              <a:lnSpc>
                <a:spcPct val="110000"/>
              </a:lnSpc>
              <a:buNone/>
              <a:defRPr sz="3600" spc="200"/>
            </a:lvl1pPr>
          </a:lstStyle>
          <a:p>
            <a:pPr lvl="0"/>
            <a:r>
              <a:rPr lang="zh-CN" altLang="en-US" dirty="0"/>
              <a:t>单击此处编辑母版文本样式</a:t>
            </a:r>
          </a:p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  <p:custDataLst>
              <p:tags r:id="rId1"/>
            </p:custDataLst>
          </p:nvPr>
        </p:nvSpPr>
        <p:spPr>
          <a:xfrm>
            <a:off x="1798200" y="1371600"/>
            <a:ext cx="14698800" cy="3855600"/>
          </a:xfrm>
        </p:spPr>
        <p:txBody>
          <a:bodyPr lIns="90000" tIns="46800" rIns="90000" bIns="46800" anchor="b" anchorCtr="0">
            <a:normAutofit/>
          </a:bodyPr>
          <a:lstStyle>
            <a:lvl1pPr algn="ctr">
              <a:defRPr sz="9000"/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  <p:custDataLst>
              <p:tags r:id="rId2"/>
            </p:custDataLst>
          </p:nvPr>
        </p:nvSpPr>
        <p:spPr>
          <a:xfrm>
            <a:off x="1798200" y="5340600"/>
            <a:ext cx="14698800" cy="2208600"/>
          </a:xfrm>
        </p:spPr>
        <p:txBody>
          <a:bodyPr lIns="90000" tIns="46800" rIns="90000" bIns="46800">
            <a:normAutofit/>
          </a:bodyPr>
          <a:lstStyle>
            <a:lvl1pPr marL="0" indent="0" algn="ctr">
              <a:lnSpc>
                <a:spcPct val="110000"/>
              </a:lnSpc>
              <a:buNone/>
              <a:defRPr sz="3600" spc="200"/>
            </a:lvl1pPr>
            <a:lvl2pPr marL="685800" indent="0" algn="ctr">
              <a:buNone/>
              <a:defRPr sz="3000"/>
            </a:lvl2pPr>
            <a:lvl3pPr marL="1371600" indent="0" algn="ctr">
              <a:buNone/>
              <a:defRPr sz="2700"/>
            </a:lvl3pPr>
            <a:lvl4pPr marL="2057400" indent="0" algn="ctr">
              <a:buNone/>
              <a:defRPr sz="2400"/>
            </a:lvl4pPr>
            <a:lvl5pPr marL="2743200" indent="0" algn="ctr">
              <a:buNone/>
              <a:defRPr sz="2400"/>
            </a:lvl5pPr>
            <a:lvl6pPr marL="3429000" indent="0" algn="ctr">
              <a:buNone/>
              <a:defRPr sz="2400"/>
            </a:lvl6pPr>
            <a:lvl7pPr marL="4114800" indent="0" algn="ctr">
              <a:buNone/>
              <a:defRPr sz="2400"/>
            </a:lvl7pPr>
            <a:lvl8pPr marL="4800600" indent="0" algn="ctr">
              <a:buNone/>
              <a:defRPr sz="2400"/>
            </a:lvl8pPr>
            <a:lvl9pPr marL="5486400" indent="0" algn="ctr">
              <a:buNone/>
              <a:defRPr sz="2400"/>
            </a:lvl9pPr>
          </a:lstStyle>
          <a:p>
            <a:r>
              <a:rPr lang="zh-CN" altLang="en-US" dirty="0"/>
              <a:t>单击此处编辑母版副标题样式</a:t>
            </a:r>
          </a:p>
        </p:txBody>
      </p:sp>
      <p:sp>
        <p:nvSpPr>
          <p:cNvPr id="16" name="日期占位符 15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2025/6/4</a:t>
            </a:fld>
            <a:endParaRPr lang="zh-CN" altLang="en-US"/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912600" y="912600"/>
            <a:ext cx="16453800" cy="10584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2"/>
            </p:custDataLst>
          </p:nvPr>
        </p:nvSpPr>
        <p:spPr>
          <a:xfrm>
            <a:off x="912600" y="2235600"/>
            <a:ext cx="16453800" cy="71388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2025/6/4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1"/>
            </p:custDataLst>
          </p:nvPr>
        </p:nvSpPr>
        <p:spPr>
          <a:xfrm>
            <a:off x="2986200" y="5772600"/>
            <a:ext cx="11653200" cy="1150200"/>
          </a:xfrm>
        </p:spPr>
        <p:txBody>
          <a:bodyPr lIns="90000" tIns="46800" rIns="90000" bIns="46800" anchor="b" anchorCtr="0">
            <a:normAutofit/>
          </a:bodyPr>
          <a:lstStyle>
            <a:lvl1pPr>
              <a:defRPr sz="6600"/>
            </a:lvl1pPr>
          </a:lstStyle>
          <a:p>
            <a:r>
              <a:rPr lang="zh-CN" altLang="en-US" dirty="0"/>
              <a:t>单击此处编辑标题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2"/>
            </p:custDataLst>
          </p:nvPr>
        </p:nvSpPr>
        <p:spPr>
          <a:xfrm>
            <a:off x="2986200" y="6922800"/>
            <a:ext cx="11653200" cy="1301400"/>
          </a:xfrm>
        </p:spPr>
        <p:txBody>
          <a:bodyPr lIns="90000" tIns="46800" rIns="90000" bIns="46800">
            <a:normAutofit/>
          </a:bodyPr>
          <a:lstStyle>
            <a:lvl1pPr marL="0" indent="0">
              <a:buNone/>
              <a:defRPr sz="27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68580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2pPr>
            <a:lvl3pPr marL="137160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3pPr>
            <a:lvl4pPr marL="205740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4pPr>
            <a:lvl5pPr marL="274320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5pPr>
            <a:lvl6pPr marL="342900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6pPr>
            <a:lvl7pPr marL="411480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7pPr>
            <a:lvl8pPr marL="480060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8pPr>
            <a:lvl9pPr marL="548640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/>
              <a:t>单击此处编辑文本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2025/6/4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912600" y="912600"/>
            <a:ext cx="16453800" cy="10584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  <p:custDataLst>
              <p:tags r:id="rId2"/>
            </p:custDataLst>
          </p:nvPr>
        </p:nvSpPr>
        <p:spPr>
          <a:xfrm>
            <a:off x="912600" y="2251800"/>
            <a:ext cx="7765200" cy="71226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3"/>
            </p:custDataLst>
          </p:nvPr>
        </p:nvSpPr>
        <p:spPr>
          <a:xfrm>
            <a:off x="9617400" y="2251800"/>
            <a:ext cx="7765200" cy="7122600"/>
          </a:xfrm>
        </p:spPr>
        <p:txBody>
          <a:bodyPr lIns="90000" tIns="46800" rIns="90000" bIns="4680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2025/6/4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912600" y="912600"/>
            <a:ext cx="16453800" cy="10584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2"/>
            </p:custDataLst>
          </p:nvPr>
        </p:nvSpPr>
        <p:spPr>
          <a:xfrm>
            <a:off x="912600" y="2143800"/>
            <a:ext cx="8013600" cy="572400"/>
          </a:xfrm>
        </p:spPr>
        <p:txBody>
          <a:bodyPr lIns="101600" tIns="38100" rIns="76200" bIns="3810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3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685800" indent="0">
              <a:buNone/>
              <a:defRPr sz="3000" b="1"/>
            </a:lvl2pPr>
            <a:lvl3pPr marL="1371600" indent="0">
              <a:buNone/>
              <a:defRPr sz="2700" b="1"/>
            </a:lvl3pPr>
            <a:lvl4pPr marL="2057400" indent="0">
              <a:buNone/>
              <a:defRPr sz="2400" b="1"/>
            </a:lvl4pPr>
            <a:lvl5pPr marL="2743200" indent="0">
              <a:buNone/>
              <a:defRPr sz="2400" b="1"/>
            </a:lvl5pPr>
            <a:lvl6pPr marL="3429000" indent="0">
              <a:buNone/>
              <a:defRPr sz="2400" b="1"/>
            </a:lvl6pPr>
            <a:lvl7pPr marL="4114800" indent="0">
              <a:buNone/>
              <a:defRPr sz="2400" b="1"/>
            </a:lvl7pPr>
            <a:lvl8pPr marL="4800600" indent="0">
              <a:buNone/>
              <a:defRPr sz="2400" b="1"/>
            </a:lvl8pPr>
            <a:lvl9pPr marL="5486400" indent="0">
              <a:buNone/>
              <a:defRPr sz="2400" b="1"/>
            </a:lvl9pPr>
          </a:lstStyle>
          <a:p>
            <a:pPr lvl="0"/>
            <a:r>
              <a:rPr lang="zh-CN" altLang="en-US" dirty="0"/>
              <a:t>单击此处编辑文本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3"/>
            </p:custDataLst>
          </p:nvPr>
        </p:nvSpPr>
        <p:spPr>
          <a:xfrm>
            <a:off x="912600" y="2781000"/>
            <a:ext cx="8013600" cy="65934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  <p:custDataLst>
              <p:tags r:id="rId4"/>
            </p:custDataLst>
          </p:nvPr>
        </p:nvSpPr>
        <p:spPr>
          <a:xfrm>
            <a:off x="9353625" y="2132594"/>
            <a:ext cx="8013600" cy="572400"/>
          </a:xfrm>
        </p:spPr>
        <p:txBody>
          <a:bodyPr vert="horz" lIns="101600" tIns="38100" rIns="76200" bIns="38100" rtlCol="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3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685800" indent="0">
              <a:buNone/>
              <a:defRPr sz="3000" b="1"/>
            </a:lvl2pPr>
            <a:lvl3pPr marL="1371600" indent="0">
              <a:buNone/>
              <a:defRPr sz="2700" b="1"/>
            </a:lvl3pPr>
            <a:lvl4pPr marL="2057400" indent="0">
              <a:buNone/>
              <a:defRPr sz="2400" b="1"/>
            </a:lvl4pPr>
            <a:lvl5pPr marL="2743200" indent="0">
              <a:buNone/>
              <a:defRPr sz="2400" b="1"/>
            </a:lvl5pPr>
            <a:lvl6pPr marL="3429000" indent="0">
              <a:buNone/>
              <a:defRPr sz="2400" b="1"/>
            </a:lvl6pPr>
            <a:lvl7pPr marL="4114800" indent="0">
              <a:buNone/>
              <a:defRPr sz="2400" b="1"/>
            </a:lvl7pPr>
            <a:lvl8pPr marL="4800600" indent="0">
              <a:buNone/>
              <a:defRPr sz="2400" b="1"/>
            </a:lvl8pPr>
            <a:lvl9pPr marL="5486400" indent="0">
              <a:buNone/>
              <a:defRPr sz="2400" b="1"/>
            </a:lvl9pPr>
          </a:lstStyle>
          <a:p>
            <a:pPr lvl="0"/>
            <a:r>
              <a:rPr lang="zh-CN" altLang="en-US"/>
              <a:t>单击此处编辑文本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  <p:custDataLst>
              <p:tags r:id="rId5"/>
            </p:custDataLst>
          </p:nvPr>
        </p:nvSpPr>
        <p:spPr>
          <a:xfrm>
            <a:off x="9353625" y="2781000"/>
            <a:ext cx="8013600" cy="65934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  <p:custDataLst>
              <p:tags r:id="rId6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2025/6/4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  <p:custDataLst>
              <p:tags r:id="rId7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  <p:custDataLst>
              <p:tags r:id="rId8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912600" y="912600"/>
            <a:ext cx="16453800" cy="10584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2025/6/4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1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2025/6/4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2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3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图片占位符 2"/>
          <p:cNvSpPr>
            <a:spLocks noGrp="1"/>
          </p:cNvSpPr>
          <p:nvPr>
            <p:ph type="pic" idx="1"/>
            <p:custDataLst>
              <p:tags r:id="rId1"/>
            </p:custDataLst>
          </p:nvPr>
        </p:nvSpPr>
        <p:spPr>
          <a:xfrm>
            <a:off x="912600" y="2332800"/>
            <a:ext cx="7849616" cy="6912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2400"/>
            </a:lvl1pPr>
          </a:lstStyle>
          <a:p>
            <a:pPr lvl="0"/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  <p:custDataLst>
              <p:tags r:id="rId2"/>
            </p:custDataLst>
          </p:nvPr>
        </p:nvSpPr>
        <p:spPr>
          <a:xfrm>
            <a:off x="9525600" y="2332800"/>
            <a:ext cx="7840800" cy="6912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2400"/>
            </a:lvl1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9EFD9D74-47D9-4702-A33C-335B63B48DBF}" type="datetimeFigureOut">
              <a:rPr lang="zh-CN" altLang="en-US" smtClean="0"/>
              <a:t>2025/6/4</a:t>
            </a:fld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FABC47A4-756D-490B-A52F-7D9E2C9FC05F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9" name="标题 8"/>
          <p:cNvSpPr>
            <a:spLocks noGrp="1"/>
          </p:cNvSpPr>
          <p:nvPr>
            <p:ph type="title"/>
            <p:custDataLst>
              <p:tags r:id="rId6"/>
            </p:custDataLst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</p:spTree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 hasCustomPrompt="1"/>
            <p:custDataLst>
              <p:tags r:id="rId1"/>
            </p:custDataLst>
          </p:nvPr>
        </p:nvSpPr>
        <p:spPr>
          <a:xfrm>
            <a:off x="15352200" y="1371600"/>
            <a:ext cx="1566000" cy="7543800"/>
          </a:xfrm>
        </p:spPr>
        <p:txBody>
          <a:bodyPr vert="eaVert" lIns="90000" tIns="46800" rIns="90000" bIns="46800" rtlCol="0" anchor="ctr" anchorCtr="0">
            <a:normAutofit/>
          </a:bodyPr>
          <a:lstStyle>
            <a:lvl1pPr>
              <a:buNone/>
              <a:defRPr sz="4200"/>
            </a:lvl1pPr>
          </a:lstStyle>
          <a:p>
            <a:pPr lvl="0"/>
            <a:r>
              <a:rPr lang="zh-CN" altLang="en-US"/>
              <a:t>单击此处编辑标题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  <p:custDataLst>
              <p:tags r:id="rId2"/>
            </p:custDataLst>
          </p:nvPr>
        </p:nvSpPr>
        <p:spPr>
          <a:xfrm>
            <a:off x="1371600" y="1371600"/>
            <a:ext cx="13753800" cy="7543800"/>
          </a:xfrm>
        </p:spPr>
        <p:txBody>
          <a:bodyPr vert="eaVert" lIns="46800" tIns="46800" rIns="46800" bIns="46800"/>
          <a:lstStyle>
            <a:lvl1pPr marL="342900" indent="-342900">
              <a:spcAft>
                <a:spcPts val="1000"/>
              </a:spcAft>
              <a:defRPr spc="300"/>
            </a:lvl1pPr>
            <a:lvl2pPr marL="1028700" indent="-342900">
              <a:defRPr spc="300"/>
            </a:lvl2pPr>
            <a:lvl3pPr marL="1714500" indent="-342900">
              <a:defRPr spc="300"/>
            </a:lvl3pPr>
            <a:lvl4pPr marL="2400300" indent="-342900">
              <a:defRPr spc="300"/>
            </a:lvl4pPr>
            <a:lvl5pPr marL="3086100" indent="-342900">
              <a:defRPr spc="300"/>
            </a:lvl5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2025/6/4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1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2025/6/4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2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3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4"/>
            </p:custDataLst>
          </p:nvPr>
        </p:nvSpPr>
        <p:spPr>
          <a:xfrm>
            <a:off x="912600" y="1161000"/>
            <a:ext cx="16459200" cy="8224200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</p:spTree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末尾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1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2025/6/4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2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3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4"/>
            </p:custDataLst>
          </p:nvPr>
        </p:nvSpPr>
        <p:spPr>
          <a:xfrm>
            <a:off x="1798200" y="3726000"/>
            <a:ext cx="14698800" cy="1528200"/>
          </a:xfrm>
        </p:spPr>
        <p:txBody>
          <a:bodyPr vert="horz" lIns="90000" tIns="46800" rIns="90000" bIns="46800" rtlCol="0" anchor="t" anchorCtr="0">
            <a:normAutofit/>
          </a:bodyPr>
          <a:lstStyle>
            <a:lvl1pPr algn="ctr">
              <a:defRPr sz="9000"/>
            </a:lvl1pPr>
          </a:lstStyle>
          <a:p>
            <a:pPr lvl="0"/>
            <a:r>
              <a:rPr lang="zh-CN" altLang="en-US"/>
              <a:t>单击此处编辑标题</a:t>
            </a:r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5"/>
            </p:custDataLst>
          </p:nvPr>
        </p:nvSpPr>
        <p:spPr>
          <a:xfrm>
            <a:off x="1798200" y="5340600"/>
            <a:ext cx="14698800" cy="707400"/>
          </a:xfrm>
        </p:spPr>
        <p:txBody>
          <a:bodyPr lIns="90000" tIns="46800" rIns="90000" bIns="46800">
            <a:normAutofit/>
          </a:bodyPr>
          <a:lstStyle>
            <a:lvl1pPr algn="ctr">
              <a:lnSpc>
                <a:spcPct val="110000"/>
              </a:lnSpc>
              <a:buNone/>
              <a:defRPr sz="3600" spc="200"/>
            </a:lvl1pPr>
          </a:lstStyle>
          <a:p>
            <a:pPr lvl="0"/>
            <a:r>
              <a:rPr lang="zh-CN" altLang="en-US" dirty="0"/>
              <a:t>单击此处编辑母版文本样式</a:t>
            </a:r>
          </a:p>
        </p:txBody>
      </p:sp>
    </p:spTree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  <p:custDataLst>
              <p:tags r:id="rId1"/>
            </p:custDataLst>
          </p:nvPr>
        </p:nvSpPr>
        <p:spPr>
          <a:xfrm>
            <a:off x="1798200" y="1371600"/>
            <a:ext cx="14698800" cy="3855600"/>
          </a:xfrm>
        </p:spPr>
        <p:txBody>
          <a:bodyPr lIns="90000" tIns="46800" rIns="90000" bIns="46800" anchor="b" anchorCtr="0">
            <a:normAutofit/>
          </a:bodyPr>
          <a:lstStyle>
            <a:lvl1pPr algn="ctr">
              <a:defRPr sz="9000"/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  <p:custDataLst>
              <p:tags r:id="rId2"/>
            </p:custDataLst>
          </p:nvPr>
        </p:nvSpPr>
        <p:spPr>
          <a:xfrm>
            <a:off x="1798200" y="5340600"/>
            <a:ext cx="14698800" cy="2208600"/>
          </a:xfrm>
        </p:spPr>
        <p:txBody>
          <a:bodyPr lIns="90000" tIns="46800" rIns="90000" bIns="46800">
            <a:normAutofit/>
          </a:bodyPr>
          <a:lstStyle>
            <a:lvl1pPr marL="0" indent="0" algn="ctr">
              <a:lnSpc>
                <a:spcPct val="110000"/>
              </a:lnSpc>
              <a:buNone/>
              <a:defRPr sz="3600" spc="200"/>
            </a:lvl1pPr>
            <a:lvl2pPr marL="685800" indent="0" algn="ctr">
              <a:buNone/>
              <a:defRPr sz="3000"/>
            </a:lvl2pPr>
            <a:lvl3pPr marL="1371600" indent="0" algn="ctr">
              <a:buNone/>
              <a:defRPr sz="2700"/>
            </a:lvl3pPr>
            <a:lvl4pPr marL="2057400" indent="0" algn="ctr">
              <a:buNone/>
              <a:defRPr sz="2400"/>
            </a:lvl4pPr>
            <a:lvl5pPr marL="2743200" indent="0" algn="ctr">
              <a:buNone/>
              <a:defRPr sz="2400"/>
            </a:lvl5pPr>
            <a:lvl6pPr marL="3429000" indent="0" algn="ctr">
              <a:buNone/>
              <a:defRPr sz="2400"/>
            </a:lvl6pPr>
            <a:lvl7pPr marL="4114800" indent="0" algn="ctr">
              <a:buNone/>
              <a:defRPr sz="2400"/>
            </a:lvl7pPr>
            <a:lvl8pPr marL="4800600" indent="0" algn="ctr">
              <a:buNone/>
              <a:defRPr sz="2400"/>
            </a:lvl8pPr>
            <a:lvl9pPr marL="5486400" indent="0" algn="ctr">
              <a:buNone/>
              <a:defRPr sz="2400"/>
            </a:lvl9pPr>
          </a:lstStyle>
          <a:p>
            <a:r>
              <a:rPr lang="zh-CN" altLang="en-US" dirty="0"/>
              <a:t>单击此处编辑母版副标题样式</a:t>
            </a:r>
          </a:p>
        </p:txBody>
      </p:sp>
      <p:sp>
        <p:nvSpPr>
          <p:cNvPr id="16" name="日期占位符 15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2025/6/4</a:t>
            </a:fld>
            <a:endParaRPr lang="zh-CN" altLang="en-US"/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912600" y="912600"/>
            <a:ext cx="16453800" cy="10584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2"/>
            </p:custDataLst>
          </p:nvPr>
        </p:nvSpPr>
        <p:spPr>
          <a:xfrm>
            <a:off x="912600" y="2235600"/>
            <a:ext cx="16453800" cy="71388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2025/6/4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1"/>
            </p:custDataLst>
          </p:nvPr>
        </p:nvSpPr>
        <p:spPr>
          <a:xfrm>
            <a:off x="2986200" y="5772600"/>
            <a:ext cx="11653200" cy="1150200"/>
          </a:xfrm>
        </p:spPr>
        <p:txBody>
          <a:bodyPr lIns="90000" tIns="46800" rIns="90000" bIns="46800" anchor="b" anchorCtr="0">
            <a:normAutofit/>
          </a:bodyPr>
          <a:lstStyle>
            <a:lvl1pPr>
              <a:defRPr sz="6600"/>
            </a:lvl1pPr>
          </a:lstStyle>
          <a:p>
            <a:r>
              <a:rPr lang="zh-CN" altLang="en-US" dirty="0"/>
              <a:t>单击此处编辑标题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2"/>
            </p:custDataLst>
          </p:nvPr>
        </p:nvSpPr>
        <p:spPr>
          <a:xfrm>
            <a:off x="2986200" y="6922800"/>
            <a:ext cx="11653200" cy="1301400"/>
          </a:xfrm>
        </p:spPr>
        <p:txBody>
          <a:bodyPr lIns="90000" tIns="46800" rIns="90000" bIns="46800">
            <a:normAutofit/>
          </a:bodyPr>
          <a:lstStyle>
            <a:lvl1pPr marL="0" indent="0">
              <a:buNone/>
              <a:defRPr sz="27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68580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2pPr>
            <a:lvl3pPr marL="137160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3pPr>
            <a:lvl4pPr marL="205740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4pPr>
            <a:lvl5pPr marL="274320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5pPr>
            <a:lvl6pPr marL="342900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6pPr>
            <a:lvl7pPr marL="411480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7pPr>
            <a:lvl8pPr marL="480060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8pPr>
            <a:lvl9pPr marL="548640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/>
              <a:t>单击此处编辑文本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2025/6/4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912600" y="912600"/>
            <a:ext cx="16453800" cy="10584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  <p:custDataLst>
              <p:tags r:id="rId2"/>
            </p:custDataLst>
          </p:nvPr>
        </p:nvSpPr>
        <p:spPr>
          <a:xfrm>
            <a:off x="912600" y="2251800"/>
            <a:ext cx="7765200" cy="71226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3"/>
            </p:custDataLst>
          </p:nvPr>
        </p:nvSpPr>
        <p:spPr>
          <a:xfrm>
            <a:off x="9617400" y="2251800"/>
            <a:ext cx="7765200" cy="7122600"/>
          </a:xfrm>
        </p:spPr>
        <p:txBody>
          <a:bodyPr lIns="90000" tIns="46800" rIns="90000" bIns="4680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2025/6/4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912600" y="912600"/>
            <a:ext cx="16453800" cy="10584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2"/>
            </p:custDataLst>
          </p:nvPr>
        </p:nvSpPr>
        <p:spPr>
          <a:xfrm>
            <a:off x="912600" y="2143800"/>
            <a:ext cx="8013600" cy="572400"/>
          </a:xfrm>
        </p:spPr>
        <p:txBody>
          <a:bodyPr lIns="101600" tIns="38100" rIns="76200" bIns="3810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3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685800" indent="0">
              <a:buNone/>
              <a:defRPr sz="3000" b="1"/>
            </a:lvl2pPr>
            <a:lvl3pPr marL="1371600" indent="0">
              <a:buNone/>
              <a:defRPr sz="2700" b="1"/>
            </a:lvl3pPr>
            <a:lvl4pPr marL="2057400" indent="0">
              <a:buNone/>
              <a:defRPr sz="2400" b="1"/>
            </a:lvl4pPr>
            <a:lvl5pPr marL="2743200" indent="0">
              <a:buNone/>
              <a:defRPr sz="2400" b="1"/>
            </a:lvl5pPr>
            <a:lvl6pPr marL="3429000" indent="0">
              <a:buNone/>
              <a:defRPr sz="2400" b="1"/>
            </a:lvl6pPr>
            <a:lvl7pPr marL="4114800" indent="0">
              <a:buNone/>
              <a:defRPr sz="2400" b="1"/>
            </a:lvl7pPr>
            <a:lvl8pPr marL="4800600" indent="0">
              <a:buNone/>
              <a:defRPr sz="2400" b="1"/>
            </a:lvl8pPr>
            <a:lvl9pPr marL="5486400" indent="0">
              <a:buNone/>
              <a:defRPr sz="2400" b="1"/>
            </a:lvl9pPr>
          </a:lstStyle>
          <a:p>
            <a:pPr lvl="0"/>
            <a:r>
              <a:rPr lang="zh-CN" altLang="en-US" dirty="0"/>
              <a:t>单击此处编辑文本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3"/>
            </p:custDataLst>
          </p:nvPr>
        </p:nvSpPr>
        <p:spPr>
          <a:xfrm>
            <a:off x="912600" y="2781000"/>
            <a:ext cx="8013600" cy="65934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  <p:custDataLst>
              <p:tags r:id="rId4"/>
            </p:custDataLst>
          </p:nvPr>
        </p:nvSpPr>
        <p:spPr>
          <a:xfrm>
            <a:off x="9353625" y="2132594"/>
            <a:ext cx="8013600" cy="572400"/>
          </a:xfrm>
        </p:spPr>
        <p:txBody>
          <a:bodyPr vert="horz" lIns="101600" tIns="38100" rIns="76200" bIns="38100" rtlCol="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3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685800" indent="0">
              <a:buNone/>
              <a:defRPr sz="3000" b="1"/>
            </a:lvl2pPr>
            <a:lvl3pPr marL="1371600" indent="0">
              <a:buNone/>
              <a:defRPr sz="2700" b="1"/>
            </a:lvl3pPr>
            <a:lvl4pPr marL="2057400" indent="0">
              <a:buNone/>
              <a:defRPr sz="2400" b="1"/>
            </a:lvl4pPr>
            <a:lvl5pPr marL="2743200" indent="0">
              <a:buNone/>
              <a:defRPr sz="2400" b="1"/>
            </a:lvl5pPr>
            <a:lvl6pPr marL="3429000" indent="0">
              <a:buNone/>
              <a:defRPr sz="2400" b="1"/>
            </a:lvl6pPr>
            <a:lvl7pPr marL="4114800" indent="0">
              <a:buNone/>
              <a:defRPr sz="2400" b="1"/>
            </a:lvl7pPr>
            <a:lvl8pPr marL="4800600" indent="0">
              <a:buNone/>
              <a:defRPr sz="2400" b="1"/>
            </a:lvl8pPr>
            <a:lvl9pPr marL="5486400" indent="0">
              <a:buNone/>
              <a:defRPr sz="2400" b="1"/>
            </a:lvl9pPr>
          </a:lstStyle>
          <a:p>
            <a:pPr lvl="0"/>
            <a:r>
              <a:rPr lang="zh-CN" altLang="en-US"/>
              <a:t>单击此处编辑文本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  <p:custDataLst>
              <p:tags r:id="rId5"/>
            </p:custDataLst>
          </p:nvPr>
        </p:nvSpPr>
        <p:spPr>
          <a:xfrm>
            <a:off x="9353625" y="2781000"/>
            <a:ext cx="8013600" cy="65934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  <p:custDataLst>
              <p:tags r:id="rId6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2025/6/4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  <p:custDataLst>
              <p:tags r:id="rId7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  <p:custDataLst>
              <p:tags r:id="rId8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912600" y="912600"/>
            <a:ext cx="16453800" cy="10584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2025/6/4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1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2025/6/4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2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3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图片占位符 2"/>
          <p:cNvSpPr>
            <a:spLocks noGrp="1"/>
          </p:cNvSpPr>
          <p:nvPr>
            <p:ph type="pic" idx="1"/>
            <p:custDataLst>
              <p:tags r:id="rId1"/>
            </p:custDataLst>
          </p:nvPr>
        </p:nvSpPr>
        <p:spPr>
          <a:xfrm>
            <a:off x="912600" y="2332800"/>
            <a:ext cx="7849616" cy="6912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2400"/>
            </a:lvl1pPr>
          </a:lstStyle>
          <a:p>
            <a:pPr lvl="0"/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  <p:custDataLst>
              <p:tags r:id="rId2"/>
            </p:custDataLst>
          </p:nvPr>
        </p:nvSpPr>
        <p:spPr>
          <a:xfrm>
            <a:off x="9525600" y="2332800"/>
            <a:ext cx="7840800" cy="6912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2400"/>
            </a:lvl1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9EFD9D74-47D9-4702-A33C-335B63B48DBF}" type="datetimeFigureOut">
              <a:rPr lang="zh-CN" altLang="en-US" smtClean="0"/>
              <a:t>2025/6/4</a:t>
            </a:fld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FABC47A4-756D-490B-A52F-7D9E2C9FC05F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9" name="标题 8"/>
          <p:cNvSpPr>
            <a:spLocks noGrp="1"/>
          </p:cNvSpPr>
          <p:nvPr>
            <p:ph type="title"/>
            <p:custDataLst>
              <p:tags r:id="rId6"/>
            </p:custDataLst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</p:spTree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 hasCustomPrompt="1"/>
            <p:custDataLst>
              <p:tags r:id="rId1"/>
            </p:custDataLst>
          </p:nvPr>
        </p:nvSpPr>
        <p:spPr>
          <a:xfrm>
            <a:off x="15352200" y="1371600"/>
            <a:ext cx="1566000" cy="7543800"/>
          </a:xfrm>
        </p:spPr>
        <p:txBody>
          <a:bodyPr vert="eaVert" lIns="90000" tIns="46800" rIns="90000" bIns="46800" rtlCol="0" anchor="ctr" anchorCtr="0">
            <a:normAutofit/>
          </a:bodyPr>
          <a:lstStyle>
            <a:lvl1pPr>
              <a:buNone/>
              <a:defRPr sz="4200"/>
            </a:lvl1pPr>
          </a:lstStyle>
          <a:p>
            <a:pPr lvl="0"/>
            <a:r>
              <a:rPr lang="zh-CN" altLang="en-US"/>
              <a:t>单击此处编辑标题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  <p:custDataLst>
              <p:tags r:id="rId2"/>
            </p:custDataLst>
          </p:nvPr>
        </p:nvSpPr>
        <p:spPr>
          <a:xfrm>
            <a:off x="1371600" y="1371600"/>
            <a:ext cx="13753800" cy="7543800"/>
          </a:xfrm>
        </p:spPr>
        <p:txBody>
          <a:bodyPr vert="eaVert" lIns="46800" tIns="46800" rIns="46800" bIns="46800"/>
          <a:lstStyle>
            <a:lvl1pPr marL="342900" indent="-342900">
              <a:spcAft>
                <a:spcPts val="1000"/>
              </a:spcAft>
              <a:defRPr spc="300"/>
            </a:lvl1pPr>
            <a:lvl2pPr marL="1028700" indent="-342900">
              <a:defRPr spc="300"/>
            </a:lvl2pPr>
            <a:lvl3pPr marL="1714500" indent="-342900">
              <a:defRPr spc="300"/>
            </a:lvl3pPr>
            <a:lvl4pPr marL="2400300" indent="-342900">
              <a:defRPr spc="300"/>
            </a:lvl4pPr>
            <a:lvl5pPr marL="3086100" indent="-342900">
              <a:defRPr spc="300"/>
            </a:lvl5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2025/6/4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1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2025/6/4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2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3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4"/>
            </p:custDataLst>
          </p:nvPr>
        </p:nvSpPr>
        <p:spPr>
          <a:xfrm>
            <a:off x="912600" y="1161000"/>
            <a:ext cx="16459200" cy="8224200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</p:spTree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末尾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1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2025/6/4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2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3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4"/>
            </p:custDataLst>
          </p:nvPr>
        </p:nvSpPr>
        <p:spPr>
          <a:xfrm>
            <a:off x="1798200" y="3726000"/>
            <a:ext cx="14698800" cy="1528200"/>
          </a:xfrm>
        </p:spPr>
        <p:txBody>
          <a:bodyPr vert="horz" lIns="90000" tIns="46800" rIns="90000" bIns="46800" rtlCol="0" anchor="t" anchorCtr="0">
            <a:normAutofit/>
          </a:bodyPr>
          <a:lstStyle>
            <a:lvl1pPr algn="ctr">
              <a:defRPr sz="9000"/>
            </a:lvl1pPr>
          </a:lstStyle>
          <a:p>
            <a:pPr lvl="0"/>
            <a:r>
              <a:rPr lang="zh-CN" altLang="en-US"/>
              <a:t>单击此处编辑标题</a:t>
            </a:r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5"/>
            </p:custDataLst>
          </p:nvPr>
        </p:nvSpPr>
        <p:spPr>
          <a:xfrm>
            <a:off x="1798200" y="5340600"/>
            <a:ext cx="14698800" cy="707400"/>
          </a:xfrm>
        </p:spPr>
        <p:txBody>
          <a:bodyPr lIns="90000" tIns="46800" rIns="90000" bIns="46800">
            <a:normAutofit/>
          </a:bodyPr>
          <a:lstStyle>
            <a:lvl1pPr algn="ctr">
              <a:lnSpc>
                <a:spcPct val="110000"/>
              </a:lnSpc>
              <a:buNone/>
              <a:defRPr sz="3600" spc="200"/>
            </a:lvl1pPr>
          </a:lstStyle>
          <a:p>
            <a:pPr lvl="0"/>
            <a:r>
              <a:rPr lang="zh-CN" altLang="en-US" dirty="0"/>
              <a:t>单击此处编辑母版文本样式</a:t>
            </a:r>
          </a:p>
        </p:txBody>
      </p:sp>
    </p:spTree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  <p:custDataLst>
              <p:tags r:id="rId1"/>
            </p:custDataLst>
          </p:nvPr>
        </p:nvSpPr>
        <p:spPr>
          <a:xfrm>
            <a:off x="1798200" y="1371600"/>
            <a:ext cx="14698800" cy="3855600"/>
          </a:xfrm>
        </p:spPr>
        <p:txBody>
          <a:bodyPr lIns="90000" tIns="46800" rIns="90000" bIns="46800" anchor="b" anchorCtr="0">
            <a:normAutofit/>
          </a:bodyPr>
          <a:lstStyle>
            <a:lvl1pPr algn="ctr">
              <a:defRPr sz="9000"/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  <p:custDataLst>
              <p:tags r:id="rId2"/>
            </p:custDataLst>
          </p:nvPr>
        </p:nvSpPr>
        <p:spPr>
          <a:xfrm>
            <a:off x="1798200" y="5340600"/>
            <a:ext cx="14698800" cy="2208600"/>
          </a:xfrm>
        </p:spPr>
        <p:txBody>
          <a:bodyPr lIns="90000" tIns="46800" rIns="90000" bIns="46800">
            <a:normAutofit/>
          </a:bodyPr>
          <a:lstStyle>
            <a:lvl1pPr marL="0" indent="0" algn="ctr">
              <a:lnSpc>
                <a:spcPct val="110000"/>
              </a:lnSpc>
              <a:buNone/>
              <a:defRPr sz="3600" spc="200"/>
            </a:lvl1pPr>
            <a:lvl2pPr marL="685800" indent="0" algn="ctr">
              <a:buNone/>
              <a:defRPr sz="3000"/>
            </a:lvl2pPr>
            <a:lvl3pPr marL="1371600" indent="0" algn="ctr">
              <a:buNone/>
              <a:defRPr sz="2700"/>
            </a:lvl3pPr>
            <a:lvl4pPr marL="2057400" indent="0" algn="ctr">
              <a:buNone/>
              <a:defRPr sz="2400"/>
            </a:lvl4pPr>
            <a:lvl5pPr marL="2743200" indent="0" algn="ctr">
              <a:buNone/>
              <a:defRPr sz="2400"/>
            </a:lvl5pPr>
            <a:lvl6pPr marL="3429000" indent="0" algn="ctr">
              <a:buNone/>
              <a:defRPr sz="2400"/>
            </a:lvl6pPr>
            <a:lvl7pPr marL="4114800" indent="0" algn="ctr">
              <a:buNone/>
              <a:defRPr sz="2400"/>
            </a:lvl7pPr>
            <a:lvl8pPr marL="4800600" indent="0" algn="ctr">
              <a:buNone/>
              <a:defRPr sz="2400"/>
            </a:lvl8pPr>
            <a:lvl9pPr marL="5486400" indent="0" algn="ctr">
              <a:buNone/>
              <a:defRPr sz="2400"/>
            </a:lvl9pPr>
          </a:lstStyle>
          <a:p>
            <a:r>
              <a:rPr lang="zh-CN" altLang="en-US" dirty="0"/>
              <a:t>单击此处编辑母版副标题样式</a:t>
            </a:r>
          </a:p>
        </p:txBody>
      </p:sp>
      <p:sp>
        <p:nvSpPr>
          <p:cNvPr id="16" name="日期占位符 15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2025/6/4</a:t>
            </a:fld>
            <a:endParaRPr lang="zh-CN" altLang="en-US"/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912600" y="912600"/>
            <a:ext cx="16453800" cy="10584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2"/>
            </p:custDataLst>
          </p:nvPr>
        </p:nvSpPr>
        <p:spPr>
          <a:xfrm>
            <a:off x="912600" y="2235600"/>
            <a:ext cx="16453800" cy="71388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2025/6/4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1"/>
            </p:custDataLst>
          </p:nvPr>
        </p:nvSpPr>
        <p:spPr>
          <a:xfrm>
            <a:off x="2986200" y="5772600"/>
            <a:ext cx="11653200" cy="1150200"/>
          </a:xfrm>
        </p:spPr>
        <p:txBody>
          <a:bodyPr lIns="90000" tIns="46800" rIns="90000" bIns="46800" anchor="b" anchorCtr="0">
            <a:normAutofit/>
          </a:bodyPr>
          <a:lstStyle>
            <a:lvl1pPr>
              <a:defRPr sz="6600"/>
            </a:lvl1pPr>
          </a:lstStyle>
          <a:p>
            <a:r>
              <a:rPr lang="zh-CN" altLang="en-US" dirty="0"/>
              <a:t>单击此处编辑标题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2"/>
            </p:custDataLst>
          </p:nvPr>
        </p:nvSpPr>
        <p:spPr>
          <a:xfrm>
            <a:off x="2986200" y="6922800"/>
            <a:ext cx="11653200" cy="1301400"/>
          </a:xfrm>
        </p:spPr>
        <p:txBody>
          <a:bodyPr lIns="90000" tIns="46800" rIns="90000" bIns="46800">
            <a:normAutofit/>
          </a:bodyPr>
          <a:lstStyle>
            <a:lvl1pPr marL="0" indent="0">
              <a:buNone/>
              <a:defRPr sz="27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68580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2pPr>
            <a:lvl3pPr marL="137160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3pPr>
            <a:lvl4pPr marL="205740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4pPr>
            <a:lvl5pPr marL="274320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5pPr>
            <a:lvl6pPr marL="342900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6pPr>
            <a:lvl7pPr marL="411480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7pPr>
            <a:lvl8pPr marL="480060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8pPr>
            <a:lvl9pPr marL="548640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/>
              <a:t>单击此处编辑文本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2025/6/4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912600" y="912600"/>
            <a:ext cx="16453800" cy="10584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  <p:custDataLst>
              <p:tags r:id="rId2"/>
            </p:custDataLst>
          </p:nvPr>
        </p:nvSpPr>
        <p:spPr>
          <a:xfrm>
            <a:off x="912600" y="2251800"/>
            <a:ext cx="7765200" cy="71226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3"/>
            </p:custDataLst>
          </p:nvPr>
        </p:nvSpPr>
        <p:spPr>
          <a:xfrm>
            <a:off x="9617400" y="2251800"/>
            <a:ext cx="7765200" cy="7122600"/>
          </a:xfrm>
        </p:spPr>
        <p:txBody>
          <a:bodyPr lIns="90000" tIns="46800" rIns="90000" bIns="4680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2025/6/4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912600" y="912600"/>
            <a:ext cx="16453800" cy="10584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2"/>
            </p:custDataLst>
          </p:nvPr>
        </p:nvSpPr>
        <p:spPr>
          <a:xfrm>
            <a:off x="912600" y="2143800"/>
            <a:ext cx="8013600" cy="572400"/>
          </a:xfrm>
        </p:spPr>
        <p:txBody>
          <a:bodyPr lIns="101600" tIns="38100" rIns="76200" bIns="3810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3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685800" indent="0">
              <a:buNone/>
              <a:defRPr sz="3000" b="1"/>
            </a:lvl2pPr>
            <a:lvl3pPr marL="1371600" indent="0">
              <a:buNone/>
              <a:defRPr sz="2700" b="1"/>
            </a:lvl3pPr>
            <a:lvl4pPr marL="2057400" indent="0">
              <a:buNone/>
              <a:defRPr sz="2400" b="1"/>
            </a:lvl4pPr>
            <a:lvl5pPr marL="2743200" indent="0">
              <a:buNone/>
              <a:defRPr sz="2400" b="1"/>
            </a:lvl5pPr>
            <a:lvl6pPr marL="3429000" indent="0">
              <a:buNone/>
              <a:defRPr sz="2400" b="1"/>
            </a:lvl6pPr>
            <a:lvl7pPr marL="4114800" indent="0">
              <a:buNone/>
              <a:defRPr sz="2400" b="1"/>
            </a:lvl7pPr>
            <a:lvl8pPr marL="4800600" indent="0">
              <a:buNone/>
              <a:defRPr sz="2400" b="1"/>
            </a:lvl8pPr>
            <a:lvl9pPr marL="5486400" indent="0">
              <a:buNone/>
              <a:defRPr sz="2400" b="1"/>
            </a:lvl9pPr>
          </a:lstStyle>
          <a:p>
            <a:pPr lvl="0"/>
            <a:r>
              <a:rPr lang="zh-CN" altLang="en-US" dirty="0"/>
              <a:t>单击此处编辑文本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3"/>
            </p:custDataLst>
          </p:nvPr>
        </p:nvSpPr>
        <p:spPr>
          <a:xfrm>
            <a:off x="912600" y="2781000"/>
            <a:ext cx="8013600" cy="65934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  <p:custDataLst>
              <p:tags r:id="rId4"/>
            </p:custDataLst>
          </p:nvPr>
        </p:nvSpPr>
        <p:spPr>
          <a:xfrm>
            <a:off x="9353625" y="2132594"/>
            <a:ext cx="8013600" cy="572400"/>
          </a:xfrm>
        </p:spPr>
        <p:txBody>
          <a:bodyPr vert="horz" lIns="101600" tIns="38100" rIns="76200" bIns="38100" rtlCol="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3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685800" indent="0">
              <a:buNone/>
              <a:defRPr sz="3000" b="1"/>
            </a:lvl2pPr>
            <a:lvl3pPr marL="1371600" indent="0">
              <a:buNone/>
              <a:defRPr sz="2700" b="1"/>
            </a:lvl3pPr>
            <a:lvl4pPr marL="2057400" indent="0">
              <a:buNone/>
              <a:defRPr sz="2400" b="1"/>
            </a:lvl4pPr>
            <a:lvl5pPr marL="2743200" indent="0">
              <a:buNone/>
              <a:defRPr sz="2400" b="1"/>
            </a:lvl5pPr>
            <a:lvl6pPr marL="3429000" indent="0">
              <a:buNone/>
              <a:defRPr sz="2400" b="1"/>
            </a:lvl6pPr>
            <a:lvl7pPr marL="4114800" indent="0">
              <a:buNone/>
              <a:defRPr sz="2400" b="1"/>
            </a:lvl7pPr>
            <a:lvl8pPr marL="4800600" indent="0">
              <a:buNone/>
              <a:defRPr sz="2400" b="1"/>
            </a:lvl8pPr>
            <a:lvl9pPr marL="5486400" indent="0">
              <a:buNone/>
              <a:defRPr sz="2400" b="1"/>
            </a:lvl9pPr>
          </a:lstStyle>
          <a:p>
            <a:pPr lvl="0"/>
            <a:r>
              <a:rPr lang="zh-CN" altLang="en-US"/>
              <a:t>单击此处编辑文本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  <p:custDataLst>
              <p:tags r:id="rId5"/>
            </p:custDataLst>
          </p:nvPr>
        </p:nvSpPr>
        <p:spPr>
          <a:xfrm>
            <a:off x="9353625" y="2781000"/>
            <a:ext cx="8013600" cy="65934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  <p:custDataLst>
              <p:tags r:id="rId6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2025/6/4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  <p:custDataLst>
              <p:tags r:id="rId7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  <p:custDataLst>
              <p:tags r:id="rId8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912600" y="912600"/>
            <a:ext cx="16453800" cy="10584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2025/6/4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1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2025/6/4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2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3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图片占位符 2"/>
          <p:cNvSpPr>
            <a:spLocks noGrp="1"/>
          </p:cNvSpPr>
          <p:nvPr>
            <p:ph type="pic" idx="1"/>
            <p:custDataLst>
              <p:tags r:id="rId1"/>
            </p:custDataLst>
          </p:nvPr>
        </p:nvSpPr>
        <p:spPr>
          <a:xfrm>
            <a:off x="912600" y="2332800"/>
            <a:ext cx="7849616" cy="6912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2400"/>
            </a:lvl1pPr>
          </a:lstStyle>
          <a:p>
            <a:pPr lvl="0"/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  <p:custDataLst>
              <p:tags r:id="rId2"/>
            </p:custDataLst>
          </p:nvPr>
        </p:nvSpPr>
        <p:spPr>
          <a:xfrm>
            <a:off x="9525600" y="2332800"/>
            <a:ext cx="7840800" cy="6912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2400"/>
            </a:lvl1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9EFD9D74-47D9-4702-A33C-335B63B48DBF}" type="datetimeFigureOut">
              <a:rPr lang="zh-CN" altLang="en-US" smtClean="0"/>
              <a:t>2025/6/4</a:t>
            </a:fld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FABC47A4-756D-490B-A52F-7D9E2C9FC05F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9" name="标题 8"/>
          <p:cNvSpPr>
            <a:spLocks noGrp="1"/>
          </p:cNvSpPr>
          <p:nvPr>
            <p:ph type="title"/>
            <p:custDataLst>
              <p:tags r:id="rId6"/>
            </p:custDataLst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</p:spTree>
  </p:cSld>
  <p:clrMapOvr>
    <a:masterClrMapping/>
  </p:clrMapOvr>
</p:sldLayout>
</file>

<file path=ppt/slideLayouts/slideLayout6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 hasCustomPrompt="1"/>
            <p:custDataLst>
              <p:tags r:id="rId1"/>
            </p:custDataLst>
          </p:nvPr>
        </p:nvSpPr>
        <p:spPr>
          <a:xfrm>
            <a:off x="15352200" y="1371600"/>
            <a:ext cx="1566000" cy="7543800"/>
          </a:xfrm>
        </p:spPr>
        <p:txBody>
          <a:bodyPr vert="eaVert" lIns="90000" tIns="46800" rIns="90000" bIns="46800" rtlCol="0" anchor="ctr" anchorCtr="0">
            <a:normAutofit/>
          </a:bodyPr>
          <a:lstStyle>
            <a:lvl1pPr>
              <a:buNone/>
              <a:defRPr sz="4200"/>
            </a:lvl1pPr>
          </a:lstStyle>
          <a:p>
            <a:pPr lvl="0"/>
            <a:r>
              <a:rPr lang="zh-CN" altLang="en-US"/>
              <a:t>单击此处编辑标题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  <p:custDataLst>
              <p:tags r:id="rId2"/>
            </p:custDataLst>
          </p:nvPr>
        </p:nvSpPr>
        <p:spPr>
          <a:xfrm>
            <a:off x="1371600" y="1371600"/>
            <a:ext cx="13753800" cy="7543800"/>
          </a:xfrm>
        </p:spPr>
        <p:txBody>
          <a:bodyPr vert="eaVert" lIns="46800" tIns="46800" rIns="46800" bIns="46800"/>
          <a:lstStyle>
            <a:lvl1pPr marL="342900" indent="-342900">
              <a:spcAft>
                <a:spcPts val="1000"/>
              </a:spcAft>
              <a:defRPr spc="300"/>
            </a:lvl1pPr>
            <a:lvl2pPr marL="1028700" indent="-342900">
              <a:defRPr spc="300"/>
            </a:lvl2pPr>
            <a:lvl3pPr marL="1714500" indent="-342900">
              <a:defRPr spc="300"/>
            </a:lvl3pPr>
            <a:lvl4pPr marL="2400300" indent="-342900">
              <a:defRPr spc="300"/>
            </a:lvl4pPr>
            <a:lvl5pPr marL="3086100" indent="-342900">
              <a:defRPr spc="300"/>
            </a:lvl5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2025/6/4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1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2025/6/4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2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3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4"/>
            </p:custDataLst>
          </p:nvPr>
        </p:nvSpPr>
        <p:spPr>
          <a:xfrm>
            <a:off x="912600" y="1161000"/>
            <a:ext cx="16459200" cy="8224200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</p:spTree>
  </p:cSld>
  <p:clrMapOvr>
    <a:masterClrMapping/>
  </p:clrMapOvr>
</p:sldLayout>
</file>

<file path=ppt/slideLayouts/slideLayout6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末尾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1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2025/6/4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2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3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4"/>
            </p:custDataLst>
          </p:nvPr>
        </p:nvSpPr>
        <p:spPr>
          <a:xfrm>
            <a:off x="1798200" y="3726000"/>
            <a:ext cx="14698800" cy="1528200"/>
          </a:xfrm>
        </p:spPr>
        <p:txBody>
          <a:bodyPr vert="horz" lIns="90000" tIns="46800" rIns="90000" bIns="46800" rtlCol="0" anchor="t" anchorCtr="0">
            <a:normAutofit/>
          </a:bodyPr>
          <a:lstStyle>
            <a:lvl1pPr algn="ctr">
              <a:defRPr sz="9000"/>
            </a:lvl1pPr>
          </a:lstStyle>
          <a:p>
            <a:pPr lvl="0"/>
            <a:r>
              <a:rPr lang="zh-CN" altLang="en-US"/>
              <a:t>单击此处编辑标题</a:t>
            </a:r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5"/>
            </p:custDataLst>
          </p:nvPr>
        </p:nvSpPr>
        <p:spPr>
          <a:xfrm>
            <a:off x="1798200" y="5340600"/>
            <a:ext cx="14698800" cy="707400"/>
          </a:xfrm>
        </p:spPr>
        <p:txBody>
          <a:bodyPr lIns="90000" tIns="46800" rIns="90000" bIns="46800">
            <a:normAutofit/>
          </a:bodyPr>
          <a:lstStyle>
            <a:lvl1pPr algn="ctr">
              <a:lnSpc>
                <a:spcPct val="110000"/>
              </a:lnSpc>
              <a:buNone/>
              <a:defRPr sz="3600" spc="200"/>
            </a:lvl1pPr>
          </a:lstStyle>
          <a:p>
            <a:pPr lvl="0"/>
            <a:r>
              <a:rPr lang="zh-CN" altLang="en-US" dirty="0"/>
              <a:t>单击此处编辑母版文本样式</a:t>
            </a:r>
          </a:p>
        </p:txBody>
      </p:sp>
    </p:spTree>
  </p:cSld>
  <p:clrMapOvr>
    <a:masterClrMapping/>
  </p:clrMapOvr>
</p:sldLayout>
</file>

<file path=ppt/slideLayouts/slideLayout6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  <p:custDataLst>
              <p:tags r:id="rId1"/>
            </p:custDataLst>
          </p:nvPr>
        </p:nvSpPr>
        <p:spPr>
          <a:xfrm>
            <a:off x="1798200" y="1371600"/>
            <a:ext cx="14698800" cy="3855600"/>
          </a:xfrm>
        </p:spPr>
        <p:txBody>
          <a:bodyPr lIns="90000" tIns="46800" rIns="90000" bIns="46800" anchor="b" anchorCtr="0">
            <a:normAutofit/>
          </a:bodyPr>
          <a:lstStyle>
            <a:lvl1pPr algn="ctr">
              <a:defRPr sz="9000"/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  <p:custDataLst>
              <p:tags r:id="rId2"/>
            </p:custDataLst>
          </p:nvPr>
        </p:nvSpPr>
        <p:spPr>
          <a:xfrm>
            <a:off x="1798200" y="5340600"/>
            <a:ext cx="14698800" cy="2208600"/>
          </a:xfrm>
        </p:spPr>
        <p:txBody>
          <a:bodyPr lIns="90000" tIns="46800" rIns="90000" bIns="46800">
            <a:normAutofit/>
          </a:bodyPr>
          <a:lstStyle>
            <a:lvl1pPr marL="0" indent="0" algn="ctr">
              <a:lnSpc>
                <a:spcPct val="110000"/>
              </a:lnSpc>
              <a:buNone/>
              <a:defRPr sz="3600" spc="200"/>
            </a:lvl1pPr>
            <a:lvl2pPr marL="685800" indent="0" algn="ctr">
              <a:buNone/>
              <a:defRPr sz="3000"/>
            </a:lvl2pPr>
            <a:lvl3pPr marL="1371600" indent="0" algn="ctr">
              <a:buNone/>
              <a:defRPr sz="2700"/>
            </a:lvl3pPr>
            <a:lvl4pPr marL="2057400" indent="0" algn="ctr">
              <a:buNone/>
              <a:defRPr sz="2400"/>
            </a:lvl4pPr>
            <a:lvl5pPr marL="2743200" indent="0" algn="ctr">
              <a:buNone/>
              <a:defRPr sz="2400"/>
            </a:lvl5pPr>
            <a:lvl6pPr marL="3429000" indent="0" algn="ctr">
              <a:buNone/>
              <a:defRPr sz="2400"/>
            </a:lvl6pPr>
            <a:lvl7pPr marL="4114800" indent="0" algn="ctr">
              <a:buNone/>
              <a:defRPr sz="2400"/>
            </a:lvl7pPr>
            <a:lvl8pPr marL="4800600" indent="0" algn="ctr">
              <a:buNone/>
              <a:defRPr sz="2400"/>
            </a:lvl8pPr>
            <a:lvl9pPr marL="5486400" indent="0" algn="ctr">
              <a:buNone/>
              <a:defRPr sz="2400"/>
            </a:lvl9pPr>
          </a:lstStyle>
          <a:p>
            <a:r>
              <a:rPr lang="zh-CN" altLang="en-US" dirty="0"/>
              <a:t>单击此处编辑母版副标题样式</a:t>
            </a:r>
          </a:p>
        </p:txBody>
      </p:sp>
      <p:sp>
        <p:nvSpPr>
          <p:cNvPr id="16" name="日期占位符 15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2025/6/4</a:t>
            </a:fld>
            <a:endParaRPr lang="zh-CN" altLang="en-US"/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68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912600" y="912600"/>
            <a:ext cx="16453800" cy="10584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2"/>
            </p:custDataLst>
          </p:nvPr>
        </p:nvSpPr>
        <p:spPr>
          <a:xfrm>
            <a:off x="912600" y="2235600"/>
            <a:ext cx="16453800" cy="71388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2025/6/4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9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1"/>
            </p:custDataLst>
          </p:nvPr>
        </p:nvSpPr>
        <p:spPr>
          <a:xfrm>
            <a:off x="2986200" y="5772600"/>
            <a:ext cx="11653200" cy="1150200"/>
          </a:xfrm>
        </p:spPr>
        <p:txBody>
          <a:bodyPr lIns="90000" tIns="46800" rIns="90000" bIns="46800" anchor="b" anchorCtr="0">
            <a:normAutofit/>
          </a:bodyPr>
          <a:lstStyle>
            <a:lvl1pPr>
              <a:defRPr sz="6600"/>
            </a:lvl1pPr>
          </a:lstStyle>
          <a:p>
            <a:r>
              <a:rPr lang="zh-CN" altLang="en-US" dirty="0"/>
              <a:t>单击此处编辑标题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2"/>
            </p:custDataLst>
          </p:nvPr>
        </p:nvSpPr>
        <p:spPr>
          <a:xfrm>
            <a:off x="2986200" y="6922800"/>
            <a:ext cx="11653200" cy="1301400"/>
          </a:xfrm>
        </p:spPr>
        <p:txBody>
          <a:bodyPr lIns="90000" tIns="46800" rIns="90000" bIns="46800">
            <a:normAutofit/>
          </a:bodyPr>
          <a:lstStyle>
            <a:lvl1pPr marL="0" indent="0">
              <a:buNone/>
              <a:defRPr sz="27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68580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2pPr>
            <a:lvl3pPr marL="137160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3pPr>
            <a:lvl4pPr marL="205740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4pPr>
            <a:lvl5pPr marL="274320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5pPr>
            <a:lvl6pPr marL="342900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6pPr>
            <a:lvl7pPr marL="411480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7pPr>
            <a:lvl8pPr marL="480060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8pPr>
            <a:lvl9pPr marL="548640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/>
              <a:t>单击此处编辑文本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2025/6/4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0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912600" y="912600"/>
            <a:ext cx="16453800" cy="10584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  <p:custDataLst>
              <p:tags r:id="rId2"/>
            </p:custDataLst>
          </p:nvPr>
        </p:nvSpPr>
        <p:spPr>
          <a:xfrm>
            <a:off x="912600" y="2251800"/>
            <a:ext cx="7765200" cy="71226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3"/>
            </p:custDataLst>
          </p:nvPr>
        </p:nvSpPr>
        <p:spPr>
          <a:xfrm>
            <a:off x="9617400" y="2251800"/>
            <a:ext cx="7765200" cy="7122600"/>
          </a:xfrm>
        </p:spPr>
        <p:txBody>
          <a:bodyPr lIns="90000" tIns="46800" rIns="90000" bIns="4680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2025/6/4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1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912600" y="912600"/>
            <a:ext cx="16453800" cy="10584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2"/>
            </p:custDataLst>
          </p:nvPr>
        </p:nvSpPr>
        <p:spPr>
          <a:xfrm>
            <a:off x="912600" y="2143800"/>
            <a:ext cx="8013600" cy="572400"/>
          </a:xfrm>
        </p:spPr>
        <p:txBody>
          <a:bodyPr lIns="101600" tIns="38100" rIns="76200" bIns="3810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3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685800" indent="0">
              <a:buNone/>
              <a:defRPr sz="3000" b="1"/>
            </a:lvl2pPr>
            <a:lvl3pPr marL="1371600" indent="0">
              <a:buNone/>
              <a:defRPr sz="2700" b="1"/>
            </a:lvl3pPr>
            <a:lvl4pPr marL="2057400" indent="0">
              <a:buNone/>
              <a:defRPr sz="2400" b="1"/>
            </a:lvl4pPr>
            <a:lvl5pPr marL="2743200" indent="0">
              <a:buNone/>
              <a:defRPr sz="2400" b="1"/>
            </a:lvl5pPr>
            <a:lvl6pPr marL="3429000" indent="0">
              <a:buNone/>
              <a:defRPr sz="2400" b="1"/>
            </a:lvl6pPr>
            <a:lvl7pPr marL="4114800" indent="0">
              <a:buNone/>
              <a:defRPr sz="2400" b="1"/>
            </a:lvl7pPr>
            <a:lvl8pPr marL="4800600" indent="0">
              <a:buNone/>
              <a:defRPr sz="2400" b="1"/>
            </a:lvl8pPr>
            <a:lvl9pPr marL="5486400" indent="0">
              <a:buNone/>
              <a:defRPr sz="2400" b="1"/>
            </a:lvl9pPr>
          </a:lstStyle>
          <a:p>
            <a:pPr lvl="0"/>
            <a:r>
              <a:rPr lang="zh-CN" altLang="en-US" dirty="0"/>
              <a:t>单击此处编辑文本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3"/>
            </p:custDataLst>
          </p:nvPr>
        </p:nvSpPr>
        <p:spPr>
          <a:xfrm>
            <a:off x="912600" y="2781000"/>
            <a:ext cx="8013600" cy="65934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  <p:custDataLst>
              <p:tags r:id="rId4"/>
            </p:custDataLst>
          </p:nvPr>
        </p:nvSpPr>
        <p:spPr>
          <a:xfrm>
            <a:off x="9353625" y="2132594"/>
            <a:ext cx="8013600" cy="572400"/>
          </a:xfrm>
        </p:spPr>
        <p:txBody>
          <a:bodyPr vert="horz" lIns="101600" tIns="38100" rIns="76200" bIns="38100" rtlCol="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3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685800" indent="0">
              <a:buNone/>
              <a:defRPr sz="3000" b="1"/>
            </a:lvl2pPr>
            <a:lvl3pPr marL="1371600" indent="0">
              <a:buNone/>
              <a:defRPr sz="2700" b="1"/>
            </a:lvl3pPr>
            <a:lvl4pPr marL="2057400" indent="0">
              <a:buNone/>
              <a:defRPr sz="2400" b="1"/>
            </a:lvl4pPr>
            <a:lvl5pPr marL="2743200" indent="0">
              <a:buNone/>
              <a:defRPr sz="2400" b="1"/>
            </a:lvl5pPr>
            <a:lvl6pPr marL="3429000" indent="0">
              <a:buNone/>
              <a:defRPr sz="2400" b="1"/>
            </a:lvl6pPr>
            <a:lvl7pPr marL="4114800" indent="0">
              <a:buNone/>
              <a:defRPr sz="2400" b="1"/>
            </a:lvl7pPr>
            <a:lvl8pPr marL="4800600" indent="0">
              <a:buNone/>
              <a:defRPr sz="2400" b="1"/>
            </a:lvl8pPr>
            <a:lvl9pPr marL="5486400" indent="0">
              <a:buNone/>
              <a:defRPr sz="2400" b="1"/>
            </a:lvl9pPr>
          </a:lstStyle>
          <a:p>
            <a:pPr lvl="0"/>
            <a:r>
              <a:rPr lang="zh-CN" altLang="en-US"/>
              <a:t>单击此处编辑文本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  <p:custDataLst>
              <p:tags r:id="rId5"/>
            </p:custDataLst>
          </p:nvPr>
        </p:nvSpPr>
        <p:spPr>
          <a:xfrm>
            <a:off x="9353625" y="2781000"/>
            <a:ext cx="8013600" cy="65934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  <p:custDataLst>
              <p:tags r:id="rId6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2025/6/4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  <p:custDataLst>
              <p:tags r:id="rId7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  <p:custDataLst>
              <p:tags r:id="rId8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912600" y="912600"/>
            <a:ext cx="16453800" cy="10584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2025/6/4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1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2025/6/4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2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3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图片占位符 2"/>
          <p:cNvSpPr>
            <a:spLocks noGrp="1"/>
          </p:cNvSpPr>
          <p:nvPr>
            <p:ph type="pic" idx="1"/>
            <p:custDataLst>
              <p:tags r:id="rId1"/>
            </p:custDataLst>
          </p:nvPr>
        </p:nvSpPr>
        <p:spPr>
          <a:xfrm>
            <a:off x="912600" y="2332800"/>
            <a:ext cx="7849616" cy="6912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2400"/>
            </a:lvl1pPr>
          </a:lstStyle>
          <a:p>
            <a:pPr lvl="0"/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  <p:custDataLst>
              <p:tags r:id="rId2"/>
            </p:custDataLst>
          </p:nvPr>
        </p:nvSpPr>
        <p:spPr>
          <a:xfrm>
            <a:off x="9525600" y="2332800"/>
            <a:ext cx="7840800" cy="6912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2400"/>
            </a:lvl1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9EFD9D74-47D9-4702-A33C-335B63B48DBF}" type="datetimeFigureOut">
              <a:rPr lang="zh-CN" altLang="en-US" smtClean="0"/>
              <a:t>2025/6/4</a:t>
            </a:fld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FABC47A4-756D-490B-A52F-7D9E2C9FC05F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9" name="标题 8"/>
          <p:cNvSpPr>
            <a:spLocks noGrp="1"/>
          </p:cNvSpPr>
          <p:nvPr>
            <p:ph type="title"/>
            <p:custDataLst>
              <p:tags r:id="rId6"/>
            </p:custDataLst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</p:spTree>
  </p:cSld>
  <p:clrMapOvr>
    <a:masterClrMapping/>
  </p:clrMapOvr>
</p:sldLayout>
</file>

<file path=ppt/slideLayouts/slideLayout7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 hasCustomPrompt="1"/>
            <p:custDataLst>
              <p:tags r:id="rId1"/>
            </p:custDataLst>
          </p:nvPr>
        </p:nvSpPr>
        <p:spPr>
          <a:xfrm>
            <a:off x="15352200" y="1371600"/>
            <a:ext cx="1566000" cy="7543800"/>
          </a:xfrm>
        </p:spPr>
        <p:txBody>
          <a:bodyPr vert="eaVert" lIns="90000" tIns="46800" rIns="90000" bIns="46800" rtlCol="0" anchor="ctr" anchorCtr="0">
            <a:normAutofit/>
          </a:bodyPr>
          <a:lstStyle>
            <a:lvl1pPr>
              <a:buNone/>
              <a:defRPr sz="4200"/>
            </a:lvl1pPr>
          </a:lstStyle>
          <a:p>
            <a:pPr lvl="0"/>
            <a:r>
              <a:rPr lang="zh-CN" altLang="en-US"/>
              <a:t>单击此处编辑标题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  <p:custDataLst>
              <p:tags r:id="rId2"/>
            </p:custDataLst>
          </p:nvPr>
        </p:nvSpPr>
        <p:spPr>
          <a:xfrm>
            <a:off x="1371600" y="1371600"/>
            <a:ext cx="13753800" cy="7543800"/>
          </a:xfrm>
        </p:spPr>
        <p:txBody>
          <a:bodyPr vert="eaVert" lIns="46800" tIns="46800" rIns="46800" bIns="46800"/>
          <a:lstStyle>
            <a:lvl1pPr marL="342900" indent="-342900">
              <a:spcAft>
                <a:spcPts val="1000"/>
              </a:spcAft>
              <a:defRPr spc="300"/>
            </a:lvl1pPr>
            <a:lvl2pPr marL="1028700" indent="-342900">
              <a:defRPr spc="300"/>
            </a:lvl2pPr>
            <a:lvl3pPr marL="1714500" indent="-342900">
              <a:defRPr spc="300"/>
            </a:lvl3pPr>
            <a:lvl4pPr marL="2400300" indent="-342900">
              <a:defRPr spc="300"/>
            </a:lvl4pPr>
            <a:lvl5pPr marL="3086100" indent="-342900">
              <a:defRPr spc="300"/>
            </a:lvl5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2025/6/4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1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2025/6/4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2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3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4"/>
            </p:custDataLst>
          </p:nvPr>
        </p:nvSpPr>
        <p:spPr>
          <a:xfrm>
            <a:off x="912600" y="1161000"/>
            <a:ext cx="16459200" cy="8224200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</p:spTree>
  </p:cSld>
  <p:clrMapOvr>
    <a:masterClrMapping/>
  </p:clrMapOvr>
</p:sldLayout>
</file>

<file path=ppt/slideLayouts/slideLayout7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末尾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1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2025/6/4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2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3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4"/>
            </p:custDataLst>
          </p:nvPr>
        </p:nvSpPr>
        <p:spPr>
          <a:xfrm>
            <a:off x="1798200" y="3726000"/>
            <a:ext cx="14698800" cy="1528200"/>
          </a:xfrm>
        </p:spPr>
        <p:txBody>
          <a:bodyPr vert="horz" lIns="90000" tIns="46800" rIns="90000" bIns="46800" rtlCol="0" anchor="t" anchorCtr="0">
            <a:normAutofit/>
          </a:bodyPr>
          <a:lstStyle>
            <a:lvl1pPr algn="ctr">
              <a:defRPr sz="9000"/>
            </a:lvl1pPr>
          </a:lstStyle>
          <a:p>
            <a:pPr lvl="0"/>
            <a:r>
              <a:rPr lang="zh-CN" altLang="en-US"/>
              <a:t>单击此处编辑标题</a:t>
            </a:r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5"/>
            </p:custDataLst>
          </p:nvPr>
        </p:nvSpPr>
        <p:spPr>
          <a:xfrm>
            <a:off x="1798200" y="5340600"/>
            <a:ext cx="14698800" cy="707400"/>
          </a:xfrm>
        </p:spPr>
        <p:txBody>
          <a:bodyPr lIns="90000" tIns="46800" rIns="90000" bIns="46800">
            <a:normAutofit/>
          </a:bodyPr>
          <a:lstStyle>
            <a:lvl1pPr algn="ctr">
              <a:lnSpc>
                <a:spcPct val="110000"/>
              </a:lnSpc>
              <a:buNone/>
              <a:defRPr sz="3600" spc="200"/>
            </a:lvl1pPr>
          </a:lstStyle>
          <a:p>
            <a:pPr lvl="0"/>
            <a:r>
              <a:rPr lang="zh-CN" altLang="en-US" dirty="0"/>
              <a:t>单击此处编辑母版文本样式</a:t>
            </a: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ags" Target="../tags/tag2.xml"/><Relationship Id="rId18" Type="http://schemas.openxmlformats.org/officeDocument/2006/relationships/tags" Target="../tags/tag7.xml"/><Relationship Id="rId3" Type="http://schemas.openxmlformats.org/officeDocument/2006/relationships/slideLayout" Target="../slideLayouts/slideLayout3.xml"/><Relationship Id="rId21" Type="http://schemas.openxmlformats.org/officeDocument/2006/relationships/image" Target="../media/image1.png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17" Type="http://schemas.openxmlformats.org/officeDocument/2006/relationships/tags" Target="../tags/tag6.xml"/><Relationship Id="rId2" Type="http://schemas.openxmlformats.org/officeDocument/2006/relationships/slideLayout" Target="../slideLayouts/slideLayout2.xml"/><Relationship Id="rId16" Type="http://schemas.openxmlformats.org/officeDocument/2006/relationships/tags" Target="../tags/tag5.xml"/><Relationship Id="rId20" Type="http://schemas.openxmlformats.org/officeDocument/2006/relationships/tags" Target="../tags/tag9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ags" Target="../tags/tag4.xml"/><Relationship Id="rId23" Type="http://schemas.openxmlformats.org/officeDocument/2006/relationships/image" Target="../media/image3.svg"/><Relationship Id="rId10" Type="http://schemas.openxmlformats.org/officeDocument/2006/relationships/slideLayout" Target="../slideLayouts/slideLayout10.xml"/><Relationship Id="rId19" Type="http://schemas.openxmlformats.org/officeDocument/2006/relationships/tags" Target="../tags/tag8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ags" Target="../tags/tag3.xml"/><Relationship Id="rId22" Type="http://schemas.openxmlformats.org/officeDocument/2006/relationships/image" Target="../media/image2.png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13" Type="http://schemas.openxmlformats.org/officeDocument/2006/relationships/tags" Target="../tags/tag66.xml"/><Relationship Id="rId18" Type="http://schemas.openxmlformats.org/officeDocument/2006/relationships/tags" Target="../tags/tag71.xml"/><Relationship Id="rId3" Type="http://schemas.openxmlformats.org/officeDocument/2006/relationships/slideLayout" Target="../slideLayouts/slideLayout14.xml"/><Relationship Id="rId21" Type="http://schemas.openxmlformats.org/officeDocument/2006/relationships/tags" Target="../tags/tag7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17" Type="http://schemas.openxmlformats.org/officeDocument/2006/relationships/tags" Target="../tags/tag70.xml"/><Relationship Id="rId2" Type="http://schemas.openxmlformats.org/officeDocument/2006/relationships/slideLayout" Target="../slideLayouts/slideLayout13.xml"/><Relationship Id="rId16" Type="http://schemas.openxmlformats.org/officeDocument/2006/relationships/tags" Target="../tags/tag69.xml"/><Relationship Id="rId20" Type="http://schemas.openxmlformats.org/officeDocument/2006/relationships/tags" Target="../tags/tag7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24" Type="http://schemas.openxmlformats.org/officeDocument/2006/relationships/image" Target="../media/image1.png"/><Relationship Id="rId5" Type="http://schemas.openxmlformats.org/officeDocument/2006/relationships/slideLayout" Target="../slideLayouts/slideLayout16.xml"/><Relationship Id="rId15" Type="http://schemas.openxmlformats.org/officeDocument/2006/relationships/tags" Target="../tags/tag68.xml"/><Relationship Id="rId23" Type="http://schemas.openxmlformats.org/officeDocument/2006/relationships/image" Target="../media/image5.svg"/><Relationship Id="rId10" Type="http://schemas.openxmlformats.org/officeDocument/2006/relationships/slideLayout" Target="../slideLayouts/slideLayout21.xml"/><Relationship Id="rId19" Type="http://schemas.openxmlformats.org/officeDocument/2006/relationships/tags" Target="../tags/tag72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Relationship Id="rId14" Type="http://schemas.openxmlformats.org/officeDocument/2006/relationships/tags" Target="../tags/tag67.xml"/><Relationship Id="rId22" Type="http://schemas.openxmlformats.org/officeDocument/2006/relationships/image" Target="../media/image4.png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0.xml"/><Relationship Id="rId13" Type="http://schemas.openxmlformats.org/officeDocument/2006/relationships/tags" Target="../tags/tag131.xml"/><Relationship Id="rId18" Type="http://schemas.openxmlformats.org/officeDocument/2006/relationships/tags" Target="../tags/tag136.xml"/><Relationship Id="rId3" Type="http://schemas.openxmlformats.org/officeDocument/2006/relationships/slideLayout" Target="../slideLayouts/slideLayout25.xml"/><Relationship Id="rId21" Type="http://schemas.openxmlformats.org/officeDocument/2006/relationships/tags" Target="../tags/tag139.xml"/><Relationship Id="rId7" Type="http://schemas.openxmlformats.org/officeDocument/2006/relationships/slideLayout" Target="../slideLayouts/slideLayout29.xml"/><Relationship Id="rId12" Type="http://schemas.openxmlformats.org/officeDocument/2006/relationships/theme" Target="../theme/theme3.xml"/><Relationship Id="rId17" Type="http://schemas.openxmlformats.org/officeDocument/2006/relationships/tags" Target="../tags/tag135.xml"/><Relationship Id="rId25" Type="http://schemas.openxmlformats.org/officeDocument/2006/relationships/image" Target="../media/image9.svg"/><Relationship Id="rId2" Type="http://schemas.openxmlformats.org/officeDocument/2006/relationships/slideLayout" Target="../slideLayouts/slideLayout24.xml"/><Relationship Id="rId16" Type="http://schemas.openxmlformats.org/officeDocument/2006/relationships/tags" Target="../tags/tag134.xml"/><Relationship Id="rId20" Type="http://schemas.openxmlformats.org/officeDocument/2006/relationships/tags" Target="../tags/tag138.xml"/><Relationship Id="rId1" Type="http://schemas.openxmlformats.org/officeDocument/2006/relationships/slideLayout" Target="../slideLayouts/slideLayout23.xml"/><Relationship Id="rId6" Type="http://schemas.openxmlformats.org/officeDocument/2006/relationships/slideLayout" Target="../slideLayouts/slideLayout28.xml"/><Relationship Id="rId11" Type="http://schemas.openxmlformats.org/officeDocument/2006/relationships/slideLayout" Target="../slideLayouts/slideLayout33.xml"/><Relationship Id="rId24" Type="http://schemas.openxmlformats.org/officeDocument/2006/relationships/image" Target="../media/image8.png"/><Relationship Id="rId5" Type="http://schemas.openxmlformats.org/officeDocument/2006/relationships/slideLayout" Target="../slideLayouts/slideLayout27.xml"/><Relationship Id="rId15" Type="http://schemas.openxmlformats.org/officeDocument/2006/relationships/tags" Target="../tags/tag133.xml"/><Relationship Id="rId23" Type="http://schemas.openxmlformats.org/officeDocument/2006/relationships/image" Target="../media/image7.svg"/><Relationship Id="rId10" Type="http://schemas.openxmlformats.org/officeDocument/2006/relationships/slideLayout" Target="../slideLayouts/slideLayout32.xml"/><Relationship Id="rId19" Type="http://schemas.openxmlformats.org/officeDocument/2006/relationships/tags" Target="../tags/tag137.xml"/><Relationship Id="rId4" Type="http://schemas.openxmlformats.org/officeDocument/2006/relationships/slideLayout" Target="../slideLayouts/slideLayout26.xml"/><Relationship Id="rId9" Type="http://schemas.openxmlformats.org/officeDocument/2006/relationships/slideLayout" Target="../slideLayouts/slideLayout31.xml"/><Relationship Id="rId14" Type="http://schemas.openxmlformats.org/officeDocument/2006/relationships/tags" Target="../tags/tag132.xml"/><Relationship Id="rId22" Type="http://schemas.openxmlformats.org/officeDocument/2006/relationships/image" Target="../media/image6.png"/></Relationships>
</file>

<file path=ppt/slideMasters/_rels/slideMaster4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41.xml"/><Relationship Id="rId13" Type="http://schemas.openxmlformats.org/officeDocument/2006/relationships/tags" Target="../tags/tag196.xml"/><Relationship Id="rId18" Type="http://schemas.openxmlformats.org/officeDocument/2006/relationships/tags" Target="../tags/tag201.xml"/><Relationship Id="rId26" Type="http://schemas.openxmlformats.org/officeDocument/2006/relationships/image" Target="../media/image6.png"/><Relationship Id="rId3" Type="http://schemas.openxmlformats.org/officeDocument/2006/relationships/slideLayout" Target="../slideLayouts/slideLayout36.xml"/><Relationship Id="rId21" Type="http://schemas.openxmlformats.org/officeDocument/2006/relationships/tags" Target="../tags/tag204.xml"/><Relationship Id="rId7" Type="http://schemas.openxmlformats.org/officeDocument/2006/relationships/slideLayout" Target="../slideLayouts/slideLayout40.xml"/><Relationship Id="rId12" Type="http://schemas.openxmlformats.org/officeDocument/2006/relationships/theme" Target="../theme/theme4.xml"/><Relationship Id="rId17" Type="http://schemas.openxmlformats.org/officeDocument/2006/relationships/tags" Target="../tags/tag200.xml"/><Relationship Id="rId25" Type="http://schemas.openxmlformats.org/officeDocument/2006/relationships/image" Target="../media/image12.svg"/><Relationship Id="rId2" Type="http://schemas.openxmlformats.org/officeDocument/2006/relationships/slideLayout" Target="../slideLayouts/slideLayout35.xml"/><Relationship Id="rId16" Type="http://schemas.openxmlformats.org/officeDocument/2006/relationships/tags" Target="../tags/tag199.xml"/><Relationship Id="rId20" Type="http://schemas.openxmlformats.org/officeDocument/2006/relationships/tags" Target="../tags/tag203.xml"/><Relationship Id="rId1" Type="http://schemas.openxmlformats.org/officeDocument/2006/relationships/slideLayout" Target="../slideLayouts/slideLayout34.xml"/><Relationship Id="rId6" Type="http://schemas.openxmlformats.org/officeDocument/2006/relationships/slideLayout" Target="../slideLayouts/slideLayout39.xml"/><Relationship Id="rId11" Type="http://schemas.openxmlformats.org/officeDocument/2006/relationships/slideLayout" Target="../slideLayouts/slideLayout44.xml"/><Relationship Id="rId24" Type="http://schemas.openxmlformats.org/officeDocument/2006/relationships/image" Target="../media/image11.png"/><Relationship Id="rId5" Type="http://schemas.openxmlformats.org/officeDocument/2006/relationships/slideLayout" Target="../slideLayouts/slideLayout38.xml"/><Relationship Id="rId15" Type="http://schemas.openxmlformats.org/officeDocument/2006/relationships/tags" Target="../tags/tag198.xml"/><Relationship Id="rId23" Type="http://schemas.openxmlformats.org/officeDocument/2006/relationships/image" Target="../media/image10.png"/><Relationship Id="rId10" Type="http://schemas.openxmlformats.org/officeDocument/2006/relationships/slideLayout" Target="../slideLayouts/slideLayout43.xml"/><Relationship Id="rId19" Type="http://schemas.openxmlformats.org/officeDocument/2006/relationships/tags" Target="../tags/tag202.xml"/><Relationship Id="rId4" Type="http://schemas.openxmlformats.org/officeDocument/2006/relationships/slideLayout" Target="../slideLayouts/slideLayout37.xml"/><Relationship Id="rId9" Type="http://schemas.openxmlformats.org/officeDocument/2006/relationships/slideLayout" Target="../slideLayouts/slideLayout42.xml"/><Relationship Id="rId14" Type="http://schemas.openxmlformats.org/officeDocument/2006/relationships/tags" Target="../tags/tag197.xml"/><Relationship Id="rId22" Type="http://schemas.openxmlformats.org/officeDocument/2006/relationships/tags" Target="../tags/tag205.xml"/><Relationship Id="rId27" Type="http://schemas.openxmlformats.org/officeDocument/2006/relationships/image" Target="../media/image7.svg"/></Relationships>
</file>

<file path=ppt/slideMasters/_rels/slideMaster5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52.xml"/><Relationship Id="rId13" Type="http://schemas.openxmlformats.org/officeDocument/2006/relationships/tags" Target="../tags/tag262.xml"/><Relationship Id="rId18" Type="http://schemas.openxmlformats.org/officeDocument/2006/relationships/tags" Target="../tags/tag267.xml"/><Relationship Id="rId26" Type="http://schemas.openxmlformats.org/officeDocument/2006/relationships/image" Target="../media/image16.svg"/><Relationship Id="rId3" Type="http://schemas.openxmlformats.org/officeDocument/2006/relationships/slideLayout" Target="../slideLayouts/slideLayout47.xml"/><Relationship Id="rId21" Type="http://schemas.openxmlformats.org/officeDocument/2006/relationships/tags" Target="../tags/tag270.xml"/><Relationship Id="rId7" Type="http://schemas.openxmlformats.org/officeDocument/2006/relationships/slideLayout" Target="../slideLayouts/slideLayout51.xml"/><Relationship Id="rId12" Type="http://schemas.openxmlformats.org/officeDocument/2006/relationships/theme" Target="../theme/theme5.xml"/><Relationship Id="rId17" Type="http://schemas.openxmlformats.org/officeDocument/2006/relationships/tags" Target="../tags/tag266.xml"/><Relationship Id="rId25" Type="http://schemas.openxmlformats.org/officeDocument/2006/relationships/image" Target="../media/image15.png"/><Relationship Id="rId2" Type="http://schemas.openxmlformats.org/officeDocument/2006/relationships/slideLayout" Target="../slideLayouts/slideLayout46.xml"/><Relationship Id="rId16" Type="http://schemas.openxmlformats.org/officeDocument/2006/relationships/tags" Target="../tags/tag265.xml"/><Relationship Id="rId20" Type="http://schemas.openxmlformats.org/officeDocument/2006/relationships/tags" Target="../tags/tag269.xml"/><Relationship Id="rId1" Type="http://schemas.openxmlformats.org/officeDocument/2006/relationships/slideLayout" Target="../slideLayouts/slideLayout45.xml"/><Relationship Id="rId6" Type="http://schemas.openxmlformats.org/officeDocument/2006/relationships/slideLayout" Target="../slideLayouts/slideLayout50.xml"/><Relationship Id="rId11" Type="http://schemas.openxmlformats.org/officeDocument/2006/relationships/slideLayout" Target="../slideLayouts/slideLayout55.xml"/><Relationship Id="rId24" Type="http://schemas.openxmlformats.org/officeDocument/2006/relationships/image" Target="../media/image10.png"/><Relationship Id="rId5" Type="http://schemas.openxmlformats.org/officeDocument/2006/relationships/slideLayout" Target="../slideLayouts/slideLayout49.xml"/><Relationship Id="rId15" Type="http://schemas.openxmlformats.org/officeDocument/2006/relationships/tags" Target="../tags/tag264.xml"/><Relationship Id="rId23" Type="http://schemas.openxmlformats.org/officeDocument/2006/relationships/image" Target="../media/image14.svg"/><Relationship Id="rId10" Type="http://schemas.openxmlformats.org/officeDocument/2006/relationships/slideLayout" Target="../slideLayouts/slideLayout54.xml"/><Relationship Id="rId19" Type="http://schemas.openxmlformats.org/officeDocument/2006/relationships/tags" Target="../tags/tag268.xml"/><Relationship Id="rId4" Type="http://schemas.openxmlformats.org/officeDocument/2006/relationships/slideLayout" Target="../slideLayouts/slideLayout48.xml"/><Relationship Id="rId9" Type="http://schemas.openxmlformats.org/officeDocument/2006/relationships/slideLayout" Target="../slideLayouts/slideLayout53.xml"/><Relationship Id="rId14" Type="http://schemas.openxmlformats.org/officeDocument/2006/relationships/tags" Target="../tags/tag263.xml"/><Relationship Id="rId22" Type="http://schemas.openxmlformats.org/officeDocument/2006/relationships/image" Target="../media/image13.png"/></Relationships>
</file>

<file path=ppt/slideMasters/_rels/slideMaster6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63.xml"/><Relationship Id="rId13" Type="http://schemas.openxmlformats.org/officeDocument/2006/relationships/tags" Target="../tags/tag327.xml"/><Relationship Id="rId18" Type="http://schemas.openxmlformats.org/officeDocument/2006/relationships/tags" Target="../tags/tag332.xml"/><Relationship Id="rId3" Type="http://schemas.openxmlformats.org/officeDocument/2006/relationships/slideLayout" Target="../slideLayouts/slideLayout58.xml"/><Relationship Id="rId7" Type="http://schemas.openxmlformats.org/officeDocument/2006/relationships/slideLayout" Target="../slideLayouts/slideLayout62.xml"/><Relationship Id="rId12" Type="http://schemas.openxmlformats.org/officeDocument/2006/relationships/theme" Target="../theme/theme6.xml"/><Relationship Id="rId17" Type="http://schemas.openxmlformats.org/officeDocument/2006/relationships/tags" Target="../tags/tag331.xml"/><Relationship Id="rId2" Type="http://schemas.openxmlformats.org/officeDocument/2006/relationships/slideLayout" Target="../slideLayouts/slideLayout57.xml"/><Relationship Id="rId16" Type="http://schemas.openxmlformats.org/officeDocument/2006/relationships/tags" Target="../tags/tag330.xml"/><Relationship Id="rId20" Type="http://schemas.openxmlformats.org/officeDocument/2006/relationships/image" Target="../media/image10.png"/><Relationship Id="rId1" Type="http://schemas.openxmlformats.org/officeDocument/2006/relationships/slideLayout" Target="../slideLayouts/slideLayout56.xml"/><Relationship Id="rId6" Type="http://schemas.openxmlformats.org/officeDocument/2006/relationships/slideLayout" Target="../slideLayouts/slideLayout61.xml"/><Relationship Id="rId11" Type="http://schemas.openxmlformats.org/officeDocument/2006/relationships/slideLayout" Target="../slideLayouts/slideLayout66.xml"/><Relationship Id="rId5" Type="http://schemas.openxmlformats.org/officeDocument/2006/relationships/slideLayout" Target="../slideLayouts/slideLayout60.xml"/><Relationship Id="rId15" Type="http://schemas.openxmlformats.org/officeDocument/2006/relationships/tags" Target="../tags/tag329.xml"/><Relationship Id="rId10" Type="http://schemas.openxmlformats.org/officeDocument/2006/relationships/slideLayout" Target="../slideLayouts/slideLayout65.xml"/><Relationship Id="rId19" Type="http://schemas.openxmlformats.org/officeDocument/2006/relationships/tags" Target="../tags/tag333.xml"/><Relationship Id="rId4" Type="http://schemas.openxmlformats.org/officeDocument/2006/relationships/slideLayout" Target="../slideLayouts/slideLayout59.xml"/><Relationship Id="rId9" Type="http://schemas.openxmlformats.org/officeDocument/2006/relationships/slideLayout" Target="../slideLayouts/slideLayout64.xml"/><Relationship Id="rId14" Type="http://schemas.openxmlformats.org/officeDocument/2006/relationships/tags" Target="../tags/tag328.xml"/></Relationships>
</file>

<file path=ppt/slideMasters/_rels/slideMaster7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74.xml"/><Relationship Id="rId13" Type="http://schemas.openxmlformats.org/officeDocument/2006/relationships/tags" Target="../tags/tag390.xml"/><Relationship Id="rId18" Type="http://schemas.openxmlformats.org/officeDocument/2006/relationships/tags" Target="../tags/tag395.xml"/><Relationship Id="rId3" Type="http://schemas.openxmlformats.org/officeDocument/2006/relationships/slideLayout" Target="../slideLayouts/slideLayout69.xml"/><Relationship Id="rId21" Type="http://schemas.openxmlformats.org/officeDocument/2006/relationships/tags" Target="../tags/tag398.xml"/><Relationship Id="rId7" Type="http://schemas.openxmlformats.org/officeDocument/2006/relationships/slideLayout" Target="../slideLayouts/slideLayout73.xml"/><Relationship Id="rId12" Type="http://schemas.openxmlformats.org/officeDocument/2006/relationships/theme" Target="../theme/theme7.xml"/><Relationship Id="rId17" Type="http://schemas.openxmlformats.org/officeDocument/2006/relationships/tags" Target="../tags/tag394.xml"/><Relationship Id="rId2" Type="http://schemas.openxmlformats.org/officeDocument/2006/relationships/slideLayout" Target="../slideLayouts/slideLayout68.xml"/><Relationship Id="rId16" Type="http://schemas.openxmlformats.org/officeDocument/2006/relationships/tags" Target="../tags/tag393.xml"/><Relationship Id="rId20" Type="http://schemas.openxmlformats.org/officeDocument/2006/relationships/tags" Target="../tags/tag397.xml"/><Relationship Id="rId1" Type="http://schemas.openxmlformats.org/officeDocument/2006/relationships/slideLayout" Target="../slideLayouts/slideLayout67.xml"/><Relationship Id="rId6" Type="http://schemas.openxmlformats.org/officeDocument/2006/relationships/slideLayout" Target="../slideLayouts/slideLayout72.xml"/><Relationship Id="rId11" Type="http://schemas.openxmlformats.org/officeDocument/2006/relationships/slideLayout" Target="../slideLayouts/slideLayout77.xml"/><Relationship Id="rId5" Type="http://schemas.openxmlformats.org/officeDocument/2006/relationships/slideLayout" Target="../slideLayouts/slideLayout71.xml"/><Relationship Id="rId15" Type="http://schemas.openxmlformats.org/officeDocument/2006/relationships/tags" Target="../tags/tag392.xml"/><Relationship Id="rId23" Type="http://schemas.openxmlformats.org/officeDocument/2006/relationships/image" Target="../media/image17.png"/><Relationship Id="rId10" Type="http://schemas.openxmlformats.org/officeDocument/2006/relationships/slideLayout" Target="../slideLayouts/slideLayout76.xml"/><Relationship Id="rId19" Type="http://schemas.openxmlformats.org/officeDocument/2006/relationships/tags" Target="../tags/tag396.xml"/><Relationship Id="rId4" Type="http://schemas.openxmlformats.org/officeDocument/2006/relationships/slideLayout" Target="../slideLayouts/slideLayout70.xml"/><Relationship Id="rId9" Type="http://schemas.openxmlformats.org/officeDocument/2006/relationships/slideLayout" Target="../slideLayouts/slideLayout75.xml"/><Relationship Id="rId14" Type="http://schemas.openxmlformats.org/officeDocument/2006/relationships/tags" Target="../tags/tag391.xml"/><Relationship Id="rId22" Type="http://schemas.openxmlformats.org/officeDocument/2006/relationships/tags" Target="../tags/tag39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  <p:custDataLst>
              <p:tags r:id="rId14"/>
            </p:custDataLst>
          </p:nvPr>
        </p:nvSpPr>
        <p:spPr>
          <a:xfrm>
            <a:off x="912600" y="912600"/>
            <a:ext cx="16453800" cy="1058400"/>
          </a:xfrm>
          <a:prstGeom prst="rect">
            <a:avLst/>
          </a:prstGeom>
        </p:spPr>
        <p:txBody>
          <a:bodyPr vert="horz" lIns="90170" tIns="46990" rIns="90170" bIns="46990" rtlCol="0" anchor="ctr" anchorCtr="0">
            <a:normAutofit/>
          </a:bodyPr>
          <a:lstStyle/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15"/>
            </p:custDataLst>
          </p:nvPr>
        </p:nvSpPr>
        <p:spPr>
          <a:xfrm>
            <a:off x="912600" y="2235600"/>
            <a:ext cx="16453800" cy="7138800"/>
          </a:xfrm>
          <a:prstGeom prst="rect">
            <a:avLst/>
          </a:prstGeo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16"/>
            </p:custDataLst>
          </p:nvPr>
        </p:nvSpPr>
        <p:spPr>
          <a:xfrm>
            <a:off x="918000" y="9471600"/>
            <a:ext cx="4050000" cy="4752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5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  <a:t>2025/6/4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17"/>
            </p:custDataLst>
          </p:nvPr>
        </p:nvSpPr>
        <p:spPr>
          <a:xfrm>
            <a:off x="6174000" y="9471600"/>
            <a:ext cx="5940000" cy="4752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5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18"/>
            </p:custDataLst>
          </p:nvPr>
        </p:nvSpPr>
        <p:spPr>
          <a:xfrm>
            <a:off x="13316400" y="9471600"/>
            <a:ext cx="4050000" cy="4752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5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  <a:t>‹#›</a:t>
            </a:fld>
            <a:endParaRPr lang="zh-CN" altLang="en-US" dirty="0"/>
          </a:p>
        </p:txBody>
      </p:sp>
      <p:pic>
        <p:nvPicPr>
          <p:cNvPr id="16" name="Picture 12"/>
          <p:cNvPicPr>
            <a:picLocks noChangeAspect="1"/>
          </p:cNvPicPr>
          <p:nvPr userDrawn="1">
            <p:custDataLst>
              <p:tags r:id="rId19"/>
            </p:custDataLst>
          </p:nvPr>
        </p:nvPicPr>
        <p:blipFill>
          <a:blip r:embed="rId21">
            <a:alphaModFix amt="4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 rot="15314045" flipV="1">
            <a:off x="-1816735" y="7757795"/>
            <a:ext cx="8338820" cy="5031740"/>
          </a:xfrm>
          <a:prstGeom prst="rect">
            <a:avLst/>
          </a:prstGeom>
        </p:spPr>
      </p:pic>
      <p:pic>
        <p:nvPicPr>
          <p:cNvPr id="18" name="Picture 18"/>
          <p:cNvPicPr>
            <a:picLocks noChangeAspect="1"/>
          </p:cNvPicPr>
          <p:nvPr userDrawn="1">
            <p:custDataLst>
              <p:tags r:id="rId20"/>
            </p:custDataLst>
          </p:nvPr>
        </p:nvPicPr>
        <p:blipFill>
          <a:blip r:embed="rId22" cstate="print">
            <a:alphaModFix amt="50000"/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3"/>
              </a:ext>
            </a:extLst>
          </a:blip>
          <a:srcRect/>
          <a:stretch>
            <a:fillRect/>
          </a:stretch>
        </p:blipFill>
        <p:spPr>
          <a:xfrm rot="4805313" flipV="1">
            <a:off x="13216855" y="-1674947"/>
            <a:ext cx="6884846" cy="4154265"/>
          </a:xfrm>
          <a:prstGeom prst="rect">
            <a:avLst/>
          </a:prstGeom>
        </p:spPr>
      </p:pic>
    </p:spTree>
    <p:custDataLst>
      <p:tags r:id="rId13"/>
    </p:custData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1371600" rtl="0" eaLnBrk="1" fontAlgn="auto" latinLnBrk="0" hangingPunct="1">
        <a:lnSpc>
          <a:spcPct val="100000"/>
        </a:lnSpc>
        <a:spcBef>
          <a:spcPct val="0"/>
        </a:spcBef>
        <a:buNone/>
        <a:defRPr sz="5400" b="1" u="none" strike="noStrike" kern="1200" cap="none" spc="300" normalizeH="0" baseline="0">
          <a:solidFill>
            <a:schemeClr val="tx1">
              <a:lumMod val="85000"/>
              <a:lumOff val="15000"/>
            </a:schemeClr>
          </a:solidFill>
          <a:uFillTx/>
          <a:latin typeface="+mj-lt"/>
          <a:ea typeface="+mj-ea"/>
          <a:cs typeface="+mj-cs"/>
        </a:defRPr>
      </a:lvl1pPr>
    </p:titleStyle>
    <p:bodyStyle>
      <a:lvl1pPr marL="342900" indent="-342900" algn="l" defTabSz="13716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●"/>
        <a:defRPr sz="27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1pPr>
      <a:lvl2pPr marL="1028700" indent="-342900" algn="l" defTabSz="13716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tabLst>
          <a:tab pos="2414905" algn="l"/>
          <a:tab pos="2414905" algn="l"/>
          <a:tab pos="2414905" algn="l"/>
          <a:tab pos="2414905" algn="l"/>
        </a:tabLst>
        <a:defRPr sz="2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2pPr>
      <a:lvl3pPr marL="1714500" indent="-342900" algn="l" defTabSz="13716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defRPr sz="2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3pPr>
      <a:lvl4pPr marL="2400300" indent="-342900" algn="l" defTabSz="13716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Wingdings" panose="05000000000000000000" charset="0"/>
        <a:buChar char=""/>
        <a:defRPr sz="21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4pPr>
      <a:lvl5pPr marL="3086100" indent="-342900" algn="l" defTabSz="13716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Arial" panose="020B0604020202020204" pitchFamily="34" charset="0"/>
        <a:buChar char="•"/>
        <a:defRPr sz="21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5pPr>
      <a:lvl6pPr marL="3771900" indent="-342900" algn="l" defTabSz="13716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6pPr>
      <a:lvl7pPr marL="4457700" indent="-342900" algn="l" defTabSz="13716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7pPr>
      <a:lvl8pPr marL="5143500" indent="-342900" algn="l" defTabSz="13716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8pPr>
      <a:lvl9pPr marL="5829300" indent="-342900" algn="l" defTabSz="13716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3716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algn="l" defTabSz="13716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2pPr>
      <a:lvl3pPr marL="1371600" algn="l" defTabSz="13716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3pPr>
      <a:lvl4pPr marL="2057400" algn="l" defTabSz="13716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algn="l" defTabSz="13716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5pPr>
      <a:lvl6pPr marL="3429000" algn="l" defTabSz="13716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6pPr>
      <a:lvl7pPr marL="4114800" algn="l" defTabSz="13716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7pPr>
      <a:lvl8pPr marL="4800600" algn="l" defTabSz="13716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8pPr>
      <a:lvl9pPr marL="5486400" algn="l" defTabSz="13716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  <p:custDataLst>
              <p:tags r:id="rId14"/>
            </p:custDataLst>
          </p:nvPr>
        </p:nvSpPr>
        <p:spPr>
          <a:xfrm>
            <a:off x="912600" y="912600"/>
            <a:ext cx="16453800" cy="1058400"/>
          </a:xfrm>
          <a:prstGeom prst="rect">
            <a:avLst/>
          </a:prstGeom>
        </p:spPr>
        <p:txBody>
          <a:bodyPr vert="horz" lIns="90170" tIns="46990" rIns="90170" bIns="46990" rtlCol="0" anchor="ctr" anchorCtr="0">
            <a:normAutofit/>
          </a:bodyPr>
          <a:lstStyle/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15"/>
            </p:custDataLst>
          </p:nvPr>
        </p:nvSpPr>
        <p:spPr>
          <a:xfrm>
            <a:off x="912600" y="2235600"/>
            <a:ext cx="16453800" cy="7138800"/>
          </a:xfrm>
          <a:prstGeom prst="rect">
            <a:avLst/>
          </a:prstGeo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16"/>
            </p:custDataLst>
          </p:nvPr>
        </p:nvSpPr>
        <p:spPr>
          <a:xfrm>
            <a:off x="918000" y="9471600"/>
            <a:ext cx="4050000" cy="4752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5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  <a:t>2025/6/4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17"/>
            </p:custDataLst>
          </p:nvPr>
        </p:nvSpPr>
        <p:spPr>
          <a:xfrm>
            <a:off x="6174000" y="9471600"/>
            <a:ext cx="5940000" cy="4752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5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18"/>
            </p:custDataLst>
          </p:nvPr>
        </p:nvSpPr>
        <p:spPr>
          <a:xfrm>
            <a:off x="13316400" y="9471600"/>
            <a:ext cx="4050000" cy="4752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5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  <a:t>‹#›</a:t>
            </a:fld>
            <a:endParaRPr lang="zh-CN" altLang="en-US" dirty="0"/>
          </a:p>
        </p:txBody>
      </p:sp>
      <p:pic>
        <p:nvPicPr>
          <p:cNvPr id="18" name="Picture 18"/>
          <p:cNvPicPr>
            <a:picLocks noChangeAspect="1"/>
          </p:cNvPicPr>
          <p:nvPr userDrawn="1">
            <p:custDataLst>
              <p:tags r:id="rId19"/>
            </p:custDataLst>
          </p:nvPr>
        </p:nvPicPr>
        <p:blipFill>
          <a:blip r:embed="rId22" cstate="print">
            <a:alphaModFix amt="50000"/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3"/>
              </a:ext>
            </a:extLst>
          </a:blip>
          <a:srcRect/>
          <a:stretch>
            <a:fillRect/>
          </a:stretch>
        </p:blipFill>
        <p:spPr>
          <a:xfrm rot="4805313" flipV="1">
            <a:off x="11807190" y="-1551940"/>
            <a:ext cx="8517890" cy="5139690"/>
          </a:xfrm>
          <a:prstGeom prst="rect">
            <a:avLst/>
          </a:prstGeom>
        </p:spPr>
      </p:pic>
      <p:pic>
        <p:nvPicPr>
          <p:cNvPr id="19" name="Picture 12"/>
          <p:cNvPicPr>
            <a:picLocks noChangeAspect="1"/>
          </p:cNvPicPr>
          <p:nvPr userDrawn="1">
            <p:custDataLst>
              <p:tags r:id="rId20"/>
            </p:custDataLst>
          </p:nvPr>
        </p:nvPicPr>
        <p:blipFill>
          <a:blip r:embed="rId24" cstate="print">
            <a:alphaModFix amt="2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 rot="10800000" flipV="1">
            <a:off x="14782745" y="7200587"/>
            <a:ext cx="7680215" cy="4634185"/>
          </a:xfrm>
          <a:prstGeom prst="rect">
            <a:avLst/>
          </a:prstGeom>
        </p:spPr>
      </p:pic>
      <p:grpSp>
        <p:nvGrpSpPr>
          <p:cNvPr id="7" name="Group 2"/>
          <p:cNvGrpSpPr/>
          <p:nvPr userDrawn="1"/>
        </p:nvGrpSpPr>
        <p:grpSpPr>
          <a:xfrm rot="16200000" flipH="1">
            <a:off x="2381250" y="3219450"/>
            <a:ext cx="4124960" cy="12392025"/>
            <a:chOff x="0" y="0"/>
            <a:chExt cx="8316365" cy="19469166"/>
          </a:xfrm>
          <a:solidFill>
            <a:srgbClr val="E6EFEE">
              <a:alpha val="41000"/>
            </a:srgbClr>
          </a:solidFill>
        </p:grpSpPr>
        <p:sp>
          <p:nvSpPr>
            <p:cNvPr id="8" name="Freeform 3"/>
            <p:cNvSpPr/>
            <p:nvPr>
              <p:custDataLst>
                <p:tags r:id="rId21"/>
              </p:custDataLst>
            </p:nvPr>
          </p:nvSpPr>
          <p:spPr>
            <a:xfrm>
              <a:off x="0" y="0"/>
              <a:ext cx="8316300" cy="19469164"/>
            </a:xfrm>
            <a:custGeom>
              <a:avLst/>
              <a:gdLst/>
              <a:ahLst/>
              <a:cxnLst/>
              <a:rect l="l" t="t" r="r" b="b"/>
              <a:pathLst>
                <a:path w="8316300" h="19469164">
                  <a:moveTo>
                    <a:pt x="0" y="0"/>
                  </a:moveTo>
                  <a:lnTo>
                    <a:pt x="8316300" y="0"/>
                  </a:lnTo>
                  <a:lnTo>
                    <a:pt x="8316300" y="19469164"/>
                  </a:lnTo>
                  <a:cubicBezTo>
                    <a:pt x="5828428" y="19469164"/>
                    <a:pt x="3811709" y="15212580"/>
                    <a:pt x="3811709" y="9961745"/>
                  </a:cubicBezTo>
                  <a:lnTo>
                    <a:pt x="3811709" y="9383468"/>
                  </a:lnTo>
                  <a:cubicBezTo>
                    <a:pt x="3811709" y="4789024"/>
                    <a:pt x="2267519" y="955801"/>
                    <a:pt x="214848" y="69211"/>
                  </a:cubicBezTo>
                  <a:close/>
                </a:path>
              </a:pathLst>
            </a:custGeom>
            <a:grpFill/>
          </p:spPr>
        </p:sp>
      </p:grpSp>
    </p:spTree>
    <p:custDataLst>
      <p:tags r:id="rId13"/>
    </p:custData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defTabSz="1371600" rtl="0" eaLnBrk="1" fontAlgn="auto" latinLnBrk="0" hangingPunct="1">
        <a:lnSpc>
          <a:spcPct val="100000"/>
        </a:lnSpc>
        <a:spcBef>
          <a:spcPct val="0"/>
        </a:spcBef>
        <a:buNone/>
        <a:defRPr sz="5400" b="1" u="none" strike="noStrike" kern="1200" cap="none" spc="300" normalizeH="0" baseline="0">
          <a:solidFill>
            <a:schemeClr val="tx1">
              <a:lumMod val="85000"/>
              <a:lumOff val="15000"/>
            </a:schemeClr>
          </a:solidFill>
          <a:uFillTx/>
          <a:latin typeface="+mj-lt"/>
          <a:ea typeface="+mj-ea"/>
          <a:cs typeface="+mj-cs"/>
        </a:defRPr>
      </a:lvl1pPr>
    </p:titleStyle>
    <p:bodyStyle>
      <a:lvl1pPr marL="342900" indent="-342900" algn="l" defTabSz="13716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●"/>
        <a:defRPr sz="27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1pPr>
      <a:lvl2pPr marL="1028700" indent="-342900" algn="l" defTabSz="13716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tabLst>
          <a:tab pos="2414905" algn="l"/>
          <a:tab pos="2414905" algn="l"/>
          <a:tab pos="2414905" algn="l"/>
          <a:tab pos="2414905" algn="l"/>
        </a:tabLst>
        <a:defRPr sz="2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2pPr>
      <a:lvl3pPr marL="1714500" indent="-342900" algn="l" defTabSz="13716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defRPr sz="2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3pPr>
      <a:lvl4pPr marL="2400300" indent="-342900" algn="l" defTabSz="13716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Wingdings" panose="05000000000000000000" charset="0"/>
        <a:buChar char=""/>
        <a:defRPr sz="21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4pPr>
      <a:lvl5pPr marL="3086100" indent="-342900" algn="l" defTabSz="13716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Arial" panose="020B0604020202020204" pitchFamily="34" charset="0"/>
        <a:buChar char="•"/>
        <a:defRPr sz="21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5pPr>
      <a:lvl6pPr marL="3771900" indent="-342900" algn="l" defTabSz="13716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6pPr>
      <a:lvl7pPr marL="4457700" indent="-342900" algn="l" defTabSz="13716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7pPr>
      <a:lvl8pPr marL="5143500" indent="-342900" algn="l" defTabSz="13716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8pPr>
      <a:lvl9pPr marL="5829300" indent="-342900" algn="l" defTabSz="13716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3716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algn="l" defTabSz="13716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2pPr>
      <a:lvl3pPr marL="1371600" algn="l" defTabSz="13716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3pPr>
      <a:lvl4pPr marL="2057400" algn="l" defTabSz="13716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algn="l" defTabSz="13716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5pPr>
      <a:lvl6pPr marL="3429000" algn="l" defTabSz="13716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6pPr>
      <a:lvl7pPr marL="4114800" algn="l" defTabSz="13716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7pPr>
      <a:lvl8pPr marL="4800600" algn="l" defTabSz="13716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8pPr>
      <a:lvl9pPr marL="5486400" algn="l" defTabSz="13716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  <p:custDataLst>
              <p:tags r:id="rId14"/>
            </p:custDataLst>
          </p:nvPr>
        </p:nvSpPr>
        <p:spPr>
          <a:xfrm>
            <a:off x="912600" y="912600"/>
            <a:ext cx="16453800" cy="1058400"/>
          </a:xfrm>
          <a:prstGeom prst="rect">
            <a:avLst/>
          </a:prstGeom>
        </p:spPr>
        <p:txBody>
          <a:bodyPr vert="horz" lIns="90170" tIns="46990" rIns="90170" bIns="46990" rtlCol="0" anchor="ctr" anchorCtr="0">
            <a:normAutofit/>
          </a:bodyPr>
          <a:lstStyle/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15"/>
            </p:custDataLst>
          </p:nvPr>
        </p:nvSpPr>
        <p:spPr>
          <a:xfrm>
            <a:off x="912600" y="2235600"/>
            <a:ext cx="16453800" cy="7138800"/>
          </a:xfrm>
          <a:prstGeom prst="rect">
            <a:avLst/>
          </a:prstGeo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16"/>
            </p:custDataLst>
          </p:nvPr>
        </p:nvSpPr>
        <p:spPr>
          <a:xfrm>
            <a:off x="918000" y="9471600"/>
            <a:ext cx="4050000" cy="4752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5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  <a:t>2025/6/4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17"/>
            </p:custDataLst>
          </p:nvPr>
        </p:nvSpPr>
        <p:spPr>
          <a:xfrm>
            <a:off x="6174000" y="9471600"/>
            <a:ext cx="5940000" cy="4752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5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18"/>
            </p:custDataLst>
          </p:nvPr>
        </p:nvSpPr>
        <p:spPr>
          <a:xfrm>
            <a:off x="13316400" y="9471600"/>
            <a:ext cx="4050000" cy="4752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5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  <a:t>‹#›</a:t>
            </a:fld>
            <a:endParaRPr lang="zh-CN" altLang="en-US" dirty="0"/>
          </a:p>
        </p:txBody>
      </p:sp>
      <p:grpSp>
        <p:nvGrpSpPr>
          <p:cNvPr id="7" name="Group 2"/>
          <p:cNvGrpSpPr/>
          <p:nvPr userDrawn="1"/>
        </p:nvGrpSpPr>
        <p:grpSpPr>
          <a:xfrm rot="5400000">
            <a:off x="8982083" y="1788270"/>
            <a:ext cx="6237274" cy="14601875"/>
            <a:chOff x="0" y="0"/>
            <a:chExt cx="8316365" cy="19469166"/>
          </a:xfrm>
        </p:grpSpPr>
        <p:sp>
          <p:nvSpPr>
            <p:cNvPr id="8" name="Freeform 3"/>
            <p:cNvSpPr/>
            <p:nvPr>
              <p:custDataLst>
                <p:tags r:id="rId21"/>
              </p:custDataLst>
            </p:nvPr>
          </p:nvSpPr>
          <p:spPr>
            <a:xfrm>
              <a:off x="0" y="0"/>
              <a:ext cx="8316300" cy="19469164"/>
            </a:xfrm>
            <a:custGeom>
              <a:avLst/>
              <a:gdLst/>
              <a:ahLst/>
              <a:cxnLst/>
              <a:rect l="l" t="t" r="r" b="b"/>
              <a:pathLst>
                <a:path w="8316300" h="19469164">
                  <a:moveTo>
                    <a:pt x="0" y="0"/>
                  </a:moveTo>
                  <a:lnTo>
                    <a:pt x="8316300" y="0"/>
                  </a:lnTo>
                  <a:lnTo>
                    <a:pt x="8316300" y="19469164"/>
                  </a:lnTo>
                  <a:cubicBezTo>
                    <a:pt x="5828428" y="19469164"/>
                    <a:pt x="3811709" y="15212580"/>
                    <a:pt x="3811709" y="9961745"/>
                  </a:cubicBezTo>
                  <a:lnTo>
                    <a:pt x="3811709" y="9383468"/>
                  </a:lnTo>
                  <a:cubicBezTo>
                    <a:pt x="3811709" y="4789024"/>
                    <a:pt x="2267519" y="955801"/>
                    <a:pt x="214848" y="69211"/>
                  </a:cubicBezTo>
                  <a:close/>
                </a:path>
              </a:pathLst>
            </a:custGeom>
            <a:solidFill>
              <a:srgbClr val="F0F7F8"/>
            </a:solidFill>
          </p:spPr>
        </p:sp>
      </p:grpSp>
      <p:pic>
        <p:nvPicPr>
          <p:cNvPr id="18" name="Picture 18"/>
          <p:cNvPicPr>
            <a:picLocks noChangeAspect="1"/>
          </p:cNvPicPr>
          <p:nvPr userDrawn="1">
            <p:custDataLst>
              <p:tags r:id="rId19"/>
            </p:custDataLst>
          </p:nvPr>
        </p:nvPicPr>
        <p:blipFill>
          <a:blip r:embed="rId22" cstate="print">
            <a:alphaModFix amt="50000"/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3"/>
              </a:ext>
            </a:extLst>
          </a:blip>
          <a:srcRect/>
          <a:stretch>
            <a:fillRect/>
          </a:stretch>
        </p:blipFill>
        <p:spPr>
          <a:xfrm rot="4805313" flipV="1">
            <a:off x="14845577" y="-2077132"/>
            <a:ext cx="6884846" cy="4154265"/>
          </a:xfrm>
          <a:prstGeom prst="rect">
            <a:avLst/>
          </a:prstGeom>
        </p:spPr>
      </p:pic>
      <p:pic>
        <p:nvPicPr>
          <p:cNvPr id="17" name="Picture 17"/>
          <p:cNvPicPr>
            <a:picLocks noChangeAspect="1"/>
          </p:cNvPicPr>
          <p:nvPr userDrawn="1">
            <p:custDataLst>
              <p:tags r:id="rId20"/>
            </p:custDataLst>
          </p:nvPr>
        </p:nvPicPr>
        <p:blipFill>
          <a:blip r:embed="rId24" cstate="print">
            <a:alphaModFix amt="50000"/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5"/>
              </a:ext>
            </a:extLst>
          </a:blip>
          <a:srcRect/>
          <a:stretch>
            <a:fillRect/>
          </a:stretch>
        </p:blipFill>
        <p:spPr>
          <a:xfrm rot="981514">
            <a:off x="-6726635" y="-3056342"/>
            <a:ext cx="8798158" cy="6112685"/>
          </a:xfrm>
          <a:prstGeom prst="rect">
            <a:avLst/>
          </a:prstGeom>
        </p:spPr>
      </p:pic>
    </p:spTree>
    <p:custDataLst>
      <p:tags r:id="rId13"/>
    </p:custDataLst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</p:sldLayoutIdLst>
  <p:txStyles>
    <p:titleStyle>
      <a:lvl1pPr algn="l" defTabSz="1371600" rtl="0" eaLnBrk="1" fontAlgn="auto" latinLnBrk="0" hangingPunct="1">
        <a:lnSpc>
          <a:spcPct val="100000"/>
        </a:lnSpc>
        <a:spcBef>
          <a:spcPct val="0"/>
        </a:spcBef>
        <a:buNone/>
        <a:defRPr sz="5400" b="1" u="none" strike="noStrike" kern="1200" cap="none" spc="300" normalizeH="0" baseline="0">
          <a:solidFill>
            <a:schemeClr val="tx1">
              <a:lumMod val="85000"/>
              <a:lumOff val="15000"/>
            </a:schemeClr>
          </a:solidFill>
          <a:uFillTx/>
          <a:latin typeface="+mj-lt"/>
          <a:ea typeface="+mj-ea"/>
          <a:cs typeface="+mj-cs"/>
        </a:defRPr>
      </a:lvl1pPr>
    </p:titleStyle>
    <p:bodyStyle>
      <a:lvl1pPr marL="342900" indent="-342900" algn="l" defTabSz="13716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●"/>
        <a:defRPr sz="27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1pPr>
      <a:lvl2pPr marL="1028700" indent="-342900" algn="l" defTabSz="13716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tabLst>
          <a:tab pos="2414905" algn="l"/>
          <a:tab pos="2414905" algn="l"/>
          <a:tab pos="2414905" algn="l"/>
          <a:tab pos="2414905" algn="l"/>
        </a:tabLst>
        <a:defRPr sz="2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2pPr>
      <a:lvl3pPr marL="1714500" indent="-342900" algn="l" defTabSz="13716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defRPr sz="2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3pPr>
      <a:lvl4pPr marL="2400300" indent="-342900" algn="l" defTabSz="13716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Wingdings" panose="05000000000000000000" charset="0"/>
        <a:buChar char=""/>
        <a:defRPr sz="21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4pPr>
      <a:lvl5pPr marL="3086100" indent="-342900" algn="l" defTabSz="13716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Arial" panose="020B0604020202020204" pitchFamily="34" charset="0"/>
        <a:buChar char="•"/>
        <a:defRPr sz="21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5pPr>
      <a:lvl6pPr marL="3771900" indent="-342900" algn="l" defTabSz="13716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6pPr>
      <a:lvl7pPr marL="4457700" indent="-342900" algn="l" defTabSz="13716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7pPr>
      <a:lvl8pPr marL="5143500" indent="-342900" algn="l" defTabSz="13716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8pPr>
      <a:lvl9pPr marL="5829300" indent="-342900" algn="l" defTabSz="13716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3716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algn="l" defTabSz="13716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2pPr>
      <a:lvl3pPr marL="1371600" algn="l" defTabSz="13716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3pPr>
      <a:lvl4pPr marL="2057400" algn="l" defTabSz="13716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algn="l" defTabSz="13716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5pPr>
      <a:lvl6pPr marL="3429000" algn="l" defTabSz="13716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6pPr>
      <a:lvl7pPr marL="4114800" algn="l" defTabSz="13716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7pPr>
      <a:lvl8pPr marL="4800600" algn="l" defTabSz="13716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8pPr>
      <a:lvl9pPr marL="5486400" algn="l" defTabSz="13716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  <p:custDataLst>
              <p:tags r:id="rId14"/>
            </p:custDataLst>
          </p:nvPr>
        </p:nvSpPr>
        <p:spPr>
          <a:xfrm>
            <a:off x="912600" y="912600"/>
            <a:ext cx="16453800" cy="1058400"/>
          </a:xfrm>
          <a:prstGeom prst="rect">
            <a:avLst/>
          </a:prstGeom>
        </p:spPr>
        <p:txBody>
          <a:bodyPr vert="horz" lIns="90170" tIns="46990" rIns="90170" bIns="46990" rtlCol="0" anchor="ctr" anchorCtr="0">
            <a:normAutofit/>
          </a:bodyPr>
          <a:lstStyle/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15"/>
            </p:custDataLst>
          </p:nvPr>
        </p:nvSpPr>
        <p:spPr>
          <a:xfrm>
            <a:off x="912600" y="2235600"/>
            <a:ext cx="16453800" cy="7138800"/>
          </a:xfrm>
          <a:prstGeom prst="rect">
            <a:avLst/>
          </a:prstGeo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16"/>
            </p:custDataLst>
          </p:nvPr>
        </p:nvSpPr>
        <p:spPr>
          <a:xfrm>
            <a:off x="918000" y="9471600"/>
            <a:ext cx="4050000" cy="4752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5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  <a:t>2025/6/4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17"/>
            </p:custDataLst>
          </p:nvPr>
        </p:nvSpPr>
        <p:spPr>
          <a:xfrm>
            <a:off x="6174000" y="9471600"/>
            <a:ext cx="5940000" cy="4752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5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18"/>
            </p:custDataLst>
          </p:nvPr>
        </p:nvSpPr>
        <p:spPr>
          <a:xfrm>
            <a:off x="13316400" y="9471600"/>
            <a:ext cx="4050000" cy="4752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5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  <a:t>‹#›</a:t>
            </a:fld>
            <a:endParaRPr lang="zh-CN" altLang="en-US" dirty="0"/>
          </a:p>
        </p:txBody>
      </p:sp>
      <p:pic>
        <p:nvPicPr>
          <p:cNvPr id="7" name="Picture 4"/>
          <p:cNvPicPr>
            <a:picLocks noChangeAspect="1"/>
          </p:cNvPicPr>
          <p:nvPr userDrawn="1">
            <p:custDataLst>
              <p:tags r:id="rId19"/>
            </p:custDataLst>
          </p:nvPr>
        </p:nvPicPr>
        <p:blipFill>
          <a:blip r:embed="rId23"/>
          <a:srcRect/>
          <a:stretch>
            <a:fillRect/>
          </a:stretch>
        </p:blipFill>
        <p:spPr>
          <a:xfrm>
            <a:off x="-1333295" y="3748573"/>
            <a:ext cx="10477295" cy="7393209"/>
          </a:xfrm>
          <a:prstGeom prst="rect">
            <a:avLst/>
          </a:prstGeom>
        </p:spPr>
      </p:pic>
      <p:pic>
        <p:nvPicPr>
          <p:cNvPr id="16" name="Picture 16"/>
          <p:cNvPicPr>
            <a:picLocks noChangeAspect="1"/>
          </p:cNvPicPr>
          <p:nvPr userDrawn="1">
            <p:custDataLst>
              <p:tags r:id="rId20"/>
            </p:custDataLst>
          </p:nvPr>
        </p:nvPicPr>
        <p:blipFill>
          <a:blip r:embed="rId24" cstate="print">
            <a:alphaModFix amt="50000"/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5"/>
              </a:ext>
            </a:extLst>
          </a:blip>
          <a:srcRect/>
          <a:stretch>
            <a:fillRect/>
          </a:stretch>
        </p:blipFill>
        <p:spPr>
          <a:xfrm rot="981514">
            <a:off x="-2770979" y="-4508063"/>
            <a:ext cx="8798158" cy="6112685"/>
          </a:xfrm>
          <a:prstGeom prst="rect">
            <a:avLst/>
          </a:prstGeom>
        </p:spPr>
      </p:pic>
      <p:pic>
        <p:nvPicPr>
          <p:cNvPr id="17" name="Picture 17"/>
          <p:cNvPicPr>
            <a:picLocks noChangeAspect="1"/>
          </p:cNvPicPr>
          <p:nvPr userDrawn="1">
            <p:custDataLst>
              <p:tags r:id="rId21"/>
            </p:custDataLst>
          </p:nvPr>
        </p:nvPicPr>
        <p:blipFill>
          <a:blip r:embed="rId26" cstate="print">
            <a:alphaModFix amt="50000"/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7"/>
              </a:ext>
            </a:extLst>
          </a:blip>
          <a:srcRect/>
          <a:stretch>
            <a:fillRect/>
          </a:stretch>
        </p:blipFill>
        <p:spPr>
          <a:xfrm rot="4805313" flipV="1">
            <a:off x="13946398" y="-1170964"/>
            <a:ext cx="6884846" cy="4154265"/>
          </a:xfrm>
          <a:prstGeom prst="rect">
            <a:avLst/>
          </a:prstGeom>
        </p:spPr>
      </p:pic>
      <p:grpSp>
        <p:nvGrpSpPr>
          <p:cNvPr id="8" name="Group 2"/>
          <p:cNvGrpSpPr/>
          <p:nvPr userDrawn="1"/>
        </p:nvGrpSpPr>
        <p:grpSpPr>
          <a:xfrm rot="5045826">
            <a:off x="11197122" y="2246794"/>
            <a:ext cx="5242325" cy="13750530"/>
            <a:chOff x="0" y="0"/>
            <a:chExt cx="7422528" cy="19469166"/>
          </a:xfrm>
        </p:grpSpPr>
        <p:sp>
          <p:nvSpPr>
            <p:cNvPr id="9" name="Freeform 3"/>
            <p:cNvSpPr/>
            <p:nvPr>
              <p:custDataLst>
                <p:tags r:id="rId22"/>
              </p:custDataLst>
            </p:nvPr>
          </p:nvSpPr>
          <p:spPr>
            <a:xfrm>
              <a:off x="0" y="0"/>
              <a:ext cx="7422470" cy="19469164"/>
            </a:xfrm>
            <a:custGeom>
              <a:avLst/>
              <a:gdLst/>
              <a:ahLst/>
              <a:cxnLst/>
              <a:rect l="l" t="t" r="r" b="b"/>
              <a:pathLst>
                <a:path w="7422470" h="19469164">
                  <a:moveTo>
                    <a:pt x="0" y="0"/>
                  </a:moveTo>
                  <a:lnTo>
                    <a:pt x="7422470" y="0"/>
                  </a:lnTo>
                  <a:lnTo>
                    <a:pt x="7422470" y="19469164"/>
                  </a:lnTo>
                  <a:cubicBezTo>
                    <a:pt x="5201993" y="19469164"/>
                    <a:pt x="3402030" y="15212580"/>
                    <a:pt x="3402030" y="9961745"/>
                  </a:cubicBezTo>
                  <a:lnTo>
                    <a:pt x="3402030" y="9383468"/>
                  </a:lnTo>
                  <a:cubicBezTo>
                    <a:pt x="3402030" y="4789024"/>
                    <a:pt x="2023807" y="955801"/>
                    <a:pt x="191756" y="69211"/>
                  </a:cubicBezTo>
                  <a:close/>
                </a:path>
              </a:pathLst>
            </a:custGeom>
            <a:solidFill>
              <a:srgbClr val="F0F7F8"/>
            </a:solidFill>
          </p:spPr>
        </p:sp>
      </p:grpSp>
    </p:spTree>
    <p:custDataLst>
      <p:tags r:id="rId13"/>
    </p:custDataLst>
  </p:cSld>
  <p:clrMap bg1="lt1" tx1="dk1" bg2="lt2" tx2="dk2" accent1="accent1" accent2="accent2" accent3="accent3" accent4="accent4" accent5="accent5" accent6="accent6" hlink="hlink" folHlink="folHlink"/>
  <p:sldLayoutIdLst>
    <p:sldLayoutId id="2147483697" r:id="rId1"/>
    <p:sldLayoutId id="2147483698" r:id="rId2"/>
    <p:sldLayoutId id="2147483699" r:id="rId3"/>
    <p:sldLayoutId id="2147483700" r:id="rId4"/>
    <p:sldLayoutId id="2147483701" r:id="rId5"/>
    <p:sldLayoutId id="2147483702" r:id="rId6"/>
    <p:sldLayoutId id="2147483703" r:id="rId7"/>
    <p:sldLayoutId id="2147483704" r:id="rId8"/>
    <p:sldLayoutId id="2147483705" r:id="rId9"/>
    <p:sldLayoutId id="2147483706" r:id="rId10"/>
    <p:sldLayoutId id="2147483707" r:id="rId11"/>
  </p:sldLayoutIdLst>
  <p:txStyles>
    <p:titleStyle>
      <a:lvl1pPr algn="l" defTabSz="1371600" rtl="0" eaLnBrk="1" fontAlgn="auto" latinLnBrk="0" hangingPunct="1">
        <a:lnSpc>
          <a:spcPct val="100000"/>
        </a:lnSpc>
        <a:spcBef>
          <a:spcPct val="0"/>
        </a:spcBef>
        <a:buNone/>
        <a:defRPr sz="5400" b="1" u="none" strike="noStrike" kern="1200" cap="none" spc="300" normalizeH="0" baseline="0">
          <a:solidFill>
            <a:schemeClr val="tx1">
              <a:lumMod val="85000"/>
              <a:lumOff val="15000"/>
            </a:schemeClr>
          </a:solidFill>
          <a:uFillTx/>
          <a:latin typeface="+mj-lt"/>
          <a:ea typeface="+mj-ea"/>
          <a:cs typeface="+mj-cs"/>
        </a:defRPr>
      </a:lvl1pPr>
    </p:titleStyle>
    <p:bodyStyle>
      <a:lvl1pPr marL="342900" indent="-342900" algn="l" defTabSz="13716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●"/>
        <a:defRPr sz="27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1pPr>
      <a:lvl2pPr marL="1028700" indent="-342900" algn="l" defTabSz="13716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tabLst>
          <a:tab pos="2414905" algn="l"/>
          <a:tab pos="2414905" algn="l"/>
          <a:tab pos="2414905" algn="l"/>
          <a:tab pos="2414905" algn="l"/>
        </a:tabLst>
        <a:defRPr sz="2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2pPr>
      <a:lvl3pPr marL="1714500" indent="-342900" algn="l" defTabSz="13716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defRPr sz="2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3pPr>
      <a:lvl4pPr marL="2400300" indent="-342900" algn="l" defTabSz="13716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Wingdings" panose="05000000000000000000" charset="0"/>
        <a:buChar char=""/>
        <a:defRPr sz="21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4pPr>
      <a:lvl5pPr marL="3086100" indent="-342900" algn="l" defTabSz="13716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Arial" panose="020B0604020202020204" pitchFamily="34" charset="0"/>
        <a:buChar char="•"/>
        <a:defRPr sz="21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5pPr>
      <a:lvl6pPr marL="3771900" indent="-342900" algn="l" defTabSz="13716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6pPr>
      <a:lvl7pPr marL="4457700" indent="-342900" algn="l" defTabSz="13716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7pPr>
      <a:lvl8pPr marL="5143500" indent="-342900" algn="l" defTabSz="13716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8pPr>
      <a:lvl9pPr marL="5829300" indent="-342900" algn="l" defTabSz="13716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3716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algn="l" defTabSz="13716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2pPr>
      <a:lvl3pPr marL="1371600" algn="l" defTabSz="13716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3pPr>
      <a:lvl4pPr marL="2057400" algn="l" defTabSz="13716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algn="l" defTabSz="13716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5pPr>
      <a:lvl6pPr marL="3429000" algn="l" defTabSz="13716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6pPr>
      <a:lvl7pPr marL="4114800" algn="l" defTabSz="13716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7pPr>
      <a:lvl8pPr marL="4800600" algn="l" defTabSz="13716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8pPr>
      <a:lvl9pPr marL="5486400" algn="l" defTabSz="13716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  <p:custDataLst>
              <p:tags r:id="rId14"/>
            </p:custDataLst>
          </p:nvPr>
        </p:nvSpPr>
        <p:spPr>
          <a:xfrm>
            <a:off x="912600" y="912600"/>
            <a:ext cx="16453800" cy="1058400"/>
          </a:xfrm>
          <a:prstGeom prst="rect">
            <a:avLst/>
          </a:prstGeom>
        </p:spPr>
        <p:txBody>
          <a:bodyPr vert="horz" lIns="90170" tIns="46990" rIns="90170" bIns="46990" rtlCol="0" anchor="ctr" anchorCtr="0">
            <a:normAutofit/>
          </a:bodyPr>
          <a:lstStyle/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15"/>
            </p:custDataLst>
          </p:nvPr>
        </p:nvSpPr>
        <p:spPr>
          <a:xfrm>
            <a:off x="912600" y="2235600"/>
            <a:ext cx="16453800" cy="7138800"/>
          </a:xfrm>
          <a:prstGeom prst="rect">
            <a:avLst/>
          </a:prstGeo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16"/>
            </p:custDataLst>
          </p:nvPr>
        </p:nvSpPr>
        <p:spPr>
          <a:xfrm>
            <a:off x="918000" y="9471600"/>
            <a:ext cx="4050000" cy="4752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5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  <a:t>2025/6/4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17"/>
            </p:custDataLst>
          </p:nvPr>
        </p:nvSpPr>
        <p:spPr>
          <a:xfrm>
            <a:off x="6174000" y="9471600"/>
            <a:ext cx="5940000" cy="4752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5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18"/>
            </p:custDataLst>
          </p:nvPr>
        </p:nvSpPr>
        <p:spPr>
          <a:xfrm>
            <a:off x="13316400" y="9471600"/>
            <a:ext cx="4050000" cy="4752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5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  <a:t>‹#›</a:t>
            </a:fld>
            <a:endParaRPr lang="zh-CN" altLang="en-US" dirty="0"/>
          </a:p>
        </p:txBody>
      </p:sp>
      <p:pic>
        <p:nvPicPr>
          <p:cNvPr id="10" name="Picture 10"/>
          <p:cNvPicPr>
            <a:picLocks noChangeAspect="1"/>
          </p:cNvPicPr>
          <p:nvPr userDrawn="1">
            <p:custDataLst>
              <p:tags r:id="rId19"/>
            </p:custDataLst>
          </p:nvPr>
        </p:nvPicPr>
        <p:blipFill>
          <a:blip r:embed="rId22" cstate="print">
            <a:alphaModFix amt="50000"/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3"/>
              </a:ext>
            </a:extLst>
          </a:blip>
          <a:srcRect/>
          <a:stretch>
            <a:fillRect/>
          </a:stretch>
        </p:blipFill>
        <p:spPr>
          <a:xfrm rot="10440000" flipH="1">
            <a:off x="-1119505" y="-5038725"/>
            <a:ext cx="10013950" cy="6957695"/>
          </a:xfrm>
          <a:prstGeom prst="rect">
            <a:avLst/>
          </a:prstGeom>
        </p:spPr>
      </p:pic>
      <p:pic>
        <p:nvPicPr>
          <p:cNvPr id="12" name="Picture 12"/>
          <p:cNvPicPr>
            <a:picLocks noChangeAspect="1"/>
          </p:cNvPicPr>
          <p:nvPr userDrawn="1">
            <p:custDataLst>
              <p:tags r:id="rId20"/>
            </p:custDataLst>
          </p:nvPr>
        </p:nvPicPr>
        <p:blipFill>
          <a:blip r:embed="rId24"/>
          <a:srcRect/>
          <a:stretch>
            <a:fillRect/>
          </a:stretch>
        </p:blipFill>
        <p:spPr>
          <a:xfrm>
            <a:off x="-228600" y="6472555"/>
            <a:ext cx="6271895" cy="4425950"/>
          </a:xfrm>
          <a:prstGeom prst="rect">
            <a:avLst/>
          </a:prstGeom>
        </p:spPr>
      </p:pic>
      <p:pic>
        <p:nvPicPr>
          <p:cNvPr id="11" name="Picture 11"/>
          <p:cNvPicPr>
            <a:picLocks noChangeAspect="1"/>
          </p:cNvPicPr>
          <p:nvPr userDrawn="1">
            <p:custDataLst>
              <p:tags r:id="rId21"/>
            </p:custDataLst>
          </p:nvPr>
        </p:nvPicPr>
        <p:blipFill>
          <a:blip r:embed="rId25" cstate="print">
            <a:alphaModFix amt="50000"/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6"/>
              </a:ext>
            </a:extLst>
          </a:blip>
          <a:srcRect/>
          <a:stretch>
            <a:fillRect/>
          </a:stretch>
        </p:blipFill>
        <p:spPr>
          <a:xfrm rot="11677055" flipV="1">
            <a:off x="14006830" y="8141970"/>
            <a:ext cx="6122035" cy="3693795"/>
          </a:xfrm>
          <a:prstGeom prst="rect">
            <a:avLst/>
          </a:prstGeom>
        </p:spPr>
      </p:pic>
    </p:spTree>
    <p:custDataLst>
      <p:tags r:id="rId13"/>
    </p:custDataLst>
  </p:cSld>
  <p:clrMap bg1="lt1" tx1="dk1" bg2="lt2" tx2="dk2" accent1="accent1" accent2="accent2" accent3="accent3" accent4="accent4" accent5="accent5" accent6="accent6" hlink="hlink" folHlink="folHlink"/>
  <p:sldLayoutIdLst>
    <p:sldLayoutId id="2147483709" r:id="rId1"/>
    <p:sldLayoutId id="2147483710" r:id="rId2"/>
    <p:sldLayoutId id="2147483711" r:id="rId3"/>
    <p:sldLayoutId id="2147483712" r:id="rId4"/>
    <p:sldLayoutId id="2147483713" r:id="rId5"/>
    <p:sldLayoutId id="2147483714" r:id="rId6"/>
    <p:sldLayoutId id="2147483715" r:id="rId7"/>
    <p:sldLayoutId id="2147483716" r:id="rId8"/>
    <p:sldLayoutId id="2147483717" r:id="rId9"/>
    <p:sldLayoutId id="2147483718" r:id="rId10"/>
    <p:sldLayoutId id="2147483719" r:id="rId11"/>
  </p:sldLayoutIdLst>
  <p:txStyles>
    <p:titleStyle>
      <a:lvl1pPr algn="l" defTabSz="1371600" rtl="0" eaLnBrk="1" fontAlgn="auto" latinLnBrk="0" hangingPunct="1">
        <a:lnSpc>
          <a:spcPct val="100000"/>
        </a:lnSpc>
        <a:spcBef>
          <a:spcPct val="0"/>
        </a:spcBef>
        <a:buNone/>
        <a:defRPr sz="5400" b="1" u="none" strike="noStrike" kern="1200" cap="none" spc="300" normalizeH="0" baseline="0">
          <a:solidFill>
            <a:schemeClr val="tx1">
              <a:lumMod val="85000"/>
              <a:lumOff val="15000"/>
            </a:schemeClr>
          </a:solidFill>
          <a:uFillTx/>
          <a:latin typeface="+mj-lt"/>
          <a:ea typeface="+mj-ea"/>
          <a:cs typeface="+mj-cs"/>
        </a:defRPr>
      </a:lvl1pPr>
    </p:titleStyle>
    <p:bodyStyle>
      <a:lvl1pPr marL="342900" indent="-342900" algn="l" defTabSz="13716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●"/>
        <a:defRPr sz="27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1pPr>
      <a:lvl2pPr marL="1028700" indent="-342900" algn="l" defTabSz="13716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tabLst>
          <a:tab pos="2414905" algn="l"/>
          <a:tab pos="2414905" algn="l"/>
          <a:tab pos="2414905" algn="l"/>
          <a:tab pos="2414905" algn="l"/>
        </a:tabLst>
        <a:defRPr sz="2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2pPr>
      <a:lvl3pPr marL="1714500" indent="-342900" algn="l" defTabSz="13716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defRPr sz="2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3pPr>
      <a:lvl4pPr marL="2400300" indent="-342900" algn="l" defTabSz="13716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Wingdings" panose="05000000000000000000" charset="0"/>
        <a:buChar char=""/>
        <a:defRPr sz="21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4pPr>
      <a:lvl5pPr marL="3086100" indent="-342900" algn="l" defTabSz="13716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Arial" panose="020B0604020202020204" pitchFamily="34" charset="0"/>
        <a:buChar char="•"/>
        <a:defRPr sz="21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5pPr>
      <a:lvl6pPr marL="3771900" indent="-342900" algn="l" defTabSz="13716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6pPr>
      <a:lvl7pPr marL="4457700" indent="-342900" algn="l" defTabSz="13716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7pPr>
      <a:lvl8pPr marL="5143500" indent="-342900" algn="l" defTabSz="13716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8pPr>
      <a:lvl9pPr marL="5829300" indent="-342900" algn="l" defTabSz="13716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3716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algn="l" defTabSz="13716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2pPr>
      <a:lvl3pPr marL="1371600" algn="l" defTabSz="13716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3pPr>
      <a:lvl4pPr marL="2057400" algn="l" defTabSz="13716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algn="l" defTabSz="13716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5pPr>
      <a:lvl6pPr marL="3429000" algn="l" defTabSz="13716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6pPr>
      <a:lvl7pPr marL="4114800" algn="l" defTabSz="13716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7pPr>
      <a:lvl8pPr marL="4800600" algn="l" defTabSz="13716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8pPr>
      <a:lvl9pPr marL="5486400" algn="l" defTabSz="13716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6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  <p:custDataLst>
              <p:tags r:id="rId14"/>
            </p:custDataLst>
          </p:nvPr>
        </p:nvSpPr>
        <p:spPr>
          <a:xfrm>
            <a:off x="912600" y="912600"/>
            <a:ext cx="16453800" cy="1058400"/>
          </a:xfrm>
          <a:prstGeom prst="rect">
            <a:avLst/>
          </a:prstGeom>
        </p:spPr>
        <p:txBody>
          <a:bodyPr vert="horz" lIns="90170" tIns="46990" rIns="90170" bIns="46990" rtlCol="0" anchor="ctr" anchorCtr="0">
            <a:normAutofit/>
          </a:bodyPr>
          <a:lstStyle/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15"/>
            </p:custDataLst>
          </p:nvPr>
        </p:nvSpPr>
        <p:spPr>
          <a:xfrm>
            <a:off x="912600" y="2235600"/>
            <a:ext cx="16453800" cy="7138800"/>
          </a:xfrm>
          <a:prstGeom prst="rect">
            <a:avLst/>
          </a:prstGeo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16"/>
            </p:custDataLst>
          </p:nvPr>
        </p:nvSpPr>
        <p:spPr>
          <a:xfrm>
            <a:off x="918000" y="9471600"/>
            <a:ext cx="4050000" cy="4752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5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  <a:t>2025/6/4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17"/>
            </p:custDataLst>
          </p:nvPr>
        </p:nvSpPr>
        <p:spPr>
          <a:xfrm>
            <a:off x="6174000" y="9471600"/>
            <a:ext cx="5940000" cy="4752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5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18"/>
            </p:custDataLst>
          </p:nvPr>
        </p:nvSpPr>
        <p:spPr>
          <a:xfrm>
            <a:off x="13316400" y="9471600"/>
            <a:ext cx="4050000" cy="4752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5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  <a:t>‹#›</a:t>
            </a:fld>
            <a:endParaRPr lang="zh-CN" altLang="en-US" dirty="0"/>
          </a:p>
        </p:txBody>
      </p:sp>
      <p:pic>
        <p:nvPicPr>
          <p:cNvPr id="17" name="Picture 12"/>
          <p:cNvPicPr>
            <a:picLocks noChangeAspect="1"/>
          </p:cNvPicPr>
          <p:nvPr userDrawn="1">
            <p:custDataLst>
              <p:tags r:id="rId19"/>
            </p:custDataLst>
          </p:nvPr>
        </p:nvPicPr>
        <p:blipFill>
          <a:blip r:embed="rId20"/>
          <a:srcRect/>
          <a:stretch>
            <a:fillRect/>
          </a:stretch>
        </p:blipFill>
        <p:spPr>
          <a:xfrm>
            <a:off x="-228600" y="5981700"/>
            <a:ext cx="6685280" cy="4717415"/>
          </a:xfrm>
          <a:prstGeom prst="rect">
            <a:avLst/>
          </a:prstGeom>
        </p:spPr>
      </p:pic>
    </p:spTree>
    <p:custDataLst>
      <p:tags r:id="rId13"/>
    </p:custDataLst>
  </p:cSld>
  <p:clrMap bg1="lt1" tx1="dk1" bg2="lt2" tx2="dk2" accent1="accent1" accent2="accent2" accent3="accent3" accent4="accent4" accent5="accent5" accent6="accent6" hlink="hlink" folHlink="folHlink"/>
  <p:sldLayoutIdLst>
    <p:sldLayoutId id="2147483721" r:id="rId1"/>
    <p:sldLayoutId id="2147483722" r:id="rId2"/>
    <p:sldLayoutId id="2147483723" r:id="rId3"/>
    <p:sldLayoutId id="2147483724" r:id="rId4"/>
    <p:sldLayoutId id="2147483725" r:id="rId5"/>
    <p:sldLayoutId id="2147483726" r:id="rId6"/>
    <p:sldLayoutId id="2147483727" r:id="rId7"/>
    <p:sldLayoutId id="2147483728" r:id="rId8"/>
    <p:sldLayoutId id="2147483729" r:id="rId9"/>
    <p:sldLayoutId id="2147483730" r:id="rId10"/>
    <p:sldLayoutId id="2147483731" r:id="rId11"/>
  </p:sldLayoutIdLst>
  <p:txStyles>
    <p:titleStyle>
      <a:lvl1pPr algn="l" defTabSz="1371600" rtl="0" eaLnBrk="1" fontAlgn="auto" latinLnBrk="0" hangingPunct="1">
        <a:lnSpc>
          <a:spcPct val="100000"/>
        </a:lnSpc>
        <a:spcBef>
          <a:spcPct val="0"/>
        </a:spcBef>
        <a:buNone/>
        <a:defRPr sz="5400" b="1" u="none" strike="noStrike" kern="1200" cap="none" spc="300" normalizeH="0" baseline="0">
          <a:solidFill>
            <a:schemeClr val="tx1">
              <a:lumMod val="85000"/>
              <a:lumOff val="15000"/>
            </a:schemeClr>
          </a:solidFill>
          <a:uFillTx/>
          <a:latin typeface="+mj-lt"/>
          <a:ea typeface="+mj-ea"/>
          <a:cs typeface="+mj-cs"/>
        </a:defRPr>
      </a:lvl1pPr>
    </p:titleStyle>
    <p:bodyStyle>
      <a:lvl1pPr marL="342900" indent="-342900" algn="l" defTabSz="13716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●"/>
        <a:defRPr sz="27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1pPr>
      <a:lvl2pPr marL="1028700" indent="-342900" algn="l" defTabSz="13716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tabLst>
          <a:tab pos="2414905" algn="l"/>
          <a:tab pos="2414905" algn="l"/>
          <a:tab pos="2414905" algn="l"/>
          <a:tab pos="2414905" algn="l"/>
        </a:tabLst>
        <a:defRPr sz="2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2pPr>
      <a:lvl3pPr marL="1714500" indent="-342900" algn="l" defTabSz="13716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defRPr sz="2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3pPr>
      <a:lvl4pPr marL="2400300" indent="-342900" algn="l" defTabSz="13716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Wingdings" panose="05000000000000000000" charset="0"/>
        <a:buChar char=""/>
        <a:defRPr sz="21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4pPr>
      <a:lvl5pPr marL="3086100" indent="-342900" algn="l" defTabSz="13716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Arial" panose="020B0604020202020204" pitchFamily="34" charset="0"/>
        <a:buChar char="•"/>
        <a:defRPr sz="21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5pPr>
      <a:lvl6pPr marL="3771900" indent="-342900" algn="l" defTabSz="13716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6pPr>
      <a:lvl7pPr marL="4457700" indent="-342900" algn="l" defTabSz="13716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7pPr>
      <a:lvl8pPr marL="5143500" indent="-342900" algn="l" defTabSz="13716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8pPr>
      <a:lvl9pPr marL="5829300" indent="-342900" algn="l" defTabSz="13716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3716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algn="l" defTabSz="13716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2pPr>
      <a:lvl3pPr marL="1371600" algn="l" defTabSz="13716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3pPr>
      <a:lvl4pPr marL="2057400" algn="l" defTabSz="13716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algn="l" defTabSz="13716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5pPr>
      <a:lvl6pPr marL="3429000" algn="l" defTabSz="13716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6pPr>
      <a:lvl7pPr marL="4114800" algn="l" defTabSz="13716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7pPr>
      <a:lvl8pPr marL="4800600" algn="l" defTabSz="13716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8pPr>
      <a:lvl9pPr marL="5486400" algn="l" defTabSz="13716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7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  <p:custDataLst>
              <p:tags r:id="rId14"/>
            </p:custDataLst>
          </p:nvPr>
        </p:nvSpPr>
        <p:spPr>
          <a:xfrm>
            <a:off x="912600" y="912600"/>
            <a:ext cx="16453800" cy="1058400"/>
          </a:xfrm>
          <a:prstGeom prst="rect">
            <a:avLst/>
          </a:prstGeom>
        </p:spPr>
        <p:txBody>
          <a:bodyPr vert="horz" lIns="90170" tIns="46990" rIns="90170" bIns="46990" rtlCol="0" anchor="ctr" anchorCtr="0">
            <a:normAutofit/>
          </a:bodyPr>
          <a:lstStyle/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15"/>
            </p:custDataLst>
          </p:nvPr>
        </p:nvSpPr>
        <p:spPr>
          <a:xfrm>
            <a:off x="912600" y="2235600"/>
            <a:ext cx="16453800" cy="7138800"/>
          </a:xfrm>
          <a:prstGeom prst="rect">
            <a:avLst/>
          </a:prstGeo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16"/>
            </p:custDataLst>
          </p:nvPr>
        </p:nvSpPr>
        <p:spPr>
          <a:xfrm>
            <a:off x="918000" y="9471600"/>
            <a:ext cx="4050000" cy="4752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5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  <a:t>2025/6/4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17"/>
            </p:custDataLst>
          </p:nvPr>
        </p:nvSpPr>
        <p:spPr>
          <a:xfrm>
            <a:off x="6174000" y="9471600"/>
            <a:ext cx="5940000" cy="4752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5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18"/>
            </p:custDataLst>
          </p:nvPr>
        </p:nvSpPr>
        <p:spPr>
          <a:xfrm>
            <a:off x="13316400" y="9471600"/>
            <a:ext cx="4050000" cy="4752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5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  <a:t>‹#›</a:t>
            </a:fld>
            <a:endParaRPr lang="zh-CN" altLang="en-US" dirty="0"/>
          </a:p>
        </p:txBody>
      </p:sp>
      <p:pic>
        <p:nvPicPr>
          <p:cNvPr id="43" name="Picture 49"/>
          <p:cNvPicPr>
            <a:picLocks noChangeAspect="1"/>
          </p:cNvPicPr>
          <p:nvPr userDrawn="1">
            <p:custDataLst>
              <p:tags r:id="rId19"/>
            </p:custDataLst>
          </p:nvPr>
        </p:nvPicPr>
        <p:blipFill>
          <a:blip r:embed="rId23">
            <a:alphaModFix amt="60000"/>
          </a:blip>
          <a:srcRect/>
          <a:stretch>
            <a:fillRect/>
          </a:stretch>
        </p:blipFill>
        <p:spPr>
          <a:xfrm>
            <a:off x="17221089" y="4276497"/>
            <a:ext cx="2123440" cy="3806825"/>
          </a:xfrm>
          <a:prstGeom prst="rect">
            <a:avLst/>
          </a:prstGeom>
        </p:spPr>
      </p:pic>
      <p:grpSp>
        <p:nvGrpSpPr>
          <p:cNvPr id="39" name="Group 39"/>
          <p:cNvGrpSpPr/>
          <p:nvPr userDrawn="1"/>
        </p:nvGrpSpPr>
        <p:grpSpPr>
          <a:xfrm rot="-10800000">
            <a:off x="0" y="0"/>
            <a:ext cx="18288000" cy="1844445"/>
            <a:chOff x="0" y="0"/>
            <a:chExt cx="24384000" cy="2459260"/>
          </a:xfrm>
        </p:grpSpPr>
        <p:sp>
          <p:nvSpPr>
            <p:cNvPr id="40" name="Freeform 40"/>
            <p:cNvSpPr/>
            <p:nvPr>
              <p:custDataLst>
                <p:tags r:id="rId22"/>
              </p:custDataLst>
            </p:nvPr>
          </p:nvSpPr>
          <p:spPr>
            <a:xfrm>
              <a:off x="0" y="0"/>
              <a:ext cx="24384000" cy="2459228"/>
            </a:xfrm>
            <a:custGeom>
              <a:avLst/>
              <a:gdLst/>
              <a:ahLst/>
              <a:cxnLst/>
              <a:rect l="l" t="t" r="r" b="b"/>
              <a:pathLst>
                <a:path w="24384000" h="2459228">
                  <a:moveTo>
                    <a:pt x="0" y="0"/>
                  </a:moveTo>
                  <a:lnTo>
                    <a:pt x="447294" y="211328"/>
                  </a:lnTo>
                  <a:cubicBezTo>
                    <a:pt x="3549269" y="1607947"/>
                    <a:pt x="7670038" y="2459228"/>
                    <a:pt x="12192000" y="2459228"/>
                  </a:cubicBezTo>
                  <a:lnTo>
                    <a:pt x="0" y="2459228"/>
                  </a:lnTo>
                  <a:close/>
                  <a:moveTo>
                    <a:pt x="24384000" y="0"/>
                  </a:moveTo>
                  <a:lnTo>
                    <a:pt x="24384000" y="2459228"/>
                  </a:lnTo>
                  <a:lnTo>
                    <a:pt x="12192000" y="2459228"/>
                  </a:lnTo>
                  <a:cubicBezTo>
                    <a:pt x="16713963" y="2459228"/>
                    <a:pt x="20834731" y="1607947"/>
                    <a:pt x="23936706" y="211201"/>
                  </a:cubicBezTo>
                  <a:close/>
                </a:path>
              </a:pathLst>
            </a:custGeom>
            <a:solidFill>
              <a:srgbClr val="F0F7F8"/>
            </a:solidFill>
          </p:spPr>
        </p:sp>
      </p:grpSp>
      <p:pic>
        <p:nvPicPr>
          <p:cNvPr id="49" name="Picture 49"/>
          <p:cNvPicPr>
            <a:picLocks noChangeAspect="1"/>
          </p:cNvPicPr>
          <p:nvPr userDrawn="1">
            <p:custDataLst>
              <p:tags r:id="rId20"/>
            </p:custDataLst>
          </p:nvPr>
        </p:nvPicPr>
        <p:blipFill>
          <a:blip r:embed="rId23">
            <a:alphaModFix amt="60000"/>
          </a:blip>
          <a:srcRect/>
          <a:stretch>
            <a:fillRect/>
          </a:stretch>
        </p:blipFill>
        <p:spPr>
          <a:xfrm>
            <a:off x="-914511" y="955447"/>
            <a:ext cx="2123440" cy="3806825"/>
          </a:xfrm>
          <a:prstGeom prst="rect">
            <a:avLst/>
          </a:prstGeom>
        </p:spPr>
      </p:pic>
      <p:grpSp>
        <p:nvGrpSpPr>
          <p:cNvPr id="37" name="Group 37"/>
          <p:cNvGrpSpPr/>
          <p:nvPr userDrawn="1"/>
        </p:nvGrpSpPr>
        <p:grpSpPr>
          <a:xfrm>
            <a:off x="0" y="8442555"/>
            <a:ext cx="18288000" cy="1844445"/>
            <a:chOff x="0" y="0"/>
            <a:chExt cx="24384000" cy="2459260"/>
          </a:xfrm>
        </p:grpSpPr>
        <p:sp>
          <p:nvSpPr>
            <p:cNvPr id="38" name="Freeform 38"/>
            <p:cNvSpPr/>
            <p:nvPr>
              <p:custDataLst>
                <p:tags r:id="rId21"/>
              </p:custDataLst>
            </p:nvPr>
          </p:nvSpPr>
          <p:spPr>
            <a:xfrm>
              <a:off x="0" y="0"/>
              <a:ext cx="24384000" cy="2459228"/>
            </a:xfrm>
            <a:custGeom>
              <a:avLst/>
              <a:gdLst/>
              <a:ahLst/>
              <a:cxnLst/>
              <a:rect l="l" t="t" r="r" b="b"/>
              <a:pathLst>
                <a:path w="24384000" h="2459228">
                  <a:moveTo>
                    <a:pt x="0" y="0"/>
                  </a:moveTo>
                  <a:lnTo>
                    <a:pt x="447294" y="211328"/>
                  </a:lnTo>
                  <a:cubicBezTo>
                    <a:pt x="3549269" y="1607947"/>
                    <a:pt x="7670038" y="2459228"/>
                    <a:pt x="12192000" y="2459228"/>
                  </a:cubicBezTo>
                  <a:lnTo>
                    <a:pt x="0" y="2459228"/>
                  </a:lnTo>
                  <a:close/>
                  <a:moveTo>
                    <a:pt x="24384000" y="0"/>
                  </a:moveTo>
                  <a:lnTo>
                    <a:pt x="24384000" y="2459228"/>
                  </a:lnTo>
                  <a:lnTo>
                    <a:pt x="12192000" y="2459228"/>
                  </a:lnTo>
                  <a:cubicBezTo>
                    <a:pt x="16713963" y="2459228"/>
                    <a:pt x="20834731" y="1607947"/>
                    <a:pt x="23936706" y="211201"/>
                  </a:cubicBezTo>
                  <a:close/>
                </a:path>
              </a:pathLst>
            </a:custGeom>
            <a:solidFill>
              <a:srgbClr val="70ADB2">
                <a:alpha val="49804"/>
              </a:srgbClr>
            </a:solidFill>
          </p:spPr>
        </p:sp>
      </p:grpSp>
    </p:spTree>
    <p:custDataLst>
      <p:tags r:id="rId13"/>
    </p:custDataLst>
  </p:cSld>
  <p:clrMap bg1="lt1" tx1="dk1" bg2="lt2" tx2="dk2" accent1="accent1" accent2="accent2" accent3="accent3" accent4="accent4" accent5="accent5" accent6="accent6" hlink="hlink" folHlink="folHlink"/>
  <p:sldLayoutIdLst>
    <p:sldLayoutId id="2147483733" r:id="rId1"/>
    <p:sldLayoutId id="2147483734" r:id="rId2"/>
    <p:sldLayoutId id="2147483735" r:id="rId3"/>
    <p:sldLayoutId id="2147483736" r:id="rId4"/>
    <p:sldLayoutId id="2147483737" r:id="rId5"/>
    <p:sldLayoutId id="2147483738" r:id="rId6"/>
    <p:sldLayoutId id="2147483739" r:id="rId7"/>
    <p:sldLayoutId id="2147483740" r:id="rId8"/>
    <p:sldLayoutId id="2147483741" r:id="rId9"/>
    <p:sldLayoutId id="2147483742" r:id="rId10"/>
    <p:sldLayoutId id="2147483743" r:id="rId11"/>
  </p:sldLayoutIdLst>
  <p:txStyles>
    <p:titleStyle>
      <a:lvl1pPr algn="l" defTabSz="1371600" rtl="0" eaLnBrk="1" fontAlgn="auto" latinLnBrk="0" hangingPunct="1">
        <a:lnSpc>
          <a:spcPct val="100000"/>
        </a:lnSpc>
        <a:spcBef>
          <a:spcPct val="0"/>
        </a:spcBef>
        <a:buNone/>
        <a:defRPr sz="5400" b="1" u="none" strike="noStrike" kern="1200" cap="none" spc="300" normalizeH="0" baseline="0">
          <a:solidFill>
            <a:schemeClr val="tx1">
              <a:lumMod val="85000"/>
              <a:lumOff val="15000"/>
            </a:schemeClr>
          </a:solidFill>
          <a:uFillTx/>
          <a:latin typeface="+mj-lt"/>
          <a:ea typeface="+mj-ea"/>
          <a:cs typeface="+mj-cs"/>
        </a:defRPr>
      </a:lvl1pPr>
    </p:titleStyle>
    <p:bodyStyle>
      <a:lvl1pPr marL="342900" indent="-342900" algn="l" defTabSz="13716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●"/>
        <a:defRPr sz="27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1pPr>
      <a:lvl2pPr marL="1028700" indent="-342900" algn="l" defTabSz="13716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tabLst>
          <a:tab pos="2414905" algn="l"/>
          <a:tab pos="2414905" algn="l"/>
          <a:tab pos="2414905" algn="l"/>
          <a:tab pos="2414905" algn="l"/>
        </a:tabLst>
        <a:defRPr sz="2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2pPr>
      <a:lvl3pPr marL="1714500" indent="-342900" algn="l" defTabSz="13716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defRPr sz="2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3pPr>
      <a:lvl4pPr marL="2400300" indent="-342900" algn="l" defTabSz="13716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Wingdings" panose="05000000000000000000" charset="0"/>
        <a:buChar char=""/>
        <a:defRPr sz="21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4pPr>
      <a:lvl5pPr marL="3086100" indent="-342900" algn="l" defTabSz="13716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Arial" panose="020B0604020202020204" pitchFamily="34" charset="0"/>
        <a:buChar char="•"/>
        <a:defRPr sz="21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5pPr>
      <a:lvl6pPr marL="3771900" indent="-342900" algn="l" defTabSz="13716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6pPr>
      <a:lvl7pPr marL="4457700" indent="-342900" algn="l" defTabSz="13716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7pPr>
      <a:lvl8pPr marL="5143500" indent="-342900" algn="l" defTabSz="13716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8pPr>
      <a:lvl9pPr marL="5829300" indent="-342900" algn="l" defTabSz="13716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3716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algn="l" defTabSz="13716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2pPr>
      <a:lvl3pPr marL="1371600" algn="l" defTabSz="13716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3pPr>
      <a:lvl4pPr marL="2057400" algn="l" defTabSz="13716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algn="l" defTabSz="13716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5pPr>
      <a:lvl6pPr marL="3429000" algn="l" defTabSz="13716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6pPr>
      <a:lvl7pPr marL="4114800" algn="l" defTabSz="13716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7pPr>
      <a:lvl8pPr marL="4800600" algn="l" defTabSz="13716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8pPr>
      <a:lvl9pPr marL="5486400" algn="l" defTabSz="13716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0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51.xml"/><Relationship Id="rId1" Type="http://schemas.openxmlformats.org/officeDocument/2006/relationships/tags" Target="../tags/tag456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51.xml"/><Relationship Id="rId1" Type="http://schemas.openxmlformats.org/officeDocument/2006/relationships/tags" Target="../tags/tag45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51.xml"/><Relationship Id="rId1" Type="http://schemas.openxmlformats.org/officeDocument/2006/relationships/tags" Target="../tags/tag458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51.xml"/><Relationship Id="rId1" Type="http://schemas.openxmlformats.org/officeDocument/2006/relationships/tags" Target="../tags/tag459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tags" Target="../tags/tag460.xml"/><Relationship Id="rId2" Type="http://schemas.openxmlformats.org/officeDocument/2006/relationships/slideLayout" Target="../slideLayouts/slideLayout51.xml"/><Relationship Id="rId1" Type="http://schemas.openxmlformats.org/officeDocument/2006/relationships/tags" Target="../tags/tag460.xml"/><Relationship Id="rId4" Type="http://schemas.openxmlformats.org/officeDocument/2006/relationships/image" Target="../media/image18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tags" Target="../tags/tag463.xml"/><Relationship Id="rId7" Type="http://schemas.openxmlformats.org/officeDocument/2006/relationships/slideLayout" Target="../slideLayouts/slideLayout51.xml"/><Relationship Id="rId2" Type="http://schemas.openxmlformats.org/officeDocument/2006/relationships/tags" Target="../tags/tag462.xml"/><Relationship Id="rId1" Type="http://schemas.openxmlformats.org/officeDocument/2006/relationships/tags" Target="../tags/tag461.xml"/><Relationship Id="rId6" Type="http://schemas.openxmlformats.org/officeDocument/2006/relationships/tags" Target="../tags/tag466.xml"/><Relationship Id="rId5" Type="http://schemas.openxmlformats.org/officeDocument/2006/relationships/tags" Target="../tags/tag465.xml"/><Relationship Id="rId4" Type="http://schemas.openxmlformats.org/officeDocument/2006/relationships/tags" Target="../tags/tag464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51.xml"/><Relationship Id="rId1" Type="http://schemas.openxmlformats.org/officeDocument/2006/relationships/tags" Target="../tags/tag46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tags" Target="../tags/tag470.xml"/><Relationship Id="rId7" Type="http://schemas.openxmlformats.org/officeDocument/2006/relationships/slideLayout" Target="../slideLayouts/slideLayout51.xml"/><Relationship Id="rId2" Type="http://schemas.openxmlformats.org/officeDocument/2006/relationships/tags" Target="../tags/tag469.xml"/><Relationship Id="rId1" Type="http://schemas.openxmlformats.org/officeDocument/2006/relationships/tags" Target="../tags/tag468.xml"/><Relationship Id="rId6" Type="http://schemas.openxmlformats.org/officeDocument/2006/relationships/tags" Target="../tags/tag473.xml"/><Relationship Id="rId5" Type="http://schemas.openxmlformats.org/officeDocument/2006/relationships/tags" Target="../tags/tag472.xml"/><Relationship Id="rId4" Type="http://schemas.openxmlformats.org/officeDocument/2006/relationships/tags" Target="../tags/tag471.xml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tags" Target="../tags/tag474.xml"/><Relationship Id="rId3" Type="http://schemas.openxmlformats.org/officeDocument/2006/relationships/tags" Target="../tags/tag476.xml"/><Relationship Id="rId7" Type="http://schemas.openxmlformats.org/officeDocument/2006/relationships/slideLayout" Target="../slideLayouts/slideLayout51.xml"/><Relationship Id="rId2" Type="http://schemas.openxmlformats.org/officeDocument/2006/relationships/tags" Target="../tags/tag475.xml"/><Relationship Id="rId1" Type="http://schemas.openxmlformats.org/officeDocument/2006/relationships/tags" Target="../tags/tag474.xml"/><Relationship Id="rId6" Type="http://schemas.openxmlformats.org/officeDocument/2006/relationships/tags" Target="../tags/tag479.xml"/><Relationship Id="rId5" Type="http://schemas.openxmlformats.org/officeDocument/2006/relationships/tags" Target="../tags/tag478.xml"/><Relationship Id="rId4" Type="http://schemas.openxmlformats.org/officeDocument/2006/relationships/tags" Target="../tags/tag477.xml"/><Relationship Id="rId9" Type="http://schemas.openxmlformats.org/officeDocument/2006/relationships/image" Target="../media/image19.png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.png"/><Relationship Id="rId3" Type="http://schemas.openxmlformats.org/officeDocument/2006/relationships/tags" Target="../tags/tag482.xml"/><Relationship Id="rId7" Type="http://schemas.openxmlformats.org/officeDocument/2006/relationships/tags" Target="../tags/tag481.xml"/><Relationship Id="rId2" Type="http://schemas.openxmlformats.org/officeDocument/2006/relationships/tags" Target="../tags/tag481.xml"/><Relationship Id="rId1" Type="http://schemas.openxmlformats.org/officeDocument/2006/relationships/tags" Target="../tags/tag480.xml"/><Relationship Id="rId6" Type="http://schemas.openxmlformats.org/officeDocument/2006/relationships/image" Target="../media/image19.png"/><Relationship Id="rId5" Type="http://schemas.openxmlformats.org/officeDocument/2006/relationships/tags" Target="../tags/tag480.xml"/><Relationship Id="rId4" Type="http://schemas.openxmlformats.org/officeDocument/2006/relationships/slideLayout" Target="../slideLayouts/slideLayout51.xml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2.png"/><Relationship Id="rId3" Type="http://schemas.openxmlformats.org/officeDocument/2006/relationships/tags" Target="../tags/tag485.xml"/><Relationship Id="rId7" Type="http://schemas.openxmlformats.org/officeDocument/2006/relationships/tags" Target="../tags/tag484.xml"/><Relationship Id="rId2" Type="http://schemas.openxmlformats.org/officeDocument/2006/relationships/tags" Target="../tags/tag484.xml"/><Relationship Id="rId1" Type="http://schemas.openxmlformats.org/officeDocument/2006/relationships/tags" Target="../tags/tag483.xml"/><Relationship Id="rId6" Type="http://schemas.openxmlformats.org/officeDocument/2006/relationships/image" Target="../media/image21.png"/><Relationship Id="rId5" Type="http://schemas.openxmlformats.org/officeDocument/2006/relationships/tags" Target="../tags/tag483.xml"/><Relationship Id="rId4" Type="http://schemas.openxmlformats.org/officeDocument/2006/relationships/slideLayout" Target="../slideLayouts/slideLayout5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slideLayout" Target="../slideLayouts/slideLayout51.xml"/><Relationship Id="rId1" Type="http://schemas.openxmlformats.org/officeDocument/2006/relationships/tags" Target="../tags/tag486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tags" Target="../tags/tag487.xml"/><Relationship Id="rId2" Type="http://schemas.openxmlformats.org/officeDocument/2006/relationships/slideLayout" Target="../slideLayouts/slideLayout51.xml"/><Relationship Id="rId1" Type="http://schemas.openxmlformats.org/officeDocument/2006/relationships/tags" Target="../tags/tag487.xml"/><Relationship Id="rId5" Type="http://schemas.openxmlformats.org/officeDocument/2006/relationships/image" Target="../media/image24.jpg"/><Relationship Id="rId4" Type="http://schemas.openxmlformats.org/officeDocument/2006/relationships/image" Target="../media/image24.png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12192000" y="6258375"/>
            <a:ext cx="3421503" cy="717314"/>
            <a:chOff x="0" y="0"/>
            <a:chExt cx="4562004" cy="956418"/>
          </a:xfrm>
        </p:grpSpPr>
        <p:grpSp>
          <p:nvGrpSpPr>
            <p:cNvPr id="6" name="Group 6"/>
            <p:cNvGrpSpPr/>
            <p:nvPr/>
          </p:nvGrpSpPr>
          <p:grpSpPr>
            <a:xfrm rot="-10800000">
              <a:off x="0" y="0"/>
              <a:ext cx="4562004" cy="956418"/>
              <a:chOff x="0" y="0"/>
              <a:chExt cx="901137" cy="188922"/>
            </a:xfrm>
          </p:grpSpPr>
          <p:sp>
            <p:nvSpPr>
              <p:cNvPr id="7" name="Freeform 7"/>
              <p:cNvSpPr/>
              <p:nvPr/>
            </p:nvSpPr>
            <p:spPr>
              <a:xfrm>
                <a:off x="0" y="0"/>
                <a:ext cx="901137" cy="188922"/>
              </a:xfrm>
              <a:custGeom>
                <a:avLst/>
                <a:gdLst/>
                <a:ahLst/>
                <a:cxnLst/>
                <a:rect l="l" t="t" r="r" b="b"/>
                <a:pathLst>
                  <a:path w="901137" h="188922">
                    <a:moveTo>
                      <a:pt x="0" y="0"/>
                    </a:moveTo>
                    <a:lnTo>
                      <a:pt x="901137" y="0"/>
                    </a:lnTo>
                    <a:lnTo>
                      <a:pt x="901137" y="188922"/>
                    </a:lnTo>
                    <a:lnTo>
                      <a:pt x="0" y="188922"/>
                    </a:lnTo>
                    <a:close/>
                  </a:path>
                </a:pathLst>
              </a:custGeom>
              <a:solidFill>
                <a:srgbClr val="F0F7F8"/>
              </a:solidFill>
            </p:spPr>
          </p:sp>
          <p:sp>
            <p:nvSpPr>
              <p:cNvPr id="8" name="TextBox 8"/>
              <p:cNvSpPr txBox="1"/>
              <p:nvPr/>
            </p:nvSpPr>
            <p:spPr>
              <a:xfrm>
                <a:off x="0" y="-47625"/>
                <a:ext cx="812800" cy="860425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940"/>
                  </a:lnSpc>
                </a:pPr>
                <a:endParaRPr/>
              </a:p>
            </p:txBody>
          </p:sp>
        </p:grpSp>
        <p:sp>
          <p:nvSpPr>
            <p:cNvPr id="9" name="TextBox 9"/>
            <p:cNvSpPr txBox="1"/>
            <p:nvPr/>
          </p:nvSpPr>
          <p:spPr>
            <a:xfrm>
              <a:off x="204988" y="78371"/>
              <a:ext cx="4113351" cy="669414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4480"/>
                </a:lnSpc>
              </a:pPr>
              <a:r>
                <a:rPr lang="en-US" sz="3200" dirty="0" err="1">
                  <a:solidFill>
                    <a:srgbClr val="3B3B3B"/>
                  </a:solidFill>
                  <a:latin typeface="楷体" panose="02010609060101010101" pitchFamily="49" charset="-122"/>
                  <a:ea typeface="楷体" panose="02010609060101010101" pitchFamily="49" charset="-122"/>
                </a:rPr>
                <a:t>汇报人：杨博文</a:t>
              </a:r>
              <a:endParaRPr lang="zh-CN" altLang="en-US" sz="3200" dirty="0">
                <a:solidFill>
                  <a:srgbClr val="3B3B3B"/>
                </a:solidFill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12192000" y="5149516"/>
            <a:ext cx="3421503" cy="717314"/>
            <a:chOff x="0" y="0"/>
            <a:chExt cx="4562004" cy="956418"/>
          </a:xfrm>
        </p:grpSpPr>
        <p:grpSp>
          <p:nvGrpSpPr>
            <p:cNvPr id="11" name="Group 11"/>
            <p:cNvGrpSpPr/>
            <p:nvPr/>
          </p:nvGrpSpPr>
          <p:grpSpPr>
            <a:xfrm rot="-10800000">
              <a:off x="0" y="0"/>
              <a:ext cx="4562004" cy="956418"/>
              <a:chOff x="0" y="0"/>
              <a:chExt cx="901137" cy="188922"/>
            </a:xfrm>
          </p:grpSpPr>
          <p:sp>
            <p:nvSpPr>
              <p:cNvPr id="12" name="Freeform 12"/>
              <p:cNvSpPr/>
              <p:nvPr/>
            </p:nvSpPr>
            <p:spPr>
              <a:xfrm>
                <a:off x="0" y="0"/>
                <a:ext cx="901137" cy="188922"/>
              </a:xfrm>
              <a:custGeom>
                <a:avLst/>
                <a:gdLst/>
                <a:ahLst/>
                <a:cxnLst/>
                <a:rect l="l" t="t" r="r" b="b"/>
                <a:pathLst>
                  <a:path w="901137" h="188922">
                    <a:moveTo>
                      <a:pt x="0" y="0"/>
                    </a:moveTo>
                    <a:lnTo>
                      <a:pt x="901137" y="0"/>
                    </a:lnTo>
                    <a:lnTo>
                      <a:pt x="901137" y="188922"/>
                    </a:lnTo>
                    <a:lnTo>
                      <a:pt x="0" y="188922"/>
                    </a:lnTo>
                    <a:close/>
                  </a:path>
                </a:pathLst>
              </a:custGeom>
              <a:solidFill>
                <a:srgbClr val="F0F7F8"/>
              </a:solidFill>
            </p:spPr>
          </p:sp>
          <p:sp>
            <p:nvSpPr>
              <p:cNvPr id="13" name="TextBox 13"/>
              <p:cNvSpPr txBox="1"/>
              <p:nvPr/>
            </p:nvSpPr>
            <p:spPr>
              <a:xfrm>
                <a:off x="0" y="-47625"/>
                <a:ext cx="812800" cy="860425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940"/>
                  </a:lnSpc>
                </a:pPr>
                <a:endParaRPr/>
              </a:p>
            </p:txBody>
          </p:sp>
        </p:grpSp>
        <p:sp>
          <p:nvSpPr>
            <p:cNvPr id="14" name="TextBox 14"/>
            <p:cNvSpPr txBox="1"/>
            <p:nvPr/>
          </p:nvSpPr>
          <p:spPr>
            <a:xfrm>
              <a:off x="83155" y="92776"/>
              <a:ext cx="4357016" cy="669414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algn="ctr">
                <a:lnSpc>
                  <a:spcPts val="4480"/>
                </a:lnSpc>
              </a:pPr>
              <a:r>
                <a:rPr lang="en-US" sz="3200" dirty="0" err="1">
                  <a:solidFill>
                    <a:srgbClr val="3B3B3B"/>
                  </a:solidFill>
                  <a:latin typeface="楷体" panose="02010609060101010101" pitchFamily="49" charset="-122"/>
                  <a:ea typeface="楷体" panose="02010609060101010101" pitchFamily="49" charset="-122"/>
                </a:rPr>
                <a:t>时间</a:t>
              </a:r>
              <a:r>
                <a:rPr lang="zh-CN" altLang="en-US" sz="3200" dirty="0">
                  <a:solidFill>
                    <a:srgbClr val="3B3B3B"/>
                  </a:solidFill>
                  <a:latin typeface="楷体" panose="02010609060101010101" pitchFamily="49" charset="-122"/>
                  <a:ea typeface="楷体" panose="02010609060101010101" pitchFamily="49" charset="-122"/>
                </a:rPr>
                <a:t>：</a:t>
              </a:r>
              <a:r>
                <a:rPr lang="en-US" altLang="zh-CN" sz="3200" dirty="0">
                  <a:solidFill>
                    <a:srgbClr val="3B3B3B"/>
                  </a:solidFill>
                  <a:latin typeface="楷体" panose="02010609060101010101" pitchFamily="49" charset="-122"/>
                  <a:ea typeface="楷体" panose="02010609060101010101" pitchFamily="49" charset="-122"/>
                </a:rPr>
                <a:t>2025.5.19</a:t>
              </a:r>
              <a:endParaRPr lang="en-US" sz="3200" dirty="0">
                <a:solidFill>
                  <a:srgbClr val="3B3B3B"/>
                </a:solidFill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</p:grpSp>
      <p:sp>
        <p:nvSpPr>
          <p:cNvPr id="19" name="TextBox 19"/>
          <p:cNvSpPr txBox="1"/>
          <p:nvPr/>
        </p:nvSpPr>
        <p:spPr>
          <a:xfrm>
            <a:off x="1509831" y="2238875"/>
            <a:ext cx="15268338" cy="257955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10750"/>
              </a:lnSpc>
            </a:pPr>
            <a:r>
              <a:rPr lang="zh-CN" altLang="en-US" sz="7200" spc="614" dirty="0">
                <a:solidFill>
                  <a:srgbClr val="0C698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算法设计与分析</a:t>
            </a:r>
            <a:endParaRPr lang="en-US" altLang="zh-CN" sz="7200" spc="614" dirty="0">
              <a:solidFill>
                <a:srgbClr val="0C6980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 algn="ctr">
              <a:lnSpc>
                <a:spcPts val="10750"/>
              </a:lnSpc>
            </a:pPr>
            <a:r>
              <a:rPr lang="zh-CN" altLang="en-US" sz="7200" spc="614" dirty="0">
                <a:solidFill>
                  <a:srgbClr val="0C698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大作业答辩</a:t>
            </a:r>
            <a:endParaRPr lang="en-US" altLang="zh-CN" sz="7200" spc="614" dirty="0">
              <a:solidFill>
                <a:srgbClr val="0C6980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grpSp>
        <p:nvGrpSpPr>
          <p:cNvPr id="15" name="Group 5"/>
          <p:cNvGrpSpPr/>
          <p:nvPr/>
        </p:nvGrpSpPr>
        <p:grpSpPr>
          <a:xfrm>
            <a:off x="12195126" y="7094795"/>
            <a:ext cx="3421503" cy="717314"/>
            <a:chOff x="0" y="0"/>
            <a:chExt cx="4562004" cy="956418"/>
          </a:xfrm>
        </p:grpSpPr>
        <p:grpSp>
          <p:nvGrpSpPr>
            <p:cNvPr id="16" name="Group 6"/>
            <p:cNvGrpSpPr/>
            <p:nvPr/>
          </p:nvGrpSpPr>
          <p:grpSpPr>
            <a:xfrm rot="-10800000">
              <a:off x="0" y="0"/>
              <a:ext cx="4562004" cy="956418"/>
              <a:chOff x="0" y="0"/>
              <a:chExt cx="901137" cy="188922"/>
            </a:xfrm>
          </p:grpSpPr>
          <p:sp>
            <p:nvSpPr>
              <p:cNvPr id="18" name="Freeform 7"/>
              <p:cNvSpPr/>
              <p:nvPr/>
            </p:nvSpPr>
            <p:spPr>
              <a:xfrm>
                <a:off x="0" y="0"/>
                <a:ext cx="901137" cy="188922"/>
              </a:xfrm>
              <a:custGeom>
                <a:avLst/>
                <a:gdLst/>
                <a:ahLst/>
                <a:cxnLst/>
                <a:rect l="l" t="t" r="r" b="b"/>
                <a:pathLst>
                  <a:path w="901137" h="188922">
                    <a:moveTo>
                      <a:pt x="0" y="0"/>
                    </a:moveTo>
                    <a:lnTo>
                      <a:pt x="901137" y="0"/>
                    </a:lnTo>
                    <a:lnTo>
                      <a:pt x="901137" y="188922"/>
                    </a:lnTo>
                    <a:lnTo>
                      <a:pt x="0" y="188922"/>
                    </a:lnTo>
                    <a:close/>
                  </a:path>
                </a:pathLst>
              </a:custGeom>
              <a:solidFill>
                <a:srgbClr val="F0F7F8"/>
              </a:solidFill>
            </p:spPr>
          </p:sp>
          <p:sp>
            <p:nvSpPr>
              <p:cNvPr id="20" name="TextBox 8"/>
              <p:cNvSpPr txBox="1"/>
              <p:nvPr/>
            </p:nvSpPr>
            <p:spPr>
              <a:xfrm>
                <a:off x="0" y="-47625"/>
                <a:ext cx="812800" cy="860425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940"/>
                  </a:lnSpc>
                </a:pPr>
                <a:endParaRPr/>
              </a:p>
            </p:txBody>
          </p:sp>
        </p:grpSp>
        <p:sp>
          <p:nvSpPr>
            <p:cNvPr id="17" name="TextBox 9"/>
            <p:cNvSpPr txBox="1"/>
            <p:nvPr/>
          </p:nvSpPr>
          <p:spPr>
            <a:xfrm>
              <a:off x="204988" y="78371"/>
              <a:ext cx="4113351" cy="669414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4480"/>
                </a:lnSpc>
              </a:pPr>
              <a:r>
                <a:rPr lang="zh-CN" altLang="en-US" sz="3200" dirty="0">
                  <a:solidFill>
                    <a:srgbClr val="3B3B3B"/>
                  </a:solidFill>
                  <a:latin typeface="楷体" panose="02010609060101010101" pitchFamily="49" charset="-122"/>
                  <a:ea typeface="楷体" panose="02010609060101010101" pitchFamily="49" charset="-122"/>
                </a:rPr>
                <a:t>张瑾然、宋雨璇</a:t>
              </a:r>
            </a:p>
          </p:txBody>
        </p:sp>
      </p:grpSp>
      <p:grpSp>
        <p:nvGrpSpPr>
          <p:cNvPr id="21" name="Group 5">
            <a:extLst>
              <a:ext uri="{FF2B5EF4-FFF2-40B4-BE49-F238E27FC236}">
                <a16:creationId xmlns:a16="http://schemas.microsoft.com/office/drawing/2014/main" id="{63C00CF8-5286-E143-A8FA-6E88DB62AC63}"/>
              </a:ext>
            </a:extLst>
          </p:cNvPr>
          <p:cNvGrpSpPr/>
          <p:nvPr/>
        </p:nvGrpSpPr>
        <p:grpSpPr>
          <a:xfrm>
            <a:off x="12177495" y="7935245"/>
            <a:ext cx="3421503" cy="717314"/>
            <a:chOff x="0" y="0"/>
            <a:chExt cx="4562004" cy="956418"/>
          </a:xfrm>
        </p:grpSpPr>
        <p:grpSp>
          <p:nvGrpSpPr>
            <p:cNvPr id="22" name="Group 6">
              <a:extLst>
                <a:ext uri="{FF2B5EF4-FFF2-40B4-BE49-F238E27FC236}">
                  <a16:creationId xmlns:a16="http://schemas.microsoft.com/office/drawing/2014/main" id="{04C6F395-B601-0C49-815C-0BA7B966772A}"/>
                </a:ext>
              </a:extLst>
            </p:cNvPr>
            <p:cNvGrpSpPr/>
            <p:nvPr/>
          </p:nvGrpSpPr>
          <p:grpSpPr>
            <a:xfrm rot="-10800000">
              <a:off x="0" y="0"/>
              <a:ext cx="4562004" cy="956418"/>
              <a:chOff x="0" y="0"/>
              <a:chExt cx="901137" cy="188922"/>
            </a:xfrm>
          </p:grpSpPr>
          <p:sp>
            <p:nvSpPr>
              <p:cNvPr id="24" name="Freeform 7">
                <a:extLst>
                  <a:ext uri="{FF2B5EF4-FFF2-40B4-BE49-F238E27FC236}">
                    <a16:creationId xmlns:a16="http://schemas.microsoft.com/office/drawing/2014/main" id="{6B24AC90-8C07-5741-98B2-8645BC7A89AB}"/>
                  </a:ext>
                </a:extLst>
              </p:cNvPr>
              <p:cNvSpPr/>
              <p:nvPr/>
            </p:nvSpPr>
            <p:spPr>
              <a:xfrm>
                <a:off x="0" y="0"/>
                <a:ext cx="901137" cy="188922"/>
              </a:xfrm>
              <a:custGeom>
                <a:avLst/>
                <a:gdLst/>
                <a:ahLst/>
                <a:cxnLst/>
                <a:rect l="l" t="t" r="r" b="b"/>
                <a:pathLst>
                  <a:path w="901137" h="188922">
                    <a:moveTo>
                      <a:pt x="0" y="0"/>
                    </a:moveTo>
                    <a:lnTo>
                      <a:pt x="901137" y="0"/>
                    </a:lnTo>
                    <a:lnTo>
                      <a:pt x="901137" y="188922"/>
                    </a:lnTo>
                    <a:lnTo>
                      <a:pt x="0" y="188922"/>
                    </a:lnTo>
                    <a:close/>
                  </a:path>
                </a:pathLst>
              </a:custGeom>
              <a:solidFill>
                <a:srgbClr val="F0F7F8"/>
              </a:solidFill>
            </p:spPr>
          </p:sp>
          <p:sp>
            <p:nvSpPr>
              <p:cNvPr id="25" name="TextBox 8">
                <a:extLst>
                  <a:ext uri="{FF2B5EF4-FFF2-40B4-BE49-F238E27FC236}">
                    <a16:creationId xmlns:a16="http://schemas.microsoft.com/office/drawing/2014/main" id="{647C8987-FFF3-1C44-B2C3-128DCB067177}"/>
                  </a:ext>
                </a:extLst>
              </p:cNvPr>
              <p:cNvSpPr txBox="1"/>
              <p:nvPr/>
            </p:nvSpPr>
            <p:spPr>
              <a:xfrm>
                <a:off x="0" y="-47625"/>
                <a:ext cx="812800" cy="860425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940"/>
                  </a:lnSpc>
                </a:pPr>
                <a:endParaRPr/>
              </a:p>
            </p:txBody>
          </p:sp>
        </p:grpSp>
        <p:sp>
          <p:nvSpPr>
            <p:cNvPr id="23" name="TextBox 9">
              <a:extLst>
                <a:ext uri="{FF2B5EF4-FFF2-40B4-BE49-F238E27FC236}">
                  <a16:creationId xmlns:a16="http://schemas.microsoft.com/office/drawing/2014/main" id="{4B547026-0E60-F444-BAF6-553E21481E2F}"/>
                </a:ext>
              </a:extLst>
            </p:cNvPr>
            <p:cNvSpPr txBox="1"/>
            <p:nvPr/>
          </p:nvSpPr>
          <p:spPr>
            <a:xfrm>
              <a:off x="204988" y="78371"/>
              <a:ext cx="4113351" cy="669414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4480"/>
                </a:lnSpc>
              </a:pPr>
              <a:r>
                <a:rPr lang="zh-CN" altLang="en-US" sz="3200" dirty="0">
                  <a:solidFill>
                    <a:srgbClr val="3B3B3B"/>
                  </a:solidFill>
                  <a:latin typeface="楷体" panose="02010609060101010101" pitchFamily="49" charset="-122"/>
                  <a:ea typeface="楷体" panose="02010609060101010101" pitchFamily="49" charset="-122"/>
                </a:rPr>
                <a:t>第</a:t>
              </a:r>
              <a:r>
                <a:rPr lang="en-US" altLang="zh-CN" sz="3200" dirty="0">
                  <a:solidFill>
                    <a:srgbClr val="3B3B3B"/>
                  </a:solidFill>
                  <a:latin typeface="楷体" panose="02010609060101010101" pitchFamily="49" charset="-122"/>
                  <a:ea typeface="楷体" panose="02010609060101010101" pitchFamily="49" charset="-122"/>
                </a:rPr>
                <a:t>1</a:t>
              </a:r>
              <a:r>
                <a:rPr lang="zh-CN" altLang="en-US" sz="3200" dirty="0">
                  <a:solidFill>
                    <a:srgbClr val="3B3B3B"/>
                  </a:solidFill>
                  <a:latin typeface="楷体" panose="02010609060101010101" pitchFamily="49" charset="-122"/>
                  <a:ea typeface="楷体" panose="02010609060101010101" pitchFamily="49" charset="-122"/>
                </a:rPr>
                <a:t>组</a:t>
              </a:r>
            </a:p>
          </p:txBody>
        </p:sp>
      </p:grpSp>
      <p:grpSp>
        <p:nvGrpSpPr>
          <p:cNvPr id="26" name="Group 5">
            <a:extLst>
              <a:ext uri="{FF2B5EF4-FFF2-40B4-BE49-F238E27FC236}">
                <a16:creationId xmlns:a16="http://schemas.microsoft.com/office/drawing/2014/main" id="{4F8FD3D2-D893-8540-B5B4-F8EF920185D0}"/>
              </a:ext>
            </a:extLst>
          </p:cNvPr>
          <p:cNvGrpSpPr/>
          <p:nvPr/>
        </p:nvGrpSpPr>
        <p:grpSpPr>
          <a:xfrm>
            <a:off x="7625218" y="3197668"/>
            <a:ext cx="4039289" cy="5497147"/>
            <a:chOff x="447206" y="-3158383"/>
            <a:chExt cx="5385719" cy="7329526"/>
          </a:xfrm>
        </p:grpSpPr>
        <p:grpSp>
          <p:nvGrpSpPr>
            <p:cNvPr id="27" name="Group 6">
              <a:extLst>
                <a:ext uri="{FF2B5EF4-FFF2-40B4-BE49-F238E27FC236}">
                  <a16:creationId xmlns:a16="http://schemas.microsoft.com/office/drawing/2014/main" id="{26B12C07-0B3D-7542-8790-1C73F8029189}"/>
                </a:ext>
              </a:extLst>
            </p:cNvPr>
            <p:cNvGrpSpPr/>
            <p:nvPr/>
          </p:nvGrpSpPr>
          <p:grpSpPr>
            <a:xfrm rot="-10800000">
              <a:off x="447206" y="-3158383"/>
              <a:ext cx="5385719" cy="7329526"/>
              <a:chOff x="-251046" y="-635007"/>
              <a:chExt cx="1063846" cy="1447807"/>
            </a:xfrm>
          </p:grpSpPr>
          <p:sp>
            <p:nvSpPr>
              <p:cNvPr id="29" name="Freeform 7">
                <a:extLst>
                  <a:ext uri="{FF2B5EF4-FFF2-40B4-BE49-F238E27FC236}">
                    <a16:creationId xmlns:a16="http://schemas.microsoft.com/office/drawing/2014/main" id="{002286AD-FDED-F943-9AFD-150945003573}"/>
                  </a:ext>
                </a:extLst>
              </p:cNvPr>
              <p:cNvSpPr/>
              <p:nvPr/>
            </p:nvSpPr>
            <p:spPr>
              <a:xfrm>
                <a:off x="-251046" y="-635007"/>
                <a:ext cx="1061931" cy="807526"/>
              </a:xfrm>
              <a:custGeom>
                <a:avLst/>
                <a:gdLst/>
                <a:ahLst/>
                <a:cxnLst/>
                <a:rect l="l" t="t" r="r" b="b"/>
                <a:pathLst>
                  <a:path w="901137" h="188922">
                    <a:moveTo>
                      <a:pt x="0" y="0"/>
                    </a:moveTo>
                    <a:lnTo>
                      <a:pt x="901137" y="0"/>
                    </a:lnTo>
                    <a:lnTo>
                      <a:pt x="901137" y="188922"/>
                    </a:lnTo>
                    <a:lnTo>
                      <a:pt x="0" y="188922"/>
                    </a:lnTo>
                    <a:close/>
                  </a:path>
                </a:pathLst>
              </a:custGeom>
              <a:solidFill>
                <a:srgbClr val="F0F7F8"/>
              </a:solidFill>
            </p:spPr>
            <p:txBody>
              <a:bodyPr/>
              <a:lstStyle/>
              <a:p>
                <a:endParaRPr lang="zh-CN" altLang="en-US" dirty="0"/>
              </a:p>
            </p:txBody>
          </p:sp>
          <p:sp>
            <p:nvSpPr>
              <p:cNvPr id="30" name="TextBox 8">
                <a:extLst>
                  <a:ext uri="{FF2B5EF4-FFF2-40B4-BE49-F238E27FC236}">
                    <a16:creationId xmlns:a16="http://schemas.microsoft.com/office/drawing/2014/main" id="{65B3C554-9763-F74D-8A07-29711F83CECD}"/>
                  </a:ext>
                </a:extLst>
              </p:cNvPr>
              <p:cNvSpPr txBox="1"/>
              <p:nvPr/>
            </p:nvSpPr>
            <p:spPr>
              <a:xfrm>
                <a:off x="0" y="-47625"/>
                <a:ext cx="812800" cy="860425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940"/>
                  </a:lnSpc>
                </a:pPr>
                <a:endParaRPr/>
              </a:p>
            </p:txBody>
          </p:sp>
        </p:grpSp>
        <p:sp>
          <p:nvSpPr>
            <p:cNvPr id="28" name="TextBox 9">
              <a:extLst>
                <a:ext uri="{FF2B5EF4-FFF2-40B4-BE49-F238E27FC236}">
                  <a16:creationId xmlns:a16="http://schemas.microsoft.com/office/drawing/2014/main" id="{3C84EA31-017B-0446-B706-E22F84F602B2}"/>
                </a:ext>
              </a:extLst>
            </p:cNvPr>
            <p:cNvSpPr txBox="1"/>
            <p:nvPr/>
          </p:nvSpPr>
          <p:spPr>
            <a:xfrm>
              <a:off x="721312" y="242565"/>
              <a:ext cx="4827815" cy="3747179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algn="ctr">
                <a:lnSpc>
                  <a:spcPts val="4480"/>
                </a:lnSpc>
              </a:pPr>
              <a:r>
                <a:rPr lang="zh-CN" altLang="en-US" sz="3200" dirty="0">
                  <a:solidFill>
                    <a:srgbClr val="3B3B3B"/>
                  </a:solidFill>
                  <a:latin typeface="楷体" panose="02010609060101010101" pitchFamily="49" charset="-122"/>
                  <a:ea typeface="楷体" panose="02010609060101010101" pitchFamily="49" charset="-122"/>
                </a:rPr>
                <a:t>分工：</a:t>
              </a:r>
              <a:endParaRPr lang="en-US" altLang="zh-CN" sz="3200" dirty="0">
                <a:solidFill>
                  <a:srgbClr val="3B3B3B"/>
                </a:solidFill>
                <a:latin typeface="楷体" panose="02010609060101010101" pitchFamily="49" charset="-122"/>
                <a:ea typeface="楷体" panose="02010609060101010101" pitchFamily="49" charset="-122"/>
              </a:endParaRPr>
            </a:p>
            <a:p>
              <a:pPr algn="ctr">
                <a:lnSpc>
                  <a:spcPts val="4480"/>
                </a:lnSpc>
              </a:pPr>
              <a:r>
                <a:rPr lang="zh-CN" altLang="en-US" sz="3200" dirty="0">
                  <a:solidFill>
                    <a:srgbClr val="3B3B3B"/>
                  </a:solidFill>
                  <a:latin typeface="楷体" panose="02010609060101010101" pitchFamily="49" charset="-122"/>
                  <a:ea typeface="楷体" panose="02010609060101010101" pitchFamily="49" charset="-122"/>
                </a:rPr>
                <a:t>算法设计：共同</a:t>
              </a:r>
              <a:endParaRPr lang="en-US" altLang="zh-CN" sz="3200" dirty="0">
                <a:solidFill>
                  <a:srgbClr val="3B3B3B"/>
                </a:solidFill>
                <a:latin typeface="楷体" panose="02010609060101010101" pitchFamily="49" charset="-122"/>
                <a:ea typeface="楷体" panose="02010609060101010101" pitchFamily="49" charset="-122"/>
              </a:endParaRPr>
            </a:p>
            <a:p>
              <a:pPr algn="ctr">
                <a:lnSpc>
                  <a:spcPts val="4480"/>
                </a:lnSpc>
              </a:pPr>
              <a:r>
                <a:rPr lang="zh-CN" altLang="en-US" sz="3200" dirty="0">
                  <a:solidFill>
                    <a:srgbClr val="3B3B3B"/>
                  </a:solidFill>
                  <a:latin typeface="楷体" panose="02010609060101010101" pitchFamily="49" charset="-122"/>
                  <a:ea typeface="楷体" panose="02010609060101010101" pitchFamily="49" charset="-122"/>
                </a:rPr>
                <a:t>代码：张瑾然</a:t>
              </a:r>
              <a:endParaRPr lang="en-US" altLang="zh-CN" sz="3200" dirty="0">
                <a:solidFill>
                  <a:srgbClr val="3B3B3B"/>
                </a:solidFill>
                <a:latin typeface="楷体" panose="02010609060101010101" pitchFamily="49" charset="-122"/>
                <a:ea typeface="楷体" panose="02010609060101010101" pitchFamily="49" charset="-122"/>
              </a:endParaRPr>
            </a:p>
            <a:p>
              <a:pPr algn="ctr">
                <a:lnSpc>
                  <a:spcPts val="4480"/>
                </a:lnSpc>
              </a:pPr>
              <a:r>
                <a:rPr lang="zh-CN" altLang="en-US" sz="3200" dirty="0">
                  <a:solidFill>
                    <a:srgbClr val="3B3B3B"/>
                  </a:solidFill>
                  <a:latin typeface="楷体" panose="02010609060101010101" pitchFamily="49" charset="-122"/>
                  <a:ea typeface="楷体" panose="02010609060101010101" pitchFamily="49" charset="-122"/>
                </a:rPr>
                <a:t>实验报告：宋雨璇</a:t>
              </a:r>
              <a:endParaRPr lang="en-US" altLang="zh-CN" sz="3200" dirty="0">
                <a:solidFill>
                  <a:srgbClr val="3B3B3B"/>
                </a:solidFill>
                <a:latin typeface="楷体" panose="02010609060101010101" pitchFamily="49" charset="-122"/>
                <a:ea typeface="楷体" panose="02010609060101010101" pitchFamily="49" charset="-122"/>
              </a:endParaRPr>
            </a:p>
            <a:p>
              <a:pPr algn="ctr">
                <a:lnSpc>
                  <a:spcPts val="4480"/>
                </a:lnSpc>
              </a:pPr>
              <a:r>
                <a:rPr lang="zh-CN" altLang="en-US" sz="3200" dirty="0">
                  <a:solidFill>
                    <a:srgbClr val="3B3B3B"/>
                  </a:solidFill>
                  <a:latin typeface="楷体" panose="02010609060101010101" pitchFamily="49" charset="-122"/>
                  <a:ea typeface="楷体" panose="02010609060101010101" pitchFamily="49" charset="-122"/>
                </a:rPr>
                <a:t>汇报、</a:t>
              </a:r>
              <a:r>
                <a:rPr lang="en-US" altLang="zh-CN" sz="3200" dirty="0">
                  <a:solidFill>
                    <a:srgbClr val="3B3B3B"/>
                  </a:solidFill>
                  <a:latin typeface="楷体" panose="02010609060101010101" pitchFamily="49" charset="-122"/>
                  <a:ea typeface="楷体" panose="02010609060101010101" pitchFamily="49" charset="-122"/>
                </a:rPr>
                <a:t>PPT</a:t>
              </a:r>
              <a:r>
                <a:rPr lang="zh-CN" altLang="en-US" sz="3200" dirty="0">
                  <a:solidFill>
                    <a:srgbClr val="3B3B3B"/>
                  </a:solidFill>
                  <a:latin typeface="楷体" panose="02010609060101010101" pitchFamily="49" charset="-122"/>
                  <a:ea typeface="楷体" panose="02010609060101010101" pitchFamily="49" charset="-122"/>
                </a:rPr>
                <a:t>：杨博文</a:t>
              </a:r>
            </a:p>
          </p:txBody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Freeform 8"/>
          <p:cNvSpPr/>
          <p:nvPr/>
        </p:nvSpPr>
        <p:spPr>
          <a:xfrm>
            <a:off x="9601200" y="3103880"/>
            <a:ext cx="6899910" cy="3573780"/>
          </a:xfrm>
          <a:custGeom>
            <a:avLst/>
            <a:gdLst/>
            <a:ahLst/>
            <a:cxnLst/>
            <a:rect l="l" t="t" r="r" b="b"/>
            <a:pathLst>
              <a:path w="5877912" h="6376236">
                <a:moveTo>
                  <a:pt x="5573112" y="0"/>
                </a:moveTo>
                <a:lnTo>
                  <a:pt x="304800" y="0"/>
                </a:lnTo>
                <a:cubicBezTo>
                  <a:pt x="135890" y="0"/>
                  <a:pt x="0" y="135890"/>
                  <a:pt x="0" y="304800"/>
                </a:cubicBezTo>
                <a:lnTo>
                  <a:pt x="0" y="6071436"/>
                </a:lnTo>
                <a:cubicBezTo>
                  <a:pt x="0" y="6240346"/>
                  <a:pt x="135890" y="6376236"/>
                  <a:pt x="304800" y="6376236"/>
                </a:cubicBezTo>
                <a:lnTo>
                  <a:pt x="5573112" y="6376236"/>
                </a:lnTo>
                <a:cubicBezTo>
                  <a:pt x="5742022" y="6376236"/>
                  <a:pt x="5877912" y="6240346"/>
                  <a:pt x="5877912" y="6071436"/>
                </a:cubicBezTo>
                <a:lnTo>
                  <a:pt x="5877912" y="304800"/>
                </a:lnTo>
                <a:cubicBezTo>
                  <a:pt x="5877912" y="135890"/>
                  <a:pt x="5742022" y="0"/>
                  <a:pt x="5573112" y="0"/>
                </a:cubicBezTo>
                <a:close/>
              </a:path>
            </a:pathLst>
          </a:custGeom>
          <a:solidFill>
            <a:srgbClr val="F0F7F8"/>
          </a:solidFill>
        </p:spPr>
      </p:sp>
      <p:sp>
        <p:nvSpPr>
          <p:cNvPr id="2" name="TextBox 2"/>
          <p:cNvSpPr txBox="1"/>
          <p:nvPr/>
        </p:nvSpPr>
        <p:spPr>
          <a:xfrm>
            <a:off x="2572385" y="2444115"/>
            <a:ext cx="7692390" cy="534479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41680"/>
              </a:lnSpc>
            </a:pPr>
            <a:r>
              <a:rPr lang="en-US" sz="36500" b="1" spc="2413">
                <a:solidFill>
                  <a:srgbClr val="D8E6E5"/>
                </a:solidFill>
                <a:latin typeface="+mn-ea"/>
              </a:rPr>
              <a:t>01</a:t>
            </a:r>
          </a:p>
        </p:txBody>
      </p:sp>
      <p:grpSp>
        <p:nvGrpSpPr>
          <p:cNvPr id="7" name="组合 6"/>
          <p:cNvGrpSpPr/>
          <p:nvPr/>
        </p:nvGrpSpPr>
        <p:grpSpPr>
          <a:xfrm>
            <a:off x="3392170" y="5734050"/>
            <a:ext cx="3969385" cy="941070"/>
            <a:chOff x="5019" y="8913"/>
            <a:chExt cx="6251" cy="1482"/>
          </a:xfrm>
        </p:grpSpPr>
        <p:grpSp>
          <p:nvGrpSpPr>
            <p:cNvPr id="3" name="Group 3"/>
            <p:cNvGrpSpPr/>
            <p:nvPr/>
          </p:nvGrpSpPr>
          <p:grpSpPr>
            <a:xfrm>
              <a:off x="5019" y="8913"/>
              <a:ext cx="6251" cy="1482"/>
              <a:chOff x="0" y="0"/>
              <a:chExt cx="1106344" cy="336509"/>
            </a:xfrm>
          </p:grpSpPr>
          <p:sp>
            <p:nvSpPr>
              <p:cNvPr id="4" name="Freeform 4"/>
              <p:cNvSpPr/>
              <p:nvPr/>
            </p:nvSpPr>
            <p:spPr>
              <a:xfrm>
                <a:off x="0" y="0"/>
                <a:ext cx="1106344" cy="336509"/>
              </a:xfrm>
              <a:custGeom>
                <a:avLst/>
                <a:gdLst/>
                <a:ahLst/>
                <a:cxnLst/>
                <a:rect l="l" t="t" r="r" b="b"/>
                <a:pathLst>
                  <a:path w="1106344" h="336509">
                    <a:moveTo>
                      <a:pt x="0" y="0"/>
                    </a:moveTo>
                    <a:lnTo>
                      <a:pt x="1106344" y="0"/>
                    </a:lnTo>
                    <a:lnTo>
                      <a:pt x="1106344" y="336509"/>
                    </a:lnTo>
                    <a:lnTo>
                      <a:pt x="0" y="336509"/>
                    </a:lnTo>
                    <a:close/>
                  </a:path>
                </a:pathLst>
              </a:custGeom>
              <a:solidFill>
                <a:srgbClr val="70ADB2"/>
              </a:solidFill>
            </p:spPr>
          </p:sp>
          <p:sp>
            <p:nvSpPr>
              <p:cNvPr id="5" name="TextBox 5"/>
              <p:cNvSpPr txBox="1"/>
              <p:nvPr/>
            </p:nvSpPr>
            <p:spPr>
              <a:xfrm>
                <a:off x="0" y="-47625"/>
                <a:ext cx="812800" cy="860425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940"/>
                  </a:lnSpc>
                </a:pPr>
                <a:endParaRPr sz="1400"/>
              </a:p>
            </p:txBody>
          </p:sp>
        </p:grpSp>
        <p:sp>
          <p:nvSpPr>
            <p:cNvPr id="6" name="TextBox 6"/>
            <p:cNvSpPr txBox="1"/>
            <p:nvPr/>
          </p:nvSpPr>
          <p:spPr>
            <a:xfrm>
              <a:off x="5200" y="8976"/>
              <a:ext cx="5888" cy="116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6440"/>
                </a:lnSpc>
              </a:pPr>
              <a:r>
                <a:rPr lang="zh-CN" altLang="en-US" sz="4000" dirty="0">
                  <a:solidFill>
                    <a:srgbClr val="FFFFFF"/>
                  </a:solidFill>
                  <a:ea typeface="字由点字典黑 55J" panose="00020600040101010101" charset="-122"/>
                </a:rPr>
                <a:t>选题分析</a:t>
              </a:r>
            </a:p>
          </p:txBody>
        </p:sp>
      </p:grpSp>
      <p:sp>
        <p:nvSpPr>
          <p:cNvPr id="9" name="TextBox 9"/>
          <p:cNvSpPr txBox="1"/>
          <p:nvPr/>
        </p:nvSpPr>
        <p:spPr>
          <a:xfrm>
            <a:off x="10058400" y="4209814"/>
            <a:ext cx="5985510" cy="136191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zh-CN" altLang="en-US" sz="3200" dirty="0">
                <a:solidFill>
                  <a:srgbClr val="22232A"/>
                </a:solidFill>
                <a:latin typeface="楷体" panose="02010609060101010101" pitchFamily="49" charset="-122"/>
                <a:ea typeface="楷体" panose="02010609060101010101" pitchFamily="49" charset="-122"/>
                <a:sym typeface="+mn-ea"/>
              </a:rPr>
              <a:t>第六题：</a:t>
            </a:r>
            <a:endParaRPr lang="en-US" altLang="zh-CN" sz="3200" dirty="0">
              <a:solidFill>
                <a:srgbClr val="22232A"/>
              </a:solidFill>
              <a:latin typeface="楷体" panose="02010609060101010101" pitchFamily="49" charset="-122"/>
              <a:ea typeface="楷体" panose="02010609060101010101" pitchFamily="49" charset="-122"/>
              <a:sym typeface="+mn-ea"/>
            </a:endParaRPr>
          </a:p>
          <a:p>
            <a:pPr algn="just">
              <a:lnSpc>
                <a:spcPct val="150000"/>
              </a:lnSpc>
            </a:pPr>
            <a:r>
              <a:rPr lang="zh-CN" altLang="en-US" sz="3200" dirty="0">
                <a:solidFill>
                  <a:srgbClr val="22232A"/>
                </a:solidFill>
                <a:latin typeface="楷体" panose="02010609060101010101" pitchFamily="49" charset="-122"/>
                <a:ea typeface="楷体" panose="02010609060101010101" pitchFamily="49" charset="-122"/>
                <a:sym typeface="+mn-ea"/>
              </a:rPr>
              <a:t>股票</a:t>
            </a:r>
            <a:endParaRPr lang="zh-CN" altLang="en-US" sz="3200" dirty="0">
              <a:solidFill>
                <a:srgbClr val="22232A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3"/>
          <p:cNvGrpSpPr/>
          <p:nvPr/>
        </p:nvGrpSpPr>
        <p:grpSpPr>
          <a:xfrm>
            <a:off x="685821" y="723971"/>
            <a:ext cx="16852858" cy="8818737"/>
            <a:chOff x="0" y="0"/>
            <a:chExt cx="3657498" cy="1913890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3657498" cy="1913890"/>
            </a:xfrm>
            <a:custGeom>
              <a:avLst/>
              <a:gdLst/>
              <a:ahLst/>
              <a:cxnLst/>
              <a:rect l="l" t="t" r="r" b="b"/>
              <a:pathLst>
                <a:path w="3657498" h="1913890">
                  <a:moveTo>
                    <a:pt x="3533038" y="1913890"/>
                  </a:moveTo>
                  <a:lnTo>
                    <a:pt x="124460" y="1913890"/>
                  </a:lnTo>
                  <a:cubicBezTo>
                    <a:pt x="55880" y="1913890"/>
                    <a:pt x="0" y="1858010"/>
                    <a:pt x="0" y="1789430"/>
                  </a:cubicBezTo>
                  <a:lnTo>
                    <a:pt x="0" y="124460"/>
                  </a:lnTo>
                  <a:cubicBezTo>
                    <a:pt x="0" y="55880"/>
                    <a:pt x="55880" y="0"/>
                    <a:pt x="124460" y="0"/>
                  </a:cubicBezTo>
                  <a:lnTo>
                    <a:pt x="3533038" y="0"/>
                  </a:lnTo>
                  <a:cubicBezTo>
                    <a:pt x="3601618" y="0"/>
                    <a:pt x="3657498" y="55880"/>
                    <a:pt x="3657498" y="124460"/>
                  </a:cubicBezTo>
                  <a:lnTo>
                    <a:pt x="3657498" y="1789430"/>
                  </a:lnTo>
                  <a:cubicBezTo>
                    <a:pt x="3657498" y="1858010"/>
                    <a:pt x="3601618" y="1913890"/>
                    <a:pt x="3533038" y="191389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</p:grpSp>
      <p:sp>
        <p:nvSpPr>
          <p:cNvPr id="2" name="文本框 1"/>
          <p:cNvSpPr txBox="1"/>
          <p:nvPr/>
        </p:nvSpPr>
        <p:spPr>
          <a:xfrm>
            <a:off x="1905000" y="60352"/>
            <a:ext cx="60960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600" dirty="0">
                <a:solidFill>
                  <a:schemeClr val="accent1">
                    <a:lumMod val="75000"/>
                  </a:schemeClr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选题介绍</a:t>
            </a:r>
          </a:p>
        </p:txBody>
      </p:sp>
      <p:sp>
        <p:nvSpPr>
          <p:cNvPr id="9" name="TextBox 14">
            <a:extLst>
              <a:ext uri="{FF2B5EF4-FFF2-40B4-BE49-F238E27FC236}">
                <a16:creationId xmlns:a16="http://schemas.microsoft.com/office/drawing/2014/main" id="{A9EAF641-3245-F440-B809-872F92BEDED9}"/>
              </a:ext>
            </a:extLst>
          </p:cNvPr>
          <p:cNvSpPr txBox="1"/>
          <p:nvPr>
            <p:custDataLst>
              <p:tags r:id="rId1"/>
            </p:custDataLst>
          </p:nvPr>
        </p:nvSpPr>
        <p:spPr>
          <a:xfrm>
            <a:off x="2860992" y="1866256"/>
            <a:ext cx="12502515" cy="655448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just">
              <a:lnSpc>
                <a:spcPct val="150000"/>
              </a:lnSpc>
              <a:buClrTx/>
              <a:buSzTx/>
              <a:buFontTx/>
            </a:pPr>
            <a:r>
              <a:rPr lang="zh-CN" altLang="en-US" sz="3200" dirty="0">
                <a:solidFill>
                  <a:srgbClr val="22232A"/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选题</a:t>
            </a:r>
            <a:r>
              <a:rPr lang="en-US" altLang="zh-CN" sz="3200" dirty="0">
                <a:solidFill>
                  <a:srgbClr val="22232A"/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6</a:t>
            </a:r>
            <a:r>
              <a:rPr lang="zh-CN" altLang="en-US" sz="3200" dirty="0">
                <a:solidFill>
                  <a:srgbClr val="22232A"/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：</a:t>
            </a:r>
          </a:p>
          <a:p>
            <a:pPr algn="just">
              <a:lnSpc>
                <a:spcPct val="150000"/>
              </a:lnSpc>
              <a:buClrTx/>
              <a:buSzTx/>
              <a:buFontTx/>
            </a:pPr>
            <a:r>
              <a:rPr lang="zh-CN" altLang="en-US" sz="3200" dirty="0">
                <a:solidFill>
                  <a:srgbClr val="FF0000"/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给定</a:t>
            </a:r>
            <a:r>
              <a:rPr lang="zh-CN" altLang="en-US" sz="3200" dirty="0">
                <a:solidFill>
                  <a:srgbClr val="22232A"/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一个整数数组 </a:t>
            </a:r>
            <a:r>
              <a:rPr lang="en-US" altLang="zh-CN" sz="3200" dirty="0">
                <a:solidFill>
                  <a:srgbClr val="22232A"/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prices</a:t>
            </a:r>
            <a:r>
              <a:rPr lang="zh-CN" altLang="en-US" sz="3200" dirty="0">
                <a:solidFill>
                  <a:srgbClr val="22232A"/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，其中 </a:t>
            </a:r>
            <a:r>
              <a:rPr lang="en-US" altLang="zh-CN" sz="3200" dirty="0">
                <a:solidFill>
                  <a:srgbClr val="22232A"/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prices[</a:t>
            </a:r>
            <a:r>
              <a:rPr lang="en-US" altLang="zh-CN" sz="3200" dirty="0" err="1">
                <a:solidFill>
                  <a:srgbClr val="22232A"/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i</a:t>
            </a:r>
            <a:r>
              <a:rPr lang="en-US" altLang="zh-CN" sz="3200" dirty="0">
                <a:solidFill>
                  <a:srgbClr val="22232A"/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]</a:t>
            </a:r>
            <a:r>
              <a:rPr lang="zh-CN" altLang="en-US" sz="3200" dirty="0">
                <a:solidFill>
                  <a:srgbClr val="22232A"/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表示第 </a:t>
            </a:r>
            <a:r>
              <a:rPr lang="en-US" altLang="zh-CN" sz="3200" dirty="0" err="1">
                <a:solidFill>
                  <a:srgbClr val="22232A"/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i</a:t>
            </a:r>
            <a:r>
              <a:rPr lang="en-US" altLang="zh-CN" sz="3200" dirty="0">
                <a:solidFill>
                  <a:srgbClr val="22232A"/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 </a:t>
            </a:r>
            <a:r>
              <a:rPr lang="zh-CN" altLang="en-US" sz="3200" dirty="0">
                <a:solidFill>
                  <a:srgbClr val="22232A"/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天的股票价格 （单位股票）；整数 </a:t>
            </a:r>
            <a:r>
              <a:rPr lang="en-US" altLang="zh-CN" sz="3200" dirty="0">
                <a:solidFill>
                  <a:srgbClr val="22232A"/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fee </a:t>
            </a:r>
            <a:r>
              <a:rPr lang="zh-CN" altLang="en-US" sz="3200" dirty="0">
                <a:solidFill>
                  <a:srgbClr val="22232A"/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代表了交易股票的手续费用。你每天最多可以完成</a:t>
            </a:r>
            <a:r>
              <a:rPr lang="en-US" altLang="zh-CN" sz="3200" dirty="0">
                <a:solidFill>
                  <a:srgbClr val="22232A"/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10</a:t>
            </a:r>
            <a:r>
              <a:rPr lang="zh-CN" altLang="en-US" sz="3200" dirty="0">
                <a:solidFill>
                  <a:srgbClr val="22232A"/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笔交易（包括买与卖）</a:t>
            </a:r>
            <a:r>
              <a:rPr lang="zh-CN" altLang="en-US" sz="3200" dirty="0">
                <a:solidFill>
                  <a:schemeClr val="bg1"/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（每笔交易只能操作</a:t>
            </a:r>
            <a:r>
              <a:rPr lang="en-US" altLang="zh-CN" sz="3200" dirty="0">
                <a:solidFill>
                  <a:schemeClr val="bg1"/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1</a:t>
            </a:r>
            <a:r>
              <a:rPr lang="zh-CN" altLang="en-US" sz="3200" dirty="0">
                <a:solidFill>
                  <a:schemeClr val="bg1"/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股）</a:t>
            </a:r>
            <a:r>
              <a:rPr lang="zh-CN" altLang="en-US" sz="3200" dirty="0">
                <a:solidFill>
                  <a:srgbClr val="22232A"/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，但是你每笔交易都需要付手续费。你最多只能持有</a:t>
            </a:r>
            <a:r>
              <a:rPr lang="en-US" altLang="zh-CN" sz="3200" dirty="0">
                <a:solidFill>
                  <a:srgbClr val="22232A"/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20</a:t>
            </a:r>
            <a:r>
              <a:rPr lang="zh-CN" altLang="en-US" sz="3200" dirty="0">
                <a:solidFill>
                  <a:srgbClr val="22232A"/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个单位股票，否则你就不能再继续购买股票了。设计一个算法，计算你能获得利润</a:t>
            </a:r>
            <a:r>
              <a:rPr lang="zh-CN" altLang="en-US" sz="3200" dirty="0">
                <a:solidFill>
                  <a:srgbClr val="FF0000"/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（现在有的钱</a:t>
            </a:r>
            <a:r>
              <a:rPr lang="en-US" altLang="zh-CN" sz="3200" dirty="0">
                <a:solidFill>
                  <a:srgbClr val="FF0000"/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+</a:t>
            </a:r>
            <a:r>
              <a:rPr lang="zh-CN" altLang="en-US" sz="3200" dirty="0">
                <a:solidFill>
                  <a:srgbClr val="FF0000"/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最后一天的股票数量*当天价格）</a:t>
            </a:r>
            <a:r>
              <a:rPr lang="zh-CN" altLang="en-US" sz="3200" dirty="0">
                <a:solidFill>
                  <a:srgbClr val="22232A"/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的最大值。要求：你初始持有股票单位为</a:t>
            </a:r>
            <a:r>
              <a:rPr lang="en-US" altLang="zh-CN" sz="3200" dirty="0">
                <a:solidFill>
                  <a:srgbClr val="22232A"/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0</a:t>
            </a:r>
            <a:r>
              <a:rPr lang="zh-CN" altLang="en-US" sz="3200" dirty="0">
                <a:solidFill>
                  <a:srgbClr val="22232A"/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，随机生成</a:t>
            </a:r>
            <a:r>
              <a:rPr lang="en-US" altLang="zh-CN" sz="3200" dirty="0">
                <a:solidFill>
                  <a:srgbClr val="22232A"/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prices</a:t>
            </a:r>
            <a:r>
              <a:rPr lang="zh-CN" altLang="en-US" sz="3200" dirty="0">
                <a:solidFill>
                  <a:srgbClr val="22232A"/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数组，数组元素个数</a:t>
            </a:r>
            <a:r>
              <a:rPr lang="en-US" altLang="zh-CN" sz="3200" dirty="0">
                <a:solidFill>
                  <a:srgbClr val="22232A"/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1000 ≤ N ≤ 2000</a:t>
            </a:r>
            <a:r>
              <a:rPr lang="zh-CN" altLang="en-US" sz="3200" dirty="0">
                <a:solidFill>
                  <a:srgbClr val="22232A"/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，数组第</a:t>
            </a:r>
            <a:r>
              <a:rPr lang="en-US" altLang="zh-CN" sz="3200" dirty="0" err="1">
                <a:solidFill>
                  <a:srgbClr val="22232A"/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i</a:t>
            </a:r>
            <a:r>
              <a:rPr lang="zh-CN" altLang="en-US" sz="3200" dirty="0">
                <a:solidFill>
                  <a:srgbClr val="22232A"/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个元素（第</a:t>
            </a:r>
            <a:r>
              <a:rPr lang="en-US" altLang="zh-CN" sz="3200" dirty="0" err="1">
                <a:solidFill>
                  <a:srgbClr val="22232A"/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i</a:t>
            </a:r>
            <a:r>
              <a:rPr lang="zh-CN" altLang="en-US" sz="3200" dirty="0">
                <a:solidFill>
                  <a:srgbClr val="22232A"/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天股票价格）值</a:t>
            </a:r>
            <a:r>
              <a:rPr lang="en-US" altLang="zh-CN" sz="3200" dirty="0">
                <a:solidFill>
                  <a:srgbClr val="22232A"/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1 ≤ prices[</a:t>
            </a:r>
            <a:r>
              <a:rPr lang="en-US" altLang="zh-CN" sz="3200" dirty="0" err="1">
                <a:solidFill>
                  <a:srgbClr val="22232A"/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i</a:t>
            </a:r>
            <a:r>
              <a:rPr lang="en-US" altLang="zh-CN" sz="3200" dirty="0">
                <a:solidFill>
                  <a:srgbClr val="22232A"/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] ≤ 100</a:t>
            </a:r>
            <a:r>
              <a:rPr lang="zh-CN" altLang="en-US" sz="3200" dirty="0">
                <a:solidFill>
                  <a:srgbClr val="22232A"/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，</a:t>
            </a:r>
            <a:r>
              <a:rPr lang="en-US" altLang="zh-CN" sz="3200" dirty="0">
                <a:solidFill>
                  <a:srgbClr val="22232A"/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10 ≤ fee ≤ 20</a:t>
            </a:r>
            <a:r>
              <a:rPr lang="zh-CN" altLang="en-US" sz="3200" dirty="0">
                <a:solidFill>
                  <a:srgbClr val="22232A"/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3"/>
          <p:cNvGrpSpPr/>
          <p:nvPr/>
        </p:nvGrpSpPr>
        <p:grpSpPr>
          <a:xfrm>
            <a:off x="685821" y="723971"/>
            <a:ext cx="16852858" cy="8818737"/>
            <a:chOff x="0" y="0"/>
            <a:chExt cx="3657498" cy="1913890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3657498" cy="1913890"/>
            </a:xfrm>
            <a:custGeom>
              <a:avLst/>
              <a:gdLst/>
              <a:ahLst/>
              <a:cxnLst/>
              <a:rect l="l" t="t" r="r" b="b"/>
              <a:pathLst>
                <a:path w="3657498" h="1913890">
                  <a:moveTo>
                    <a:pt x="3533038" y="1913890"/>
                  </a:moveTo>
                  <a:lnTo>
                    <a:pt x="124460" y="1913890"/>
                  </a:lnTo>
                  <a:cubicBezTo>
                    <a:pt x="55880" y="1913890"/>
                    <a:pt x="0" y="1858010"/>
                    <a:pt x="0" y="1789430"/>
                  </a:cubicBezTo>
                  <a:lnTo>
                    <a:pt x="0" y="124460"/>
                  </a:lnTo>
                  <a:cubicBezTo>
                    <a:pt x="0" y="55880"/>
                    <a:pt x="55880" y="0"/>
                    <a:pt x="124460" y="0"/>
                  </a:cubicBezTo>
                  <a:lnTo>
                    <a:pt x="3533038" y="0"/>
                  </a:lnTo>
                  <a:cubicBezTo>
                    <a:pt x="3601618" y="0"/>
                    <a:pt x="3657498" y="55880"/>
                    <a:pt x="3657498" y="124460"/>
                  </a:cubicBezTo>
                  <a:lnTo>
                    <a:pt x="3657498" y="1789430"/>
                  </a:lnTo>
                  <a:cubicBezTo>
                    <a:pt x="3657498" y="1858010"/>
                    <a:pt x="3601618" y="1913890"/>
                    <a:pt x="3533038" y="191389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</p:grpSp>
      <p:sp>
        <p:nvSpPr>
          <p:cNvPr id="2" name="文本框 1"/>
          <p:cNvSpPr txBox="1"/>
          <p:nvPr/>
        </p:nvSpPr>
        <p:spPr>
          <a:xfrm>
            <a:off x="1905000" y="60352"/>
            <a:ext cx="60960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600" dirty="0">
                <a:solidFill>
                  <a:schemeClr val="accent1">
                    <a:lumMod val="75000"/>
                  </a:schemeClr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选题分析</a:t>
            </a:r>
          </a:p>
        </p:txBody>
      </p:sp>
      <p:sp>
        <p:nvSpPr>
          <p:cNvPr id="9" name="TextBox 14">
            <a:extLst>
              <a:ext uri="{FF2B5EF4-FFF2-40B4-BE49-F238E27FC236}">
                <a16:creationId xmlns:a16="http://schemas.microsoft.com/office/drawing/2014/main" id="{A9EAF641-3245-F440-B809-872F92BEDED9}"/>
              </a:ext>
            </a:extLst>
          </p:cNvPr>
          <p:cNvSpPr txBox="1"/>
          <p:nvPr>
            <p:custDataLst>
              <p:tags r:id="rId1"/>
            </p:custDataLst>
          </p:nvPr>
        </p:nvSpPr>
        <p:spPr>
          <a:xfrm>
            <a:off x="2892742" y="1528506"/>
            <a:ext cx="12502515" cy="508216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just">
              <a:lnSpc>
                <a:spcPct val="150000"/>
              </a:lnSpc>
              <a:buClrTx/>
              <a:buSzTx/>
              <a:buFontTx/>
            </a:pPr>
            <a:r>
              <a:rPr lang="zh-CN" altLang="en-US" sz="3200" dirty="0">
                <a:solidFill>
                  <a:srgbClr val="22232A"/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为了最大收益，我们断言：</a:t>
            </a:r>
            <a:endParaRPr lang="en-US" altLang="zh-CN" sz="3200" dirty="0">
              <a:solidFill>
                <a:srgbClr val="22232A"/>
              </a:solidFill>
              <a:latin typeface="Times New Roman" panose="02020603050405020304" pitchFamily="18" charset="0"/>
              <a:ea typeface="KaiTi" panose="02010609060101010101" pitchFamily="49" charset="-122"/>
              <a:cs typeface="Times New Roman" panose="02020603050405020304" pitchFamily="18" charset="0"/>
            </a:endParaRPr>
          </a:p>
          <a:p>
            <a:pPr algn="just">
              <a:lnSpc>
                <a:spcPct val="150000"/>
              </a:lnSpc>
              <a:buClrTx/>
              <a:buSzTx/>
              <a:buFontTx/>
            </a:pPr>
            <a:r>
              <a:rPr lang="en-US" altLang="zh-CN" sz="3200" dirty="0">
                <a:solidFill>
                  <a:srgbClr val="22232A"/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1.</a:t>
            </a:r>
            <a:r>
              <a:rPr lang="zh-CN" altLang="en-US" sz="3200" dirty="0">
                <a:solidFill>
                  <a:srgbClr val="22232A"/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一天之内，要么买，要么卖，不会同买同卖</a:t>
            </a:r>
            <a:endParaRPr lang="en-US" altLang="zh-CN" sz="3200" dirty="0">
              <a:solidFill>
                <a:srgbClr val="22232A"/>
              </a:solidFill>
              <a:latin typeface="Times New Roman" panose="02020603050405020304" pitchFamily="18" charset="0"/>
              <a:ea typeface="KaiTi" panose="02010609060101010101" pitchFamily="49" charset="-122"/>
              <a:cs typeface="Times New Roman" panose="02020603050405020304" pitchFamily="18" charset="0"/>
            </a:endParaRPr>
          </a:p>
          <a:p>
            <a:pPr algn="just">
              <a:lnSpc>
                <a:spcPct val="150000"/>
              </a:lnSpc>
              <a:buClrTx/>
              <a:buSzTx/>
              <a:buFontTx/>
            </a:pPr>
            <a:r>
              <a:rPr lang="zh-CN" altLang="en-US" sz="3200" dirty="0">
                <a:solidFill>
                  <a:srgbClr val="22232A"/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证明：很显然，由于一天之内的价格相同，所以假设买</a:t>
            </a:r>
            <a:r>
              <a:rPr lang="en-US" altLang="zh-CN" sz="3200" dirty="0">
                <a:solidFill>
                  <a:srgbClr val="22232A"/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m</a:t>
            </a:r>
            <a:r>
              <a:rPr lang="zh-CN" altLang="en-US" sz="3200" dirty="0">
                <a:solidFill>
                  <a:srgbClr val="22232A"/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卖</a:t>
            </a:r>
            <a:r>
              <a:rPr lang="en-US" altLang="zh-CN" sz="3200" dirty="0">
                <a:solidFill>
                  <a:srgbClr val="22232A"/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n</a:t>
            </a:r>
            <a:r>
              <a:rPr lang="zh-CN" altLang="en-US" sz="3200" dirty="0">
                <a:solidFill>
                  <a:srgbClr val="22232A"/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，则等价于买</a:t>
            </a:r>
            <a:r>
              <a:rPr lang="en-US" altLang="zh-CN" sz="3200" dirty="0">
                <a:solidFill>
                  <a:srgbClr val="22232A"/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m-n</a:t>
            </a:r>
            <a:r>
              <a:rPr lang="zh-CN" altLang="en-US" sz="3200" dirty="0">
                <a:solidFill>
                  <a:srgbClr val="22232A"/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（卖</a:t>
            </a:r>
            <a:r>
              <a:rPr lang="en-US" altLang="zh-CN" sz="3200" dirty="0">
                <a:solidFill>
                  <a:srgbClr val="22232A"/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n-m</a:t>
            </a:r>
            <a:r>
              <a:rPr lang="zh-CN" altLang="en-US" sz="3200" dirty="0">
                <a:solidFill>
                  <a:srgbClr val="22232A"/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）且</a:t>
            </a:r>
            <a:r>
              <a:rPr lang="en-US" altLang="zh-CN" sz="3200" dirty="0">
                <a:solidFill>
                  <a:srgbClr val="22232A"/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n</a:t>
            </a:r>
            <a:r>
              <a:rPr lang="zh-CN" altLang="en-US" sz="3200" dirty="0">
                <a:solidFill>
                  <a:srgbClr val="22232A"/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（</a:t>
            </a:r>
            <a:r>
              <a:rPr lang="en-US" altLang="zh-CN" sz="3200" dirty="0">
                <a:solidFill>
                  <a:srgbClr val="22232A"/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m</a:t>
            </a:r>
            <a:r>
              <a:rPr lang="zh-CN" altLang="en-US" sz="3200" dirty="0">
                <a:solidFill>
                  <a:srgbClr val="22232A"/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）部分白交两遍</a:t>
            </a:r>
            <a:r>
              <a:rPr lang="en-US" altLang="zh-CN" sz="3200" dirty="0">
                <a:solidFill>
                  <a:srgbClr val="22232A"/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fee</a:t>
            </a:r>
            <a:r>
              <a:rPr lang="zh-CN" altLang="en-US" sz="3200" dirty="0">
                <a:solidFill>
                  <a:srgbClr val="22232A"/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。</a:t>
            </a:r>
            <a:endParaRPr lang="en-US" altLang="zh-CN" sz="3200" dirty="0">
              <a:solidFill>
                <a:srgbClr val="22232A"/>
              </a:solidFill>
              <a:latin typeface="Times New Roman" panose="02020603050405020304" pitchFamily="18" charset="0"/>
              <a:ea typeface="KaiTi" panose="02010609060101010101" pitchFamily="49" charset="-122"/>
              <a:cs typeface="Times New Roman" panose="02020603050405020304" pitchFamily="18" charset="0"/>
            </a:endParaRPr>
          </a:p>
          <a:p>
            <a:pPr algn="just">
              <a:lnSpc>
                <a:spcPct val="150000"/>
              </a:lnSpc>
              <a:buClrTx/>
              <a:buSzTx/>
              <a:buFontTx/>
            </a:pPr>
            <a:r>
              <a:rPr lang="zh-CN" altLang="en-US" sz="3200" dirty="0">
                <a:solidFill>
                  <a:srgbClr val="22232A"/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所以为了利益，不会有人一天之内又买又卖。</a:t>
            </a:r>
            <a:endParaRPr lang="en-US" altLang="zh-CN" sz="3200" dirty="0">
              <a:solidFill>
                <a:srgbClr val="22232A"/>
              </a:solidFill>
              <a:latin typeface="Times New Roman" panose="02020603050405020304" pitchFamily="18" charset="0"/>
              <a:ea typeface="KaiTi" panose="02010609060101010101" pitchFamily="49" charset="-122"/>
              <a:cs typeface="Times New Roman" panose="02020603050405020304" pitchFamily="18" charset="0"/>
            </a:endParaRPr>
          </a:p>
          <a:p>
            <a:pPr algn="just">
              <a:lnSpc>
                <a:spcPct val="150000"/>
              </a:lnSpc>
              <a:buClrTx/>
              <a:buSzTx/>
              <a:buFontTx/>
            </a:pPr>
            <a:endParaRPr lang="en-US" altLang="zh-CN" sz="3200" dirty="0">
              <a:solidFill>
                <a:srgbClr val="22232A"/>
              </a:solidFill>
              <a:latin typeface="Times New Roman" panose="02020603050405020304" pitchFamily="18" charset="0"/>
              <a:ea typeface="KaiTi" panose="02010609060101010101" pitchFamily="49" charset="-122"/>
              <a:cs typeface="Times New Roman" panose="02020603050405020304" pitchFamily="18" charset="0"/>
            </a:endParaRPr>
          </a:p>
          <a:p>
            <a:pPr algn="just">
              <a:lnSpc>
                <a:spcPct val="150000"/>
              </a:lnSpc>
              <a:buClrTx/>
              <a:buSzTx/>
              <a:buFontTx/>
            </a:pPr>
            <a:r>
              <a:rPr lang="zh-CN" altLang="en-US" sz="3200" dirty="0">
                <a:solidFill>
                  <a:srgbClr val="22232A"/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所以：一天的十次交易限制必然意味着每次只能交易</a:t>
            </a:r>
            <a:r>
              <a:rPr lang="en-US" altLang="zh-CN" sz="3200" dirty="0">
                <a:solidFill>
                  <a:srgbClr val="22232A"/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1</a:t>
            </a:r>
            <a:r>
              <a:rPr lang="zh-CN" altLang="en-US" sz="3200" dirty="0">
                <a:solidFill>
                  <a:srgbClr val="22232A"/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股。</a:t>
            </a:r>
          </a:p>
        </p:txBody>
      </p:sp>
    </p:spTree>
    <p:extLst>
      <p:ext uri="{BB962C8B-B14F-4D97-AF65-F5344CB8AC3E}">
        <p14:creationId xmlns:p14="http://schemas.microsoft.com/office/powerpoint/2010/main" val="132512328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3"/>
          <p:cNvGrpSpPr/>
          <p:nvPr/>
        </p:nvGrpSpPr>
        <p:grpSpPr>
          <a:xfrm>
            <a:off x="685821" y="723971"/>
            <a:ext cx="16852858" cy="8818737"/>
            <a:chOff x="0" y="0"/>
            <a:chExt cx="3657498" cy="1913890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3657498" cy="1913890"/>
            </a:xfrm>
            <a:custGeom>
              <a:avLst/>
              <a:gdLst/>
              <a:ahLst/>
              <a:cxnLst/>
              <a:rect l="l" t="t" r="r" b="b"/>
              <a:pathLst>
                <a:path w="3657498" h="1913890">
                  <a:moveTo>
                    <a:pt x="3533038" y="1913890"/>
                  </a:moveTo>
                  <a:lnTo>
                    <a:pt x="124460" y="1913890"/>
                  </a:lnTo>
                  <a:cubicBezTo>
                    <a:pt x="55880" y="1913890"/>
                    <a:pt x="0" y="1858010"/>
                    <a:pt x="0" y="1789430"/>
                  </a:cubicBezTo>
                  <a:lnTo>
                    <a:pt x="0" y="124460"/>
                  </a:lnTo>
                  <a:cubicBezTo>
                    <a:pt x="0" y="55880"/>
                    <a:pt x="55880" y="0"/>
                    <a:pt x="124460" y="0"/>
                  </a:cubicBezTo>
                  <a:lnTo>
                    <a:pt x="3533038" y="0"/>
                  </a:lnTo>
                  <a:cubicBezTo>
                    <a:pt x="3601618" y="0"/>
                    <a:pt x="3657498" y="55880"/>
                    <a:pt x="3657498" y="124460"/>
                  </a:cubicBezTo>
                  <a:lnTo>
                    <a:pt x="3657498" y="1789430"/>
                  </a:lnTo>
                  <a:cubicBezTo>
                    <a:pt x="3657498" y="1858010"/>
                    <a:pt x="3601618" y="1913890"/>
                    <a:pt x="3533038" y="191389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</p:grpSp>
      <p:sp>
        <p:nvSpPr>
          <p:cNvPr id="2" name="文本框 1"/>
          <p:cNvSpPr txBox="1"/>
          <p:nvPr/>
        </p:nvSpPr>
        <p:spPr>
          <a:xfrm>
            <a:off x="1905000" y="60352"/>
            <a:ext cx="60960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600" dirty="0">
                <a:solidFill>
                  <a:schemeClr val="accent1">
                    <a:lumMod val="75000"/>
                  </a:schemeClr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选题介绍</a:t>
            </a:r>
          </a:p>
        </p:txBody>
      </p:sp>
      <p:sp>
        <p:nvSpPr>
          <p:cNvPr id="9" name="TextBox 14">
            <a:extLst>
              <a:ext uri="{FF2B5EF4-FFF2-40B4-BE49-F238E27FC236}">
                <a16:creationId xmlns:a16="http://schemas.microsoft.com/office/drawing/2014/main" id="{A9EAF641-3245-F440-B809-872F92BEDED9}"/>
              </a:ext>
            </a:extLst>
          </p:cNvPr>
          <p:cNvSpPr txBox="1"/>
          <p:nvPr>
            <p:custDataLst>
              <p:tags r:id="rId1"/>
            </p:custDataLst>
          </p:nvPr>
        </p:nvSpPr>
        <p:spPr>
          <a:xfrm>
            <a:off x="2860992" y="1866256"/>
            <a:ext cx="12502515" cy="655448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just">
              <a:lnSpc>
                <a:spcPct val="150000"/>
              </a:lnSpc>
              <a:buClrTx/>
              <a:buSzTx/>
              <a:buFontTx/>
            </a:pPr>
            <a:r>
              <a:rPr lang="zh-CN" altLang="en-US" sz="3200" dirty="0">
                <a:solidFill>
                  <a:srgbClr val="22232A"/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选题</a:t>
            </a:r>
            <a:r>
              <a:rPr lang="en-US" altLang="zh-CN" sz="3200" dirty="0">
                <a:solidFill>
                  <a:srgbClr val="22232A"/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6</a:t>
            </a:r>
            <a:r>
              <a:rPr lang="zh-CN" altLang="en-US" sz="3200" dirty="0">
                <a:solidFill>
                  <a:srgbClr val="22232A"/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：</a:t>
            </a:r>
          </a:p>
          <a:p>
            <a:pPr algn="just">
              <a:lnSpc>
                <a:spcPct val="150000"/>
              </a:lnSpc>
              <a:buClrTx/>
              <a:buSzTx/>
              <a:buFontTx/>
            </a:pPr>
            <a:r>
              <a:rPr lang="zh-CN" altLang="en-US" sz="3200" dirty="0">
                <a:solidFill>
                  <a:srgbClr val="22232A"/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给定一个整数数组 </a:t>
            </a:r>
            <a:r>
              <a:rPr lang="en-US" altLang="zh-CN" sz="3200" dirty="0">
                <a:solidFill>
                  <a:srgbClr val="22232A"/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prices</a:t>
            </a:r>
            <a:r>
              <a:rPr lang="zh-CN" altLang="en-US" sz="3200" dirty="0">
                <a:solidFill>
                  <a:srgbClr val="22232A"/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，其中 </a:t>
            </a:r>
            <a:r>
              <a:rPr lang="en-US" altLang="zh-CN" sz="3200" dirty="0">
                <a:solidFill>
                  <a:srgbClr val="22232A"/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prices[</a:t>
            </a:r>
            <a:r>
              <a:rPr lang="en-US" altLang="zh-CN" sz="3200" dirty="0" err="1">
                <a:solidFill>
                  <a:srgbClr val="22232A"/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i</a:t>
            </a:r>
            <a:r>
              <a:rPr lang="en-US" altLang="zh-CN" sz="3200" dirty="0">
                <a:solidFill>
                  <a:srgbClr val="22232A"/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]</a:t>
            </a:r>
            <a:r>
              <a:rPr lang="zh-CN" altLang="en-US" sz="3200" dirty="0">
                <a:solidFill>
                  <a:srgbClr val="22232A"/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表示第 </a:t>
            </a:r>
            <a:r>
              <a:rPr lang="en-US" altLang="zh-CN" sz="3200" dirty="0" err="1">
                <a:solidFill>
                  <a:srgbClr val="22232A"/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i</a:t>
            </a:r>
            <a:r>
              <a:rPr lang="en-US" altLang="zh-CN" sz="3200" dirty="0">
                <a:solidFill>
                  <a:srgbClr val="22232A"/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 </a:t>
            </a:r>
            <a:r>
              <a:rPr lang="zh-CN" altLang="en-US" sz="3200" dirty="0">
                <a:solidFill>
                  <a:srgbClr val="22232A"/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天的股票价格 （单位股票）；整数 </a:t>
            </a:r>
            <a:r>
              <a:rPr lang="en-US" altLang="zh-CN" sz="3200" dirty="0">
                <a:solidFill>
                  <a:srgbClr val="22232A"/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fee </a:t>
            </a:r>
            <a:r>
              <a:rPr lang="zh-CN" altLang="en-US" sz="3200" dirty="0">
                <a:solidFill>
                  <a:srgbClr val="22232A"/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代表了交易股票的手续费用。你每天最多可以完成</a:t>
            </a:r>
            <a:r>
              <a:rPr lang="en-US" altLang="zh-CN" sz="3200" dirty="0">
                <a:solidFill>
                  <a:srgbClr val="22232A"/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10</a:t>
            </a:r>
            <a:r>
              <a:rPr lang="zh-CN" altLang="en-US" sz="3200" dirty="0">
                <a:solidFill>
                  <a:srgbClr val="22232A"/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笔交易（包括买与卖）</a:t>
            </a:r>
            <a:r>
              <a:rPr lang="zh-CN" altLang="en-US" sz="3200" dirty="0">
                <a:solidFill>
                  <a:srgbClr val="FF0000"/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（每笔交易只能操作</a:t>
            </a:r>
            <a:r>
              <a:rPr lang="en-US" altLang="zh-CN" sz="3200" dirty="0">
                <a:solidFill>
                  <a:srgbClr val="FF0000"/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1</a:t>
            </a:r>
            <a:r>
              <a:rPr lang="zh-CN" altLang="en-US" sz="3200" dirty="0">
                <a:solidFill>
                  <a:srgbClr val="FF0000"/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股）</a:t>
            </a:r>
            <a:r>
              <a:rPr lang="zh-CN" altLang="en-US" sz="3200" dirty="0">
                <a:solidFill>
                  <a:srgbClr val="22232A"/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，但是你每笔交易都需要付手续费。你最多只能持有</a:t>
            </a:r>
            <a:r>
              <a:rPr lang="en-US" altLang="zh-CN" sz="3200" dirty="0">
                <a:solidFill>
                  <a:srgbClr val="22232A"/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20</a:t>
            </a:r>
            <a:r>
              <a:rPr lang="zh-CN" altLang="en-US" sz="3200" dirty="0">
                <a:solidFill>
                  <a:srgbClr val="22232A"/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个单位股票，否则你就不能再继续购买股票了。设计一个算法，计算你能获得利润</a:t>
            </a:r>
            <a:r>
              <a:rPr lang="zh-CN" altLang="en-US" sz="3200" dirty="0"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（现在有的钱</a:t>
            </a:r>
            <a:r>
              <a:rPr lang="en-US" altLang="zh-CN" sz="3200" dirty="0"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+</a:t>
            </a:r>
            <a:r>
              <a:rPr lang="zh-CN" altLang="en-US" sz="3200" dirty="0"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最后一天的股票数量*当天价格）</a:t>
            </a:r>
            <a:r>
              <a:rPr lang="zh-CN" altLang="en-US" sz="3200" dirty="0">
                <a:solidFill>
                  <a:srgbClr val="22232A"/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的最大值。要求：你初始持有股票单位为</a:t>
            </a:r>
            <a:r>
              <a:rPr lang="en-US" altLang="zh-CN" sz="3200" dirty="0">
                <a:solidFill>
                  <a:srgbClr val="22232A"/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0</a:t>
            </a:r>
            <a:r>
              <a:rPr lang="zh-CN" altLang="en-US" sz="3200" dirty="0">
                <a:solidFill>
                  <a:srgbClr val="22232A"/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，随机生成</a:t>
            </a:r>
            <a:r>
              <a:rPr lang="en-US" altLang="zh-CN" sz="3200" dirty="0">
                <a:solidFill>
                  <a:srgbClr val="22232A"/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prices</a:t>
            </a:r>
            <a:r>
              <a:rPr lang="zh-CN" altLang="en-US" sz="3200" dirty="0">
                <a:solidFill>
                  <a:srgbClr val="22232A"/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数组，数组元素个数</a:t>
            </a:r>
            <a:r>
              <a:rPr lang="en-US" altLang="zh-CN" sz="3200" dirty="0">
                <a:solidFill>
                  <a:srgbClr val="22232A"/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1000 ≤ N ≤ 2000</a:t>
            </a:r>
            <a:r>
              <a:rPr lang="zh-CN" altLang="en-US" sz="3200" dirty="0">
                <a:solidFill>
                  <a:srgbClr val="22232A"/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，数组第</a:t>
            </a:r>
            <a:r>
              <a:rPr lang="en-US" altLang="zh-CN" sz="3200" dirty="0" err="1">
                <a:solidFill>
                  <a:srgbClr val="22232A"/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i</a:t>
            </a:r>
            <a:r>
              <a:rPr lang="zh-CN" altLang="en-US" sz="3200" dirty="0">
                <a:solidFill>
                  <a:srgbClr val="22232A"/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个元素（第</a:t>
            </a:r>
            <a:r>
              <a:rPr lang="en-US" altLang="zh-CN" sz="3200" dirty="0" err="1">
                <a:solidFill>
                  <a:srgbClr val="22232A"/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i</a:t>
            </a:r>
            <a:r>
              <a:rPr lang="zh-CN" altLang="en-US" sz="3200" dirty="0">
                <a:solidFill>
                  <a:srgbClr val="22232A"/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天股票价格）值</a:t>
            </a:r>
            <a:r>
              <a:rPr lang="en-US" altLang="zh-CN" sz="3200" dirty="0">
                <a:solidFill>
                  <a:srgbClr val="22232A"/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1 ≤ prices[</a:t>
            </a:r>
            <a:r>
              <a:rPr lang="en-US" altLang="zh-CN" sz="3200" dirty="0" err="1">
                <a:solidFill>
                  <a:srgbClr val="22232A"/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i</a:t>
            </a:r>
            <a:r>
              <a:rPr lang="en-US" altLang="zh-CN" sz="3200" dirty="0">
                <a:solidFill>
                  <a:srgbClr val="22232A"/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] ≤ 100</a:t>
            </a:r>
            <a:r>
              <a:rPr lang="zh-CN" altLang="en-US" sz="3200" dirty="0">
                <a:solidFill>
                  <a:srgbClr val="22232A"/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，</a:t>
            </a:r>
            <a:r>
              <a:rPr lang="en-US" altLang="zh-CN" sz="3200" dirty="0">
                <a:solidFill>
                  <a:srgbClr val="22232A"/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10 ≤ fee ≤ 20</a:t>
            </a:r>
            <a:r>
              <a:rPr lang="zh-CN" altLang="en-US" sz="3200" dirty="0">
                <a:solidFill>
                  <a:srgbClr val="22232A"/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。</a:t>
            </a:r>
          </a:p>
        </p:txBody>
      </p:sp>
    </p:spTree>
    <p:extLst>
      <p:ext uri="{BB962C8B-B14F-4D97-AF65-F5344CB8AC3E}">
        <p14:creationId xmlns:p14="http://schemas.microsoft.com/office/powerpoint/2010/main" val="238757558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3"/>
          <p:cNvGrpSpPr/>
          <p:nvPr/>
        </p:nvGrpSpPr>
        <p:grpSpPr>
          <a:xfrm>
            <a:off x="685821" y="723971"/>
            <a:ext cx="16852858" cy="8818737"/>
            <a:chOff x="0" y="0"/>
            <a:chExt cx="3657498" cy="1913890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3657498" cy="1913890"/>
            </a:xfrm>
            <a:custGeom>
              <a:avLst/>
              <a:gdLst/>
              <a:ahLst/>
              <a:cxnLst/>
              <a:rect l="l" t="t" r="r" b="b"/>
              <a:pathLst>
                <a:path w="3657498" h="1913890">
                  <a:moveTo>
                    <a:pt x="3533038" y="1913890"/>
                  </a:moveTo>
                  <a:lnTo>
                    <a:pt x="124460" y="1913890"/>
                  </a:lnTo>
                  <a:cubicBezTo>
                    <a:pt x="55880" y="1913890"/>
                    <a:pt x="0" y="1858010"/>
                    <a:pt x="0" y="1789430"/>
                  </a:cubicBezTo>
                  <a:lnTo>
                    <a:pt x="0" y="124460"/>
                  </a:lnTo>
                  <a:cubicBezTo>
                    <a:pt x="0" y="55880"/>
                    <a:pt x="55880" y="0"/>
                    <a:pt x="124460" y="0"/>
                  </a:cubicBezTo>
                  <a:lnTo>
                    <a:pt x="3533038" y="0"/>
                  </a:lnTo>
                  <a:cubicBezTo>
                    <a:pt x="3601618" y="0"/>
                    <a:pt x="3657498" y="55880"/>
                    <a:pt x="3657498" y="124460"/>
                  </a:cubicBezTo>
                  <a:lnTo>
                    <a:pt x="3657498" y="1789430"/>
                  </a:lnTo>
                  <a:cubicBezTo>
                    <a:pt x="3657498" y="1858010"/>
                    <a:pt x="3601618" y="1913890"/>
                    <a:pt x="3533038" y="191389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</p:grpSp>
      <p:sp>
        <p:nvSpPr>
          <p:cNvPr id="2" name="文本框 1"/>
          <p:cNvSpPr txBox="1"/>
          <p:nvPr/>
        </p:nvSpPr>
        <p:spPr>
          <a:xfrm>
            <a:off x="1905000" y="60352"/>
            <a:ext cx="60960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600" dirty="0">
                <a:solidFill>
                  <a:schemeClr val="accent1">
                    <a:lumMod val="75000"/>
                  </a:schemeClr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选题分析</a:t>
            </a:r>
          </a:p>
        </p:txBody>
      </p:sp>
      <p:sp>
        <p:nvSpPr>
          <p:cNvPr id="9" name="TextBox 14">
            <a:extLst>
              <a:ext uri="{FF2B5EF4-FFF2-40B4-BE49-F238E27FC236}">
                <a16:creationId xmlns:a16="http://schemas.microsoft.com/office/drawing/2014/main" id="{A9EAF641-3245-F440-B809-872F92BEDED9}"/>
              </a:ext>
            </a:extLst>
          </p:cNvPr>
          <p:cNvSpPr txBox="1"/>
          <p:nvPr>
            <p:custDataLst>
              <p:tags r:id="rId1"/>
            </p:custDataLst>
          </p:nvPr>
        </p:nvSpPr>
        <p:spPr>
          <a:xfrm>
            <a:off x="2892742" y="3009900"/>
            <a:ext cx="12502515" cy="286616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just">
              <a:lnSpc>
                <a:spcPct val="150000"/>
              </a:lnSpc>
              <a:buClrTx/>
              <a:buSzTx/>
              <a:buFontTx/>
            </a:pPr>
            <a:r>
              <a:rPr lang="zh-CN" altLang="en-US" sz="3200" dirty="0">
                <a:solidFill>
                  <a:srgbClr val="22232A"/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为了最大收益，我们断言：</a:t>
            </a:r>
            <a:endParaRPr lang="en-US" altLang="zh-CN" sz="3200" dirty="0">
              <a:solidFill>
                <a:srgbClr val="22232A"/>
              </a:solidFill>
              <a:latin typeface="Times New Roman" panose="02020603050405020304" pitchFamily="18" charset="0"/>
              <a:ea typeface="KaiTi" panose="02010609060101010101" pitchFamily="49" charset="-122"/>
              <a:cs typeface="Times New Roman" panose="02020603050405020304" pitchFamily="18" charset="0"/>
            </a:endParaRPr>
          </a:p>
          <a:p>
            <a:pPr algn="just">
              <a:lnSpc>
                <a:spcPct val="150000"/>
              </a:lnSpc>
              <a:buClrTx/>
              <a:buSzTx/>
              <a:buFontTx/>
            </a:pPr>
            <a:r>
              <a:rPr lang="en-US" altLang="zh-CN" sz="3200" dirty="0">
                <a:solidFill>
                  <a:srgbClr val="22232A"/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2.</a:t>
            </a:r>
            <a:r>
              <a:rPr lang="zh-CN" altLang="en-US" sz="3200" dirty="0">
                <a:solidFill>
                  <a:srgbClr val="22232A"/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一天之内，要么不操作，要么操作</a:t>
            </a:r>
            <a:r>
              <a:rPr lang="en-US" altLang="zh-CN" sz="3200" dirty="0">
                <a:solidFill>
                  <a:srgbClr val="22232A"/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10</a:t>
            </a:r>
            <a:r>
              <a:rPr lang="zh-CN" altLang="en-US" sz="3200" dirty="0">
                <a:solidFill>
                  <a:srgbClr val="22232A"/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股。不可能出现其他情况。</a:t>
            </a:r>
            <a:endParaRPr lang="en-US" altLang="zh-CN" sz="3200" dirty="0">
              <a:solidFill>
                <a:srgbClr val="22232A"/>
              </a:solidFill>
              <a:latin typeface="Times New Roman" panose="02020603050405020304" pitchFamily="18" charset="0"/>
              <a:ea typeface="KaiTi" panose="02010609060101010101" pitchFamily="49" charset="-122"/>
              <a:cs typeface="Times New Roman" panose="02020603050405020304" pitchFamily="18" charset="0"/>
            </a:endParaRPr>
          </a:p>
          <a:p>
            <a:pPr algn="just">
              <a:lnSpc>
                <a:spcPct val="150000"/>
              </a:lnSpc>
              <a:buClrTx/>
              <a:buSzTx/>
              <a:buFontTx/>
            </a:pPr>
            <a:r>
              <a:rPr lang="zh-CN" altLang="en-US" sz="3200" dirty="0">
                <a:solidFill>
                  <a:srgbClr val="22232A"/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直观感受：买卖股票要低买高卖，既然如此了为啥不买多点。</a:t>
            </a:r>
            <a:endParaRPr lang="en-US" altLang="zh-CN" sz="3200" dirty="0">
              <a:solidFill>
                <a:srgbClr val="22232A"/>
              </a:solidFill>
              <a:latin typeface="Times New Roman" panose="02020603050405020304" pitchFamily="18" charset="0"/>
              <a:ea typeface="KaiTi" panose="02010609060101010101" pitchFamily="49" charset="-122"/>
              <a:cs typeface="Times New Roman" panose="02020603050405020304" pitchFamily="18" charset="0"/>
            </a:endParaRPr>
          </a:p>
          <a:p>
            <a:pPr algn="just">
              <a:lnSpc>
                <a:spcPct val="150000"/>
              </a:lnSpc>
              <a:buClrTx/>
              <a:buSzTx/>
              <a:buFontTx/>
            </a:pPr>
            <a:r>
              <a:rPr lang="zh-CN" altLang="en-US" sz="3200" dirty="0">
                <a:solidFill>
                  <a:srgbClr val="22232A"/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我们将在后面给出严谨证明。</a:t>
            </a:r>
          </a:p>
        </p:txBody>
      </p:sp>
    </p:spTree>
    <p:extLst>
      <p:ext uri="{BB962C8B-B14F-4D97-AF65-F5344CB8AC3E}">
        <p14:creationId xmlns:p14="http://schemas.microsoft.com/office/powerpoint/2010/main" val="136286427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Freeform 8"/>
          <p:cNvSpPr/>
          <p:nvPr/>
        </p:nvSpPr>
        <p:spPr>
          <a:xfrm>
            <a:off x="9601200" y="3103880"/>
            <a:ext cx="6899910" cy="3573780"/>
          </a:xfrm>
          <a:custGeom>
            <a:avLst/>
            <a:gdLst/>
            <a:ahLst/>
            <a:cxnLst/>
            <a:rect l="l" t="t" r="r" b="b"/>
            <a:pathLst>
              <a:path w="5877912" h="6376236">
                <a:moveTo>
                  <a:pt x="5573112" y="0"/>
                </a:moveTo>
                <a:lnTo>
                  <a:pt x="304800" y="0"/>
                </a:lnTo>
                <a:cubicBezTo>
                  <a:pt x="135890" y="0"/>
                  <a:pt x="0" y="135890"/>
                  <a:pt x="0" y="304800"/>
                </a:cubicBezTo>
                <a:lnTo>
                  <a:pt x="0" y="6071436"/>
                </a:lnTo>
                <a:cubicBezTo>
                  <a:pt x="0" y="6240346"/>
                  <a:pt x="135890" y="6376236"/>
                  <a:pt x="304800" y="6376236"/>
                </a:cubicBezTo>
                <a:lnTo>
                  <a:pt x="5573112" y="6376236"/>
                </a:lnTo>
                <a:cubicBezTo>
                  <a:pt x="5742022" y="6376236"/>
                  <a:pt x="5877912" y="6240346"/>
                  <a:pt x="5877912" y="6071436"/>
                </a:cubicBezTo>
                <a:lnTo>
                  <a:pt x="5877912" y="304800"/>
                </a:lnTo>
                <a:cubicBezTo>
                  <a:pt x="5877912" y="135890"/>
                  <a:pt x="5742022" y="0"/>
                  <a:pt x="5573112" y="0"/>
                </a:cubicBezTo>
                <a:close/>
              </a:path>
            </a:pathLst>
          </a:custGeom>
          <a:solidFill>
            <a:srgbClr val="F0F7F8"/>
          </a:solidFill>
        </p:spPr>
      </p:sp>
      <p:sp>
        <p:nvSpPr>
          <p:cNvPr id="2" name="TextBox 2"/>
          <p:cNvSpPr txBox="1"/>
          <p:nvPr/>
        </p:nvSpPr>
        <p:spPr>
          <a:xfrm>
            <a:off x="2572385" y="2444115"/>
            <a:ext cx="7692390" cy="534479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41680"/>
              </a:lnSpc>
            </a:pPr>
            <a:r>
              <a:rPr lang="en-US" sz="36500" b="1" spc="2413" dirty="0">
                <a:solidFill>
                  <a:srgbClr val="D8E6E5"/>
                </a:solidFill>
                <a:latin typeface="+mn-ea"/>
              </a:rPr>
              <a:t>0</a:t>
            </a:r>
            <a:r>
              <a:rPr lang="en-US" altLang="zh-CN" sz="36500" b="1" spc="2413" dirty="0">
                <a:solidFill>
                  <a:srgbClr val="D8E6E5"/>
                </a:solidFill>
                <a:latin typeface="+mn-ea"/>
              </a:rPr>
              <a:t>2</a:t>
            </a:r>
            <a:endParaRPr lang="en-US" sz="36500" b="1" spc="2413" dirty="0">
              <a:solidFill>
                <a:srgbClr val="D8E6E5"/>
              </a:solidFill>
              <a:latin typeface="+mn-ea"/>
            </a:endParaRPr>
          </a:p>
        </p:txBody>
      </p:sp>
      <p:grpSp>
        <p:nvGrpSpPr>
          <p:cNvPr id="7" name="组合 6"/>
          <p:cNvGrpSpPr/>
          <p:nvPr/>
        </p:nvGrpSpPr>
        <p:grpSpPr>
          <a:xfrm>
            <a:off x="3392170" y="5734050"/>
            <a:ext cx="3969385" cy="941070"/>
            <a:chOff x="5019" y="8913"/>
            <a:chExt cx="6251" cy="1482"/>
          </a:xfrm>
        </p:grpSpPr>
        <p:grpSp>
          <p:nvGrpSpPr>
            <p:cNvPr id="3" name="Group 3"/>
            <p:cNvGrpSpPr/>
            <p:nvPr/>
          </p:nvGrpSpPr>
          <p:grpSpPr>
            <a:xfrm>
              <a:off x="5019" y="8913"/>
              <a:ext cx="6251" cy="1482"/>
              <a:chOff x="0" y="0"/>
              <a:chExt cx="1106344" cy="336509"/>
            </a:xfrm>
          </p:grpSpPr>
          <p:sp>
            <p:nvSpPr>
              <p:cNvPr id="4" name="Freeform 4"/>
              <p:cNvSpPr/>
              <p:nvPr/>
            </p:nvSpPr>
            <p:spPr>
              <a:xfrm>
                <a:off x="0" y="0"/>
                <a:ext cx="1106344" cy="336509"/>
              </a:xfrm>
              <a:custGeom>
                <a:avLst/>
                <a:gdLst/>
                <a:ahLst/>
                <a:cxnLst/>
                <a:rect l="l" t="t" r="r" b="b"/>
                <a:pathLst>
                  <a:path w="1106344" h="336509">
                    <a:moveTo>
                      <a:pt x="0" y="0"/>
                    </a:moveTo>
                    <a:lnTo>
                      <a:pt x="1106344" y="0"/>
                    </a:lnTo>
                    <a:lnTo>
                      <a:pt x="1106344" y="336509"/>
                    </a:lnTo>
                    <a:lnTo>
                      <a:pt x="0" y="336509"/>
                    </a:lnTo>
                    <a:close/>
                  </a:path>
                </a:pathLst>
              </a:custGeom>
              <a:solidFill>
                <a:srgbClr val="70ADB2"/>
              </a:solidFill>
            </p:spPr>
          </p:sp>
          <p:sp>
            <p:nvSpPr>
              <p:cNvPr id="5" name="TextBox 5"/>
              <p:cNvSpPr txBox="1"/>
              <p:nvPr/>
            </p:nvSpPr>
            <p:spPr>
              <a:xfrm>
                <a:off x="0" y="-47625"/>
                <a:ext cx="812800" cy="860425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940"/>
                  </a:lnSpc>
                </a:pPr>
                <a:endParaRPr sz="1400"/>
              </a:p>
            </p:txBody>
          </p:sp>
        </p:grpSp>
        <p:sp>
          <p:nvSpPr>
            <p:cNvPr id="6" name="TextBox 6"/>
            <p:cNvSpPr txBox="1"/>
            <p:nvPr/>
          </p:nvSpPr>
          <p:spPr>
            <a:xfrm>
              <a:off x="5200" y="8976"/>
              <a:ext cx="5888" cy="116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6440"/>
                </a:lnSpc>
              </a:pPr>
              <a:r>
                <a:rPr lang="zh-CN" altLang="en-US" sz="4000" dirty="0">
                  <a:solidFill>
                    <a:srgbClr val="FFFFFF"/>
                  </a:solidFill>
                  <a:ea typeface="字由点字典黑 55J" panose="00020600040101010101" charset="-122"/>
                </a:rPr>
                <a:t>方法思路</a:t>
              </a:r>
            </a:p>
          </p:txBody>
        </p:sp>
      </p:grpSp>
      <p:sp>
        <p:nvSpPr>
          <p:cNvPr id="9" name="TextBox 9"/>
          <p:cNvSpPr txBox="1"/>
          <p:nvPr/>
        </p:nvSpPr>
        <p:spPr>
          <a:xfrm>
            <a:off x="10058400" y="4209814"/>
            <a:ext cx="5985510" cy="136191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zh-CN" altLang="en-US" sz="3200" dirty="0">
                <a:solidFill>
                  <a:srgbClr val="22232A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从蛮力开始</a:t>
            </a:r>
            <a:endParaRPr lang="en-US" altLang="zh-CN" sz="3200" dirty="0">
              <a:solidFill>
                <a:srgbClr val="22232A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 algn="just">
              <a:lnSpc>
                <a:spcPct val="150000"/>
              </a:lnSpc>
            </a:pPr>
            <a:r>
              <a:rPr lang="zh-CN" altLang="en-US" sz="3200" dirty="0">
                <a:solidFill>
                  <a:srgbClr val="22232A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到动态规划</a:t>
            </a:r>
          </a:p>
        </p:txBody>
      </p:sp>
    </p:spTree>
    <p:extLst>
      <p:ext uri="{BB962C8B-B14F-4D97-AF65-F5344CB8AC3E}">
        <p14:creationId xmlns:p14="http://schemas.microsoft.com/office/powerpoint/2010/main" val="229625561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3"/>
          <p:cNvGrpSpPr/>
          <p:nvPr/>
        </p:nvGrpSpPr>
        <p:grpSpPr>
          <a:xfrm>
            <a:off x="685821" y="723971"/>
            <a:ext cx="16852858" cy="8818737"/>
            <a:chOff x="0" y="0"/>
            <a:chExt cx="3657498" cy="1913890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3657498" cy="1913890"/>
            </a:xfrm>
            <a:custGeom>
              <a:avLst/>
              <a:gdLst/>
              <a:ahLst/>
              <a:cxnLst/>
              <a:rect l="l" t="t" r="r" b="b"/>
              <a:pathLst>
                <a:path w="3657498" h="1913890">
                  <a:moveTo>
                    <a:pt x="3533038" y="1913890"/>
                  </a:moveTo>
                  <a:lnTo>
                    <a:pt x="124460" y="1913890"/>
                  </a:lnTo>
                  <a:cubicBezTo>
                    <a:pt x="55880" y="1913890"/>
                    <a:pt x="0" y="1858010"/>
                    <a:pt x="0" y="1789430"/>
                  </a:cubicBezTo>
                  <a:lnTo>
                    <a:pt x="0" y="124460"/>
                  </a:lnTo>
                  <a:cubicBezTo>
                    <a:pt x="0" y="55880"/>
                    <a:pt x="55880" y="0"/>
                    <a:pt x="124460" y="0"/>
                  </a:cubicBezTo>
                  <a:lnTo>
                    <a:pt x="3533038" y="0"/>
                  </a:lnTo>
                  <a:cubicBezTo>
                    <a:pt x="3601618" y="0"/>
                    <a:pt x="3657498" y="55880"/>
                    <a:pt x="3657498" y="124460"/>
                  </a:cubicBezTo>
                  <a:lnTo>
                    <a:pt x="3657498" y="1789430"/>
                  </a:lnTo>
                  <a:cubicBezTo>
                    <a:pt x="3657498" y="1858010"/>
                    <a:pt x="3601618" y="1913890"/>
                    <a:pt x="3533038" y="191389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</p:grpSp>
      <p:sp>
        <p:nvSpPr>
          <p:cNvPr id="2" name="文本框 1"/>
          <p:cNvSpPr txBox="1"/>
          <p:nvPr/>
        </p:nvSpPr>
        <p:spPr>
          <a:xfrm>
            <a:off x="1905000" y="60352"/>
            <a:ext cx="60960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600" dirty="0">
                <a:solidFill>
                  <a:schemeClr val="accent1">
                    <a:lumMod val="75000"/>
                  </a:schemeClr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蛮力法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14">
                <a:extLst>
                  <a:ext uri="{FF2B5EF4-FFF2-40B4-BE49-F238E27FC236}">
                    <a16:creationId xmlns:a16="http://schemas.microsoft.com/office/drawing/2014/main" id="{A9EAF641-3245-F440-B809-872F92BEDED9}"/>
                  </a:ext>
                </a:extLst>
              </p:cNvPr>
              <p:cNvSpPr txBox="1"/>
              <p:nvPr>
                <p:custDataLst>
                  <p:tags r:id="rId1"/>
                </p:custDataLst>
              </p:nvPr>
            </p:nvSpPr>
            <p:spPr>
              <a:xfrm>
                <a:off x="785416" y="1333500"/>
                <a:ext cx="17201795" cy="7298152"/>
              </a:xfrm>
              <a:prstGeom prst="rect">
                <a:avLst/>
              </a:prstGeom>
            </p:spPr>
            <p:txBody>
              <a:bodyPr wrap="square" lIns="0" tIns="0" rIns="0" bIns="0" rtlCol="0" anchor="t">
                <a:spAutoFit/>
              </a:bodyPr>
              <a:lstStyle/>
              <a:p>
                <a:pPr algn="just">
                  <a:lnSpc>
                    <a:spcPct val="150000"/>
                  </a:lnSpc>
                  <a:buClrTx/>
                  <a:buSzTx/>
                  <a:buFontTx/>
                </a:pPr>
                <a:r>
                  <a:rPr lang="zh-CN" altLang="en-US" sz="3200" dirty="0">
                    <a:solidFill>
                      <a:srgbClr val="FF0000"/>
                    </a:solidFill>
                    <a:latin typeface="Times New Roman" panose="02020603050405020304" pitchFamily="18" charset="0"/>
                    <a:ea typeface="KaiTi" panose="02010609060101010101" pitchFamily="49" charset="-122"/>
                    <a:cs typeface="Times New Roman" panose="02020603050405020304" pitchFamily="18" charset="0"/>
                  </a:rPr>
                  <a:t>给定</a:t>
                </a:r>
                <a:r>
                  <a:rPr lang="zh-CN" altLang="en-US" sz="3200" dirty="0">
                    <a:solidFill>
                      <a:srgbClr val="22232A"/>
                    </a:solidFill>
                    <a:latin typeface="Times New Roman" panose="02020603050405020304" pitchFamily="18" charset="0"/>
                    <a:ea typeface="KaiTi" panose="02010609060101010101" pitchFamily="49" charset="-122"/>
                    <a:cs typeface="Times New Roman" panose="02020603050405020304" pitchFamily="18" charset="0"/>
                  </a:rPr>
                  <a:t>一个整数数组 </a:t>
                </a:r>
                <a:r>
                  <a:rPr lang="en-US" altLang="zh-CN" sz="3200" dirty="0">
                    <a:solidFill>
                      <a:srgbClr val="22232A"/>
                    </a:solidFill>
                    <a:latin typeface="Times New Roman" panose="02020603050405020304" pitchFamily="18" charset="0"/>
                    <a:ea typeface="KaiTi" panose="02010609060101010101" pitchFamily="49" charset="-122"/>
                    <a:cs typeface="Times New Roman" panose="02020603050405020304" pitchFamily="18" charset="0"/>
                  </a:rPr>
                  <a:t>prices</a:t>
                </a:r>
                <a:r>
                  <a:rPr lang="zh-CN" altLang="en-US" sz="3200" dirty="0">
                    <a:solidFill>
                      <a:srgbClr val="22232A"/>
                    </a:solidFill>
                    <a:latin typeface="Times New Roman" panose="02020603050405020304" pitchFamily="18" charset="0"/>
                    <a:ea typeface="KaiTi" panose="02010609060101010101" pitchFamily="49" charset="-122"/>
                    <a:cs typeface="Times New Roman" panose="02020603050405020304" pitchFamily="18" charset="0"/>
                  </a:rPr>
                  <a:t>，其中 </a:t>
                </a:r>
                <a:r>
                  <a:rPr lang="en-US" altLang="zh-CN" sz="3200" dirty="0">
                    <a:solidFill>
                      <a:srgbClr val="22232A"/>
                    </a:solidFill>
                    <a:latin typeface="Times New Roman" panose="02020603050405020304" pitchFamily="18" charset="0"/>
                    <a:ea typeface="KaiTi" panose="02010609060101010101" pitchFamily="49" charset="-122"/>
                    <a:cs typeface="Times New Roman" panose="02020603050405020304" pitchFamily="18" charset="0"/>
                  </a:rPr>
                  <a:t>prices[</a:t>
                </a:r>
                <a:r>
                  <a:rPr lang="en-US" altLang="zh-CN" sz="3200" dirty="0" err="1">
                    <a:solidFill>
                      <a:srgbClr val="22232A"/>
                    </a:solidFill>
                    <a:latin typeface="Times New Roman" panose="02020603050405020304" pitchFamily="18" charset="0"/>
                    <a:ea typeface="KaiTi" panose="02010609060101010101" pitchFamily="49" charset="-122"/>
                    <a:cs typeface="Times New Roman" panose="02020603050405020304" pitchFamily="18" charset="0"/>
                  </a:rPr>
                  <a:t>i</a:t>
                </a:r>
                <a:r>
                  <a:rPr lang="en-US" altLang="zh-CN" sz="3200" dirty="0">
                    <a:solidFill>
                      <a:srgbClr val="22232A"/>
                    </a:solidFill>
                    <a:latin typeface="Times New Roman" panose="02020603050405020304" pitchFamily="18" charset="0"/>
                    <a:ea typeface="KaiTi" panose="02010609060101010101" pitchFamily="49" charset="-122"/>
                    <a:cs typeface="Times New Roman" panose="02020603050405020304" pitchFamily="18" charset="0"/>
                  </a:rPr>
                  <a:t>]</a:t>
                </a:r>
                <a:r>
                  <a:rPr lang="zh-CN" altLang="en-US" sz="3200" dirty="0">
                    <a:solidFill>
                      <a:srgbClr val="22232A"/>
                    </a:solidFill>
                    <a:latin typeface="Times New Roman" panose="02020603050405020304" pitchFamily="18" charset="0"/>
                    <a:ea typeface="KaiTi" panose="02010609060101010101" pitchFamily="49" charset="-122"/>
                    <a:cs typeface="Times New Roman" panose="02020603050405020304" pitchFamily="18" charset="0"/>
                  </a:rPr>
                  <a:t>表示第 </a:t>
                </a:r>
                <a:r>
                  <a:rPr lang="en-US" altLang="zh-CN" sz="3200" dirty="0" err="1">
                    <a:solidFill>
                      <a:srgbClr val="22232A"/>
                    </a:solidFill>
                    <a:latin typeface="Times New Roman" panose="02020603050405020304" pitchFamily="18" charset="0"/>
                    <a:ea typeface="KaiTi" panose="02010609060101010101" pitchFamily="49" charset="-122"/>
                    <a:cs typeface="Times New Roman" panose="02020603050405020304" pitchFamily="18" charset="0"/>
                  </a:rPr>
                  <a:t>i</a:t>
                </a:r>
                <a:r>
                  <a:rPr lang="en-US" altLang="zh-CN" sz="3200" dirty="0">
                    <a:solidFill>
                      <a:srgbClr val="22232A"/>
                    </a:solidFill>
                    <a:latin typeface="Times New Roman" panose="02020603050405020304" pitchFamily="18" charset="0"/>
                    <a:ea typeface="KaiTi" panose="02010609060101010101" pitchFamily="49" charset="-122"/>
                    <a:cs typeface="Times New Roman" panose="02020603050405020304" pitchFamily="18" charset="0"/>
                  </a:rPr>
                  <a:t> </a:t>
                </a:r>
                <a:r>
                  <a:rPr lang="zh-CN" altLang="en-US" sz="3200" dirty="0">
                    <a:solidFill>
                      <a:srgbClr val="22232A"/>
                    </a:solidFill>
                    <a:latin typeface="Times New Roman" panose="02020603050405020304" pitchFamily="18" charset="0"/>
                    <a:ea typeface="KaiTi" panose="02010609060101010101" pitchFamily="49" charset="-122"/>
                    <a:cs typeface="Times New Roman" panose="02020603050405020304" pitchFamily="18" charset="0"/>
                  </a:rPr>
                  <a:t>天的股票价格 （单位股票）；整数 </a:t>
                </a:r>
                <a:r>
                  <a:rPr lang="en-US" altLang="zh-CN" sz="3200" dirty="0">
                    <a:solidFill>
                      <a:srgbClr val="22232A"/>
                    </a:solidFill>
                    <a:latin typeface="Times New Roman" panose="02020603050405020304" pitchFamily="18" charset="0"/>
                    <a:ea typeface="KaiTi" panose="02010609060101010101" pitchFamily="49" charset="-122"/>
                    <a:cs typeface="Times New Roman" panose="02020603050405020304" pitchFamily="18" charset="0"/>
                  </a:rPr>
                  <a:t>fee </a:t>
                </a:r>
                <a:r>
                  <a:rPr lang="zh-CN" altLang="en-US" sz="3200" dirty="0">
                    <a:solidFill>
                      <a:srgbClr val="22232A"/>
                    </a:solidFill>
                    <a:latin typeface="Times New Roman" panose="02020603050405020304" pitchFamily="18" charset="0"/>
                    <a:ea typeface="KaiTi" panose="02010609060101010101" pitchFamily="49" charset="-122"/>
                    <a:cs typeface="Times New Roman" panose="02020603050405020304" pitchFamily="18" charset="0"/>
                  </a:rPr>
                  <a:t>代表了交易股票的手续费用。你每天最多可以完成</a:t>
                </a:r>
                <a:r>
                  <a:rPr lang="en-US" altLang="zh-CN" sz="3200" dirty="0">
                    <a:solidFill>
                      <a:srgbClr val="22232A"/>
                    </a:solidFill>
                    <a:latin typeface="Times New Roman" panose="02020603050405020304" pitchFamily="18" charset="0"/>
                    <a:ea typeface="KaiTi" panose="02010609060101010101" pitchFamily="49" charset="-122"/>
                    <a:cs typeface="Times New Roman" panose="02020603050405020304" pitchFamily="18" charset="0"/>
                  </a:rPr>
                  <a:t>10</a:t>
                </a:r>
                <a:r>
                  <a:rPr lang="zh-CN" altLang="en-US" sz="3200" dirty="0">
                    <a:solidFill>
                      <a:srgbClr val="22232A"/>
                    </a:solidFill>
                    <a:latin typeface="Times New Roman" panose="02020603050405020304" pitchFamily="18" charset="0"/>
                    <a:ea typeface="KaiTi" panose="02010609060101010101" pitchFamily="49" charset="-122"/>
                    <a:cs typeface="Times New Roman" panose="02020603050405020304" pitchFamily="18" charset="0"/>
                  </a:rPr>
                  <a:t>笔交易（包括买与卖）</a:t>
                </a:r>
                <a:r>
                  <a:rPr lang="zh-CN" altLang="en-US" sz="3200" dirty="0">
                    <a:solidFill>
                      <a:srgbClr val="FF0000"/>
                    </a:solidFill>
                    <a:latin typeface="Times New Roman" panose="02020603050405020304" pitchFamily="18" charset="0"/>
                    <a:ea typeface="KaiTi" panose="02010609060101010101" pitchFamily="49" charset="-122"/>
                    <a:cs typeface="Times New Roman" panose="02020603050405020304" pitchFamily="18" charset="0"/>
                  </a:rPr>
                  <a:t>（每笔交易只能操作</a:t>
                </a:r>
                <a:r>
                  <a:rPr lang="en-US" altLang="zh-CN" sz="3200" dirty="0">
                    <a:solidFill>
                      <a:srgbClr val="FF0000"/>
                    </a:solidFill>
                    <a:latin typeface="Times New Roman" panose="02020603050405020304" pitchFamily="18" charset="0"/>
                    <a:ea typeface="KaiTi" panose="02010609060101010101" pitchFamily="49" charset="-122"/>
                    <a:cs typeface="Times New Roman" panose="02020603050405020304" pitchFamily="18" charset="0"/>
                  </a:rPr>
                  <a:t>1</a:t>
                </a:r>
                <a:r>
                  <a:rPr lang="zh-CN" altLang="en-US" sz="3200" dirty="0">
                    <a:solidFill>
                      <a:srgbClr val="FF0000"/>
                    </a:solidFill>
                    <a:latin typeface="Times New Roman" panose="02020603050405020304" pitchFamily="18" charset="0"/>
                    <a:ea typeface="KaiTi" panose="02010609060101010101" pitchFamily="49" charset="-122"/>
                    <a:cs typeface="Times New Roman" panose="02020603050405020304" pitchFamily="18" charset="0"/>
                  </a:rPr>
                  <a:t>股）</a:t>
                </a:r>
                <a:r>
                  <a:rPr lang="zh-CN" altLang="en-US" sz="3200" dirty="0">
                    <a:solidFill>
                      <a:srgbClr val="22232A"/>
                    </a:solidFill>
                    <a:latin typeface="Times New Roman" panose="02020603050405020304" pitchFamily="18" charset="0"/>
                    <a:ea typeface="KaiTi" panose="02010609060101010101" pitchFamily="49" charset="-122"/>
                    <a:cs typeface="Times New Roman" panose="02020603050405020304" pitchFamily="18" charset="0"/>
                  </a:rPr>
                  <a:t>，但是你每笔交易都需要付手续费。你最多只能持有</a:t>
                </a:r>
                <a:r>
                  <a:rPr lang="en-US" altLang="zh-CN" sz="3200" dirty="0">
                    <a:solidFill>
                      <a:srgbClr val="22232A"/>
                    </a:solidFill>
                    <a:latin typeface="Times New Roman" panose="02020603050405020304" pitchFamily="18" charset="0"/>
                    <a:ea typeface="KaiTi" panose="02010609060101010101" pitchFamily="49" charset="-122"/>
                    <a:cs typeface="Times New Roman" panose="02020603050405020304" pitchFamily="18" charset="0"/>
                  </a:rPr>
                  <a:t>20</a:t>
                </a:r>
                <a:r>
                  <a:rPr lang="zh-CN" altLang="en-US" sz="3200" dirty="0">
                    <a:solidFill>
                      <a:srgbClr val="22232A"/>
                    </a:solidFill>
                    <a:latin typeface="Times New Roman" panose="02020603050405020304" pitchFamily="18" charset="0"/>
                    <a:ea typeface="KaiTi" panose="02010609060101010101" pitchFamily="49" charset="-122"/>
                    <a:cs typeface="Times New Roman" panose="02020603050405020304" pitchFamily="18" charset="0"/>
                  </a:rPr>
                  <a:t>个单位股票，否则你就不能再继续购买股票了。设计一个算法，计算你能获得利润</a:t>
                </a:r>
                <a:r>
                  <a:rPr lang="zh-CN" altLang="en-US" sz="3200" dirty="0">
                    <a:solidFill>
                      <a:srgbClr val="FF0000"/>
                    </a:solidFill>
                    <a:latin typeface="Times New Roman" panose="02020603050405020304" pitchFamily="18" charset="0"/>
                    <a:ea typeface="KaiTi" panose="02010609060101010101" pitchFamily="49" charset="-122"/>
                    <a:cs typeface="Times New Roman" panose="02020603050405020304" pitchFamily="18" charset="0"/>
                  </a:rPr>
                  <a:t>（现在有的钱</a:t>
                </a:r>
                <a:r>
                  <a:rPr lang="en-US" altLang="zh-CN" sz="3200" dirty="0">
                    <a:solidFill>
                      <a:srgbClr val="FF0000"/>
                    </a:solidFill>
                    <a:latin typeface="Times New Roman" panose="02020603050405020304" pitchFamily="18" charset="0"/>
                    <a:ea typeface="KaiTi" panose="02010609060101010101" pitchFamily="49" charset="-122"/>
                    <a:cs typeface="Times New Roman" panose="02020603050405020304" pitchFamily="18" charset="0"/>
                  </a:rPr>
                  <a:t>+</a:t>
                </a:r>
                <a:r>
                  <a:rPr lang="zh-CN" altLang="en-US" sz="3200" dirty="0">
                    <a:solidFill>
                      <a:srgbClr val="FF0000"/>
                    </a:solidFill>
                    <a:latin typeface="Times New Roman" panose="02020603050405020304" pitchFamily="18" charset="0"/>
                    <a:ea typeface="KaiTi" panose="02010609060101010101" pitchFamily="49" charset="-122"/>
                    <a:cs typeface="Times New Roman" panose="02020603050405020304" pitchFamily="18" charset="0"/>
                  </a:rPr>
                  <a:t>最后一天的股票数量*当天价格）</a:t>
                </a:r>
                <a:r>
                  <a:rPr lang="zh-CN" altLang="en-US" sz="3200" dirty="0">
                    <a:solidFill>
                      <a:srgbClr val="22232A"/>
                    </a:solidFill>
                    <a:latin typeface="Times New Roman" panose="02020603050405020304" pitchFamily="18" charset="0"/>
                    <a:ea typeface="KaiTi" panose="02010609060101010101" pitchFamily="49" charset="-122"/>
                    <a:cs typeface="Times New Roman" panose="02020603050405020304" pitchFamily="18" charset="0"/>
                  </a:rPr>
                  <a:t>的最大值。要求：你初始持有股票单位为</a:t>
                </a:r>
                <a:r>
                  <a:rPr lang="en-US" altLang="zh-CN" sz="3200" dirty="0">
                    <a:solidFill>
                      <a:srgbClr val="22232A"/>
                    </a:solidFill>
                    <a:latin typeface="Times New Roman" panose="02020603050405020304" pitchFamily="18" charset="0"/>
                    <a:ea typeface="KaiTi" panose="02010609060101010101" pitchFamily="49" charset="-122"/>
                    <a:cs typeface="Times New Roman" panose="02020603050405020304" pitchFamily="18" charset="0"/>
                  </a:rPr>
                  <a:t>0</a:t>
                </a:r>
                <a:r>
                  <a:rPr lang="zh-CN" altLang="en-US" sz="3200" dirty="0">
                    <a:solidFill>
                      <a:srgbClr val="22232A"/>
                    </a:solidFill>
                    <a:latin typeface="Times New Roman" panose="02020603050405020304" pitchFamily="18" charset="0"/>
                    <a:ea typeface="KaiTi" panose="02010609060101010101" pitchFamily="49" charset="-122"/>
                    <a:cs typeface="Times New Roman" panose="02020603050405020304" pitchFamily="18" charset="0"/>
                  </a:rPr>
                  <a:t>，随机生成</a:t>
                </a:r>
                <a:r>
                  <a:rPr lang="en-US" altLang="zh-CN" sz="3200" dirty="0">
                    <a:solidFill>
                      <a:srgbClr val="22232A"/>
                    </a:solidFill>
                    <a:latin typeface="Times New Roman" panose="02020603050405020304" pitchFamily="18" charset="0"/>
                    <a:ea typeface="KaiTi" panose="02010609060101010101" pitchFamily="49" charset="-122"/>
                    <a:cs typeface="Times New Roman" panose="02020603050405020304" pitchFamily="18" charset="0"/>
                  </a:rPr>
                  <a:t>prices</a:t>
                </a:r>
                <a:r>
                  <a:rPr lang="zh-CN" altLang="en-US" sz="3200" dirty="0">
                    <a:solidFill>
                      <a:srgbClr val="22232A"/>
                    </a:solidFill>
                    <a:latin typeface="Times New Roman" panose="02020603050405020304" pitchFamily="18" charset="0"/>
                    <a:ea typeface="KaiTi" panose="02010609060101010101" pitchFamily="49" charset="-122"/>
                    <a:cs typeface="Times New Roman" panose="02020603050405020304" pitchFamily="18" charset="0"/>
                  </a:rPr>
                  <a:t>数组，数组元素个数</a:t>
                </a:r>
                <a:r>
                  <a:rPr lang="en-US" altLang="zh-CN" sz="3200" dirty="0">
                    <a:solidFill>
                      <a:srgbClr val="22232A"/>
                    </a:solidFill>
                    <a:latin typeface="Times New Roman" panose="02020603050405020304" pitchFamily="18" charset="0"/>
                    <a:ea typeface="KaiTi" panose="02010609060101010101" pitchFamily="49" charset="-122"/>
                    <a:cs typeface="Times New Roman" panose="02020603050405020304" pitchFamily="18" charset="0"/>
                  </a:rPr>
                  <a:t>1000 ≤ N ≤ 2000</a:t>
                </a:r>
                <a:r>
                  <a:rPr lang="zh-CN" altLang="en-US" sz="3200" dirty="0">
                    <a:solidFill>
                      <a:srgbClr val="22232A"/>
                    </a:solidFill>
                    <a:latin typeface="Times New Roman" panose="02020603050405020304" pitchFamily="18" charset="0"/>
                    <a:ea typeface="KaiTi" panose="02010609060101010101" pitchFamily="49" charset="-122"/>
                    <a:cs typeface="Times New Roman" panose="02020603050405020304" pitchFamily="18" charset="0"/>
                  </a:rPr>
                  <a:t>，数组第</a:t>
                </a:r>
                <a:r>
                  <a:rPr lang="en-US" altLang="zh-CN" sz="3200" dirty="0" err="1">
                    <a:solidFill>
                      <a:srgbClr val="22232A"/>
                    </a:solidFill>
                    <a:latin typeface="Times New Roman" panose="02020603050405020304" pitchFamily="18" charset="0"/>
                    <a:ea typeface="KaiTi" panose="02010609060101010101" pitchFamily="49" charset="-122"/>
                    <a:cs typeface="Times New Roman" panose="02020603050405020304" pitchFamily="18" charset="0"/>
                  </a:rPr>
                  <a:t>i</a:t>
                </a:r>
                <a:r>
                  <a:rPr lang="zh-CN" altLang="en-US" sz="3200" dirty="0">
                    <a:solidFill>
                      <a:srgbClr val="22232A"/>
                    </a:solidFill>
                    <a:latin typeface="Times New Roman" panose="02020603050405020304" pitchFamily="18" charset="0"/>
                    <a:ea typeface="KaiTi" panose="02010609060101010101" pitchFamily="49" charset="-122"/>
                    <a:cs typeface="Times New Roman" panose="02020603050405020304" pitchFamily="18" charset="0"/>
                  </a:rPr>
                  <a:t>个元素（第</a:t>
                </a:r>
                <a:r>
                  <a:rPr lang="en-US" altLang="zh-CN" sz="3200" dirty="0" err="1">
                    <a:solidFill>
                      <a:srgbClr val="22232A"/>
                    </a:solidFill>
                    <a:latin typeface="Times New Roman" panose="02020603050405020304" pitchFamily="18" charset="0"/>
                    <a:ea typeface="KaiTi" panose="02010609060101010101" pitchFamily="49" charset="-122"/>
                    <a:cs typeface="Times New Roman" panose="02020603050405020304" pitchFamily="18" charset="0"/>
                  </a:rPr>
                  <a:t>i</a:t>
                </a:r>
                <a:r>
                  <a:rPr lang="zh-CN" altLang="en-US" sz="3200" dirty="0">
                    <a:solidFill>
                      <a:srgbClr val="22232A"/>
                    </a:solidFill>
                    <a:latin typeface="Times New Roman" panose="02020603050405020304" pitchFamily="18" charset="0"/>
                    <a:ea typeface="KaiTi" panose="02010609060101010101" pitchFamily="49" charset="-122"/>
                    <a:cs typeface="Times New Roman" panose="02020603050405020304" pitchFamily="18" charset="0"/>
                  </a:rPr>
                  <a:t>天股票价格）值</a:t>
                </a:r>
                <a:r>
                  <a:rPr lang="en-US" altLang="zh-CN" sz="3200" dirty="0">
                    <a:solidFill>
                      <a:srgbClr val="22232A"/>
                    </a:solidFill>
                    <a:latin typeface="Times New Roman" panose="02020603050405020304" pitchFamily="18" charset="0"/>
                    <a:ea typeface="KaiTi" panose="02010609060101010101" pitchFamily="49" charset="-122"/>
                    <a:cs typeface="Times New Roman" panose="02020603050405020304" pitchFamily="18" charset="0"/>
                  </a:rPr>
                  <a:t>1 ≤ prices[</a:t>
                </a:r>
                <a:r>
                  <a:rPr lang="en-US" altLang="zh-CN" sz="3200" dirty="0" err="1">
                    <a:solidFill>
                      <a:srgbClr val="22232A"/>
                    </a:solidFill>
                    <a:latin typeface="Times New Roman" panose="02020603050405020304" pitchFamily="18" charset="0"/>
                    <a:ea typeface="KaiTi" panose="02010609060101010101" pitchFamily="49" charset="-122"/>
                    <a:cs typeface="Times New Roman" panose="02020603050405020304" pitchFamily="18" charset="0"/>
                  </a:rPr>
                  <a:t>i</a:t>
                </a:r>
                <a:r>
                  <a:rPr lang="en-US" altLang="zh-CN" sz="3200" dirty="0">
                    <a:solidFill>
                      <a:srgbClr val="22232A"/>
                    </a:solidFill>
                    <a:latin typeface="Times New Roman" panose="02020603050405020304" pitchFamily="18" charset="0"/>
                    <a:ea typeface="KaiTi" panose="02010609060101010101" pitchFamily="49" charset="-122"/>
                    <a:cs typeface="Times New Roman" panose="02020603050405020304" pitchFamily="18" charset="0"/>
                  </a:rPr>
                  <a:t>] ≤ 100</a:t>
                </a:r>
                <a:r>
                  <a:rPr lang="zh-CN" altLang="en-US" sz="3200" dirty="0">
                    <a:solidFill>
                      <a:srgbClr val="22232A"/>
                    </a:solidFill>
                    <a:latin typeface="Times New Roman" panose="02020603050405020304" pitchFamily="18" charset="0"/>
                    <a:ea typeface="KaiTi" panose="02010609060101010101" pitchFamily="49" charset="-122"/>
                    <a:cs typeface="Times New Roman" panose="02020603050405020304" pitchFamily="18" charset="0"/>
                  </a:rPr>
                  <a:t>，</a:t>
                </a:r>
                <a:r>
                  <a:rPr lang="en-US" altLang="zh-CN" sz="3200" dirty="0">
                    <a:solidFill>
                      <a:srgbClr val="22232A"/>
                    </a:solidFill>
                    <a:latin typeface="Times New Roman" panose="02020603050405020304" pitchFamily="18" charset="0"/>
                    <a:ea typeface="KaiTi" panose="02010609060101010101" pitchFamily="49" charset="-122"/>
                    <a:cs typeface="Times New Roman" panose="02020603050405020304" pitchFamily="18" charset="0"/>
                  </a:rPr>
                  <a:t>10 ≤ fee ≤ 20</a:t>
                </a:r>
                <a:r>
                  <a:rPr lang="zh-CN" altLang="en-US" sz="3200" dirty="0">
                    <a:solidFill>
                      <a:srgbClr val="22232A"/>
                    </a:solidFill>
                    <a:latin typeface="Times New Roman" panose="02020603050405020304" pitchFamily="18" charset="0"/>
                    <a:ea typeface="KaiTi" panose="02010609060101010101" pitchFamily="49" charset="-122"/>
                    <a:cs typeface="Times New Roman" panose="02020603050405020304" pitchFamily="18" charset="0"/>
                  </a:rPr>
                  <a:t>。</a:t>
                </a:r>
                <a:endParaRPr lang="en-US" altLang="zh-CN" sz="3200" dirty="0">
                  <a:solidFill>
                    <a:srgbClr val="22232A"/>
                  </a:solidFill>
                  <a:latin typeface="Times New Roman" panose="02020603050405020304" pitchFamily="18" charset="0"/>
                  <a:ea typeface="KaiTi" panose="02010609060101010101" pitchFamily="49" charset="-122"/>
                  <a:cs typeface="Times New Roman" panose="02020603050405020304" pitchFamily="18" charset="0"/>
                </a:endParaRPr>
              </a:p>
              <a:p>
                <a:pPr algn="just">
                  <a:lnSpc>
                    <a:spcPct val="150000"/>
                  </a:lnSpc>
                  <a:buClrTx/>
                  <a:buSzTx/>
                  <a:buFontTx/>
                </a:pPr>
                <a:endParaRPr lang="en-US" altLang="zh-CN" sz="3200" dirty="0">
                  <a:solidFill>
                    <a:srgbClr val="22232A"/>
                  </a:solidFill>
                  <a:latin typeface="Times New Roman" panose="02020603050405020304" pitchFamily="18" charset="0"/>
                  <a:ea typeface="KaiTi" panose="02010609060101010101" pitchFamily="49" charset="-122"/>
                  <a:cs typeface="Times New Roman" panose="02020603050405020304" pitchFamily="18" charset="0"/>
                </a:endParaRPr>
              </a:p>
              <a:p>
                <a:pPr algn="just">
                  <a:lnSpc>
                    <a:spcPct val="150000"/>
                  </a:lnSpc>
                  <a:buClrTx/>
                  <a:buSzTx/>
                  <a:buFontTx/>
                </a:pPr>
                <a:r>
                  <a:rPr lang="zh-CN" altLang="en-US" sz="3200" dirty="0">
                    <a:solidFill>
                      <a:srgbClr val="22232A"/>
                    </a:solidFill>
                    <a:latin typeface="Times New Roman" panose="02020603050405020304" pitchFamily="18" charset="0"/>
                    <a:ea typeface="KaiTi" panose="02010609060101010101" pitchFamily="49" charset="-122"/>
                    <a:cs typeface="Times New Roman" panose="02020603050405020304" pitchFamily="18" charset="0"/>
                  </a:rPr>
                  <a:t>那么：每天的操作情况只有</a:t>
                </a:r>
                <a:r>
                  <a:rPr lang="en-US" altLang="zh-CN" sz="3200" dirty="0">
                    <a:solidFill>
                      <a:srgbClr val="22232A"/>
                    </a:solidFill>
                    <a:latin typeface="Times New Roman" panose="02020603050405020304" pitchFamily="18" charset="0"/>
                    <a:ea typeface="KaiTi" panose="02010609060101010101" pitchFamily="49" charset="-122"/>
                    <a:cs typeface="Times New Roman" panose="02020603050405020304" pitchFamily="18" charset="0"/>
                  </a:rPr>
                  <a:t>3</a:t>
                </a:r>
                <a:r>
                  <a:rPr lang="zh-CN" altLang="en-US" sz="3200" dirty="0">
                    <a:solidFill>
                      <a:srgbClr val="22232A"/>
                    </a:solidFill>
                    <a:latin typeface="Times New Roman" panose="02020603050405020304" pitchFamily="18" charset="0"/>
                    <a:ea typeface="KaiTi" panose="02010609060101010101" pitchFamily="49" charset="-122"/>
                    <a:cs typeface="Times New Roman" panose="02020603050405020304" pitchFamily="18" charset="0"/>
                  </a:rPr>
                  <a:t>种：买</a:t>
                </a:r>
                <a:r>
                  <a:rPr lang="en-US" altLang="zh-CN" sz="3200" dirty="0">
                    <a:solidFill>
                      <a:srgbClr val="22232A"/>
                    </a:solidFill>
                    <a:latin typeface="Times New Roman" panose="02020603050405020304" pitchFamily="18" charset="0"/>
                    <a:ea typeface="KaiTi" panose="02010609060101010101" pitchFamily="49" charset="-122"/>
                    <a:cs typeface="Times New Roman" panose="02020603050405020304" pitchFamily="18" charset="0"/>
                  </a:rPr>
                  <a:t>10</a:t>
                </a:r>
                <a:r>
                  <a:rPr lang="zh-CN" altLang="en-US" sz="3200" dirty="0">
                    <a:solidFill>
                      <a:srgbClr val="22232A"/>
                    </a:solidFill>
                    <a:latin typeface="Times New Roman" panose="02020603050405020304" pitchFamily="18" charset="0"/>
                    <a:ea typeface="KaiTi" panose="02010609060101010101" pitchFamily="49" charset="-122"/>
                    <a:cs typeface="Times New Roman" panose="02020603050405020304" pitchFamily="18" charset="0"/>
                  </a:rPr>
                  <a:t>，不动，卖</a:t>
                </a:r>
                <a:r>
                  <a:rPr lang="en-US" altLang="zh-CN" sz="3200" dirty="0">
                    <a:solidFill>
                      <a:srgbClr val="22232A"/>
                    </a:solidFill>
                    <a:latin typeface="Times New Roman" panose="02020603050405020304" pitchFamily="18" charset="0"/>
                    <a:ea typeface="KaiTi" panose="02010609060101010101" pitchFamily="49" charset="-122"/>
                    <a:cs typeface="Times New Roman" panose="02020603050405020304" pitchFamily="18" charset="0"/>
                  </a:rPr>
                  <a:t>10</a:t>
                </a:r>
                <a:r>
                  <a:rPr lang="zh-CN" altLang="en-US" sz="3200" dirty="0">
                    <a:solidFill>
                      <a:srgbClr val="22232A"/>
                    </a:solidFill>
                    <a:latin typeface="Times New Roman" panose="02020603050405020304" pitchFamily="18" charset="0"/>
                    <a:ea typeface="KaiTi" panose="02010609060101010101" pitchFamily="49" charset="-122"/>
                    <a:cs typeface="Times New Roman" panose="02020603050405020304" pitchFamily="18" charset="0"/>
                  </a:rPr>
                  <a:t>。</a:t>
                </a:r>
                <a:endParaRPr lang="en-US" altLang="zh-CN" sz="3200" dirty="0">
                  <a:solidFill>
                    <a:srgbClr val="22232A"/>
                  </a:solidFill>
                  <a:latin typeface="Times New Roman" panose="02020603050405020304" pitchFamily="18" charset="0"/>
                  <a:ea typeface="KaiTi" panose="02010609060101010101" pitchFamily="49" charset="-122"/>
                  <a:cs typeface="Times New Roman" panose="02020603050405020304" pitchFamily="18" charset="0"/>
                </a:endParaRPr>
              </a:p>
              <a:p>
                <a:pPr algn="just">
                  <a:lnSpc>
                    <a:spcPct val="150000"/>
                  </a:lnSpc>
                  <a:buClrTx/>
                  <a:buSzTx/>
                  <a:buFontTx/>
                </a:pPr>
                <a:r>
                  <a:rPr lang="zh-CN" altLang="en-US" sz="3200" b="0" dirty="0">
                    <a:solidFill>
                      <a:srgbClr val="22232A"/>
                    </a:solidFill>
                    <a:ea typeface="KaiTi" panose="02010609060101010101" pitchFamily="49" charset="-122"/>
                    <a:cs typeface="Times New Roman" panose="02020603050405020304" pitchFamily="18" charset="0"/>
                  </a:rPr>
                  <a:t>至多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sz="3200" b="0" i="1" smtClean="0">
                            <a:solidFill>
                              <a:srgbClr val="22232A"/>
                            </a:solidFill>
                            <a:latin typeface="Cambria Math" panose="02040503050406030204" pitchFamily="18" charset="0"/>
                            <a:ea typeface="KaiTi" panose="02010609060101010101" pitchFamily="49" charset="-122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r>
                          <a:rPr lang="en-US" altLang="zh-CN" sz="3200" b="0" i="1" smtClean="0">
                            <a:solidFill>
                              <a:srgbClr val="22232A"/>
                            </a:solidFill>
                            <a:latin typeface="Cambria Math" panose="02040503050406030204" pitchFamily="18" charset="0"/>
                            <a:ea typeface="KaiTi" panose="02010609060101010101" pitchFamily="49" charset="-122"/>
                            <a:cs typeface="Times New Roman" panose="02020603050405020304" pitchFamily="18" charset="0"/>
                          </a:rPr>
                          <m:t>3</m:t>
                        </m:r>
                      </m:e>
                      <m:sup>
                        <m:r>
                          <a:rPr lang="en-US" altLang="zh-CN" sz="3200" b="0" i="1" smtClean="0">
                            <a:solidFill>
                              <a:srgbClr val="22232A"/>
                            </a:solidFill>
                            <a:latin typeface="Cambria Math" panose="02040503050406030204" pitchFamily="18" charset="0"/>
                            <a:ea typeface="KaiTi" panose="02010609060101010101" pitchFamily="49" charset="-122"/>
                            <a:cs typeface="Times New Roman" panose="02020603050405020304" pitchFamily="18" charset="0"/>
                          </a:rPr>
                          <m:t>𝑁</m:t>
                        </m:r>
                      </m:sup>
                    </m:sSup>
                  </m:oMath>
                </a14:m>
                <a:r>
                  <a:rPr lang="zh-CN" altLang="en-US" sz="3200" dirty="0">
                    <a:solidFill>
                      <a:srgbClr val="22232A"/>
                    </a:solidFill>
                    <a:latin typeface="Times New Roman" panose="02020603050405020304" pitchFamily="18" charset="0"/>
                    <a:ea typeface="KaiTi" panose="02010609060101010101" pitchFamily="49" charset="-122"/>
                    <a:cs typeface="Times New Roman" panose="02020603050405020304" pitchFamily="18" charset="0"/>
                  </a:rPr>
                  <a:t>（约</a:t>
                </a:r>
                <a:r>
                  <a:rPr lang="en-US" altLang="zh-CN" sz="3200" dirty="0">
                    <a:solidFill>
                      <a:srgbClr val="22232A"/>
                    </a:solidFill>
                    <a:latin typeface="Times New Roman" panose="02020603050405020304" pitchFamily="18" charset="0"/>
                    <a:ea typeface="KaiTi" panose="02010609060101010101" pitchFamily="49" charset="-122"/>
                    <a:cs typeface="Times New Roman" panose="02020603050405020304" pitchFamily="18" charset="0"/>
                  </a:rPr>
                  <a:t>477</a:t>
                </a:r>
                <a:r>
                  <a:rPr lang="zh-CN" altLang="en-US" sz="3200" dirty="0">
                    <a:solidFill>
                      <a:srgbClr val="22232A"/>
                    </a:solidFill>
                    <a:latin typeface="Times New Roman" panose="02020603050405020304" pitchFamily="18" charset="0"/>
                    <a:ea typeface="KaiTi" panose="02010609060101010101" pitchFamily="49" charset="-122"/>
                    <a:cs typeface="Times New Roman" panose="02020603050405020304" pitchFamily="18" charset="0"/>
                  </a:rPr>
                  <a:t>位）种情况（事实上少），然后比较所有的结果得到最大的。</a:t>
                </a:r>
                <a:endParaRPr lang="en-US" altLang="zh-CN" sz="3200" dirty="0">
                  <a:solidFill>
                    <a:srgbClr val="22232A"/>
                  </a:solidFill>
                  <a:latin typeface="Times New Roman" panose="02020603050405020304" pitchFamily="18" charset="0"/>
                  <a:ea typeface="KaiTi" panose="02010609060101010101" pitchFamily="49" charset="-122"/>
                  <a:cs typeface="Times New Roman" panose="02020603050405020304" pitchFamily="18" charset="0"/>
                </a:endParaRPr>
              </a:p>
              <a:p>
                <a:pPr algn="just">
                  <a:lnSpc>
                    <a:spcPct val="150000"/>
                  </a:lnSpc>
                  <a:buClrTx/>
                  <a:buSzTx/>
                  <a:buFontTx/>
                </a:pPr>
                <a:r>
                  <a:rPr lang="zh-CN" altLang="en-US" sz="3200" dirty="0">
                    <a:solidFill>
                      <a:srgbClr val="22232A"/>
                    </a:solidFill>
                    <a:latin typeface="Times New Roman" panose="02020603050405020304" pitchFamily="18" charset="0"/>
                    <a:ea typeface="KaiTi" panose="02010609060101010101" pitchFamily="49" charset="-122"/>
                    <a:cs typeface="Times New Roman" panose="02020603050405020304" pitchFamily="18" charset="0"/>
                  </a:rPr>
                  <a:t>代价太高，难以接受</a:t>
                </a:r>
              </a:p>
            </p:txBody>
          </p:sp>
        </mc:Choice>
        <mc:Fallback xmlns="">
          <p:sp>
            <p:nvSpPr>
              <p:cNvPr id="9" name="TextBox 14">
                <a:extLst>
                  <a:ext uri="{FF2B5EF4-FFF2-40B4-BE49-F238E27FC236}">
                    <a16:creationId xmlns:a16="http://schemas.microsoft.com/office/drawing/2014/main" id="{A9EAF641-3245-F440-B809-872F92BEDED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>
                <p:custDataLst>
                  <p:tags r:id="rId3"/>
                </p:custDataLst>
              </p:nvPr>
            </p:nvSpPr>
            <p:spPr>
              <a:xfrm>
                <a:off x="785416" y="1333500"/>
                <a:ext cx="17201795" cy="7298152"/>
              </a:xfrm>
              <a:prstGeom prst="rect">
                <a:avLst/>
              </a:prstGeom>
              <a:blipFill>
                <a:blip r:embed="rId4"/>
                <a:stretch>
                  <a:fillRect l="-1401" r="-3761" b="-208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71264363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3"/>
          <p:cNvGrpSpPr/>
          <p:nvPr/>
        </p:nvGrpSpPr>
        <p:grpSpPr>
          <a:xfrm>
            <a:off x="685821" y="723971"/>
            <a:ext cx="16852858" cy="8818737"/>
            <a:chOff x="0" y="0"/>
            <a:chExt cx="3657498" cy="1913890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3657498" cy="1913890"/>
            </a:xfrm>
            <a:custGeom>
              <a:avLst/>
              <a:gdLst/>
              <a:ahLst/>
              <a:cxnLst/>
              <a:rect l="l" t="t" r="r" b="b"/>
              <a:pathLst>
                <a:path w="3657498" h="1913890">
                  <a:moveTo>
                    <a:pt x="3533038" y="1913890"/>
                  </a:moveTo>
                  <a:lnTo>
                    <a:pt x="124460" y="1913890"/>
                  </a:lnTo>
                  <a:cubicBezTo>
                    <a:pt x="55880" y="1913890"/>
                    <a:pt x="0" y="1858010"/>
                    <a:pt x="0" y="1789430"/>
                  </a:cubicBezTo>
                  <a:lnTo>
                    <a:pt x="0" y="124460"/>
                  </a:lnTo>
                  <a:cubicBezTo>
                    <a:pt x="0" y="55880"/>
                    <a:pt x="55880" y="0"/>
                    <a:pt x="124460" y="0"/>
                  </a:cubicBezTo>
                  <a:lnTo>
                    <a:pt x="3533038" y="0"/>
                  </a:lnTo>
                  <a:cubicBezTo>
                    <a:pt x="3601618" y="0"/>
                    <a:pt x="3657498" y="55880"/>
                    <a:pt x="3657498" y="124460"/>
                  </a:cubicBezTo>
                  <a:lnTo>
                    <a:pt x="3657498" y="1789430"/>
                  </a:lnTo>
                  <a:cubicBezTo>
                    <a:pt x="3657498" y="1858010"/>
                    <a:pt x="3601618" y="1913890"/>
                    <a:pt x="3533038" y="191389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</p:grpSp>
      <p:sp>
        <p:nvSpPr>
          <p:cNvPr id="2" name="文本框 1"/>
          <p:cNvSpPr txBox="1"/>
          <p:nvPr/>
        </p:nvSpPr>
        <p:spPr>
          <a:xfrm>
            <a:off x="1905000" y="60352"/>
            <a:ext cx="60960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600" dirty="0">
                <a:solidFill>
                  <a:schemeClr val="accent1">
                    <a:lumMod val="75000"/>
                  </a:schemeClr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问题分析</a:t>
            </a:r>
          </a:p>
        </p:txBody>
      </p:sp>
      <p:sp>
        <p:nvSpPr>
          <p:cNvPr id="9" name="TextBox 14">
            <a:extLst>
              <a:ext uri="{FF2B5EF4-FFF2-40B4-BE49-F238E27FC236}">
                <a16:creationId xmlns:a16="http://schemas.microsoft.com/office/drawing/2014/main" id="{A9EAF641-3245-F440-B809-872F92BEDED9}"/>
              </a:ext>
            </a:extLst>
          </p:cNvPr>
          <p:cNvSpPr txBox="1"/>
          <p:nvPr>
            <p:custDataLst>
              <p:tags r:id="rId1"/>
            </p:custDataLst>
          </p:nvPr>
        </p:nvSpPr>
        <p:spPr>
          <a:xfrm>
            <a:off x="1066800" y="1333500"/>
            <a:ext cx="9272984" cy="212250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just">
              <a:lnSpc>
                <a:spcPct val="150000"/>
              </a:lnSpc>
              <a:buClrTx/>
              <a:buSzTx/>
              <a:buFontTx/>
            </a:pPr>
            <a:r>
              <a:rPr lang="zh-CN" altLang="en-US" sz="3200" dirty="0">
                <a:solidFill>
                  <a:srgbClr val="22232A"/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每一天的状态都和前一天的状态强相关。</a:t>
            </a:r>
            <a:endParaRPr lang="en-US" altLang="zh-CN" sz="3200" dirty="0">
              <a:solidFill>
                <a:srgbClr val="22232A"/>
              </a:solidFill>
              <a:latin typeface="Times New Roman" panose="02020603050405020304" pitchFamily="18" charset="0"/>
              <a:ea typeface="KaiTi" panose="02010609060101010101" pitchFamily="49" charset="-122"/>
              <a:cs typeface="Times New Roman" panose="02020603050405020304" pitchFamily="18" charset="0"/>
            </a:endParaRPr>
          </a:p>
          <a:p>
            <a:pPr algn="just">
              <a:lnSpc>
                <a:spcPct val="150000"/>
              </a:lnSpc>
              <a:buClrTx/>
              <a:buSzTx/>
              <a:buFontTx/>
            </a:pPr>
            <a:endParaRPr lang="en-US" altLang="zh-CN" sz="3200" dirty="0">
              <a:solidFill>
                <a:srgbClr val="22232A"/>
              </a:solidFill>
              <a:latin typeface="Times New Roman" panose="02020603050405020304" pitchFamily="18" charset="0"/>
              <a:ea typeface="KaiTi" panose="02010609060101010101" pitchFamily="49" charset="-122"/>
              <a:cs typeface="Times New Roman" panose="02020603050405020304" pitchFamily="18" charset="0"/>
            </a:endParaRPr>
          </a:p>
          <a:p>
            <a:pPr algn="just">
              <a:lnSpc>
                <a:spcPct val="150000"/>
              </a:lnSpc>
              <a:buClrTx/>
              <a:buSzTx/>
              <a:buFontTx/>
            </a:pPr>
            <a:r>
              <a:rPr lang="zh-CN" altLang="en-US" sz="3200" dirty="0">
                <a:solidFill>
                  <a:srgbClr val="22232A"/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我们希望求的是最后一天总收益的最大值。</a:t>
            </a:r>
            <a:endParaRPr lang="en-US" altLang="zh-CN" sz="3200" dirty="0">
              <a:solidFill>
                <a:srgbClr val="22232A"/>
              </a:solidFill>
              <a:latin typeface="Times New Roman" panose="02020603050405020304" pitchFamily="18" charset="0"/>
              <a:ea typeface="KaiTi" panose="02010609060101010101" pitchFamily="49" charset="-122"/>
              <a:cs typeface="Times New Roman" panose="02020603050405020304" pitchFamily="18" charset="0"/>
            </a:endParaRPr>
          </a:p>
        </p:txBody>
      </p:sp>
      <p:graphicFrame>
        <p:nvGraphicFramePr>
          <p:cNvPr id="5" name="表格 5">
            <a:extLst>
              <a:ext uri="{FF2B5EF4-FFF2-40B4-BE49-F238E27FC236}">
                <a16:creationId xmlns:a16="http://schemas.microsoft.com/office/drawing/2014/main" id="{044932B7-04FC-AD41-A162-57BB07894F79}"/>
              </a:ext>
            </a:extLst>
          </p:cNvPr>
          <p:cNvGraphicFramePr>
            <a:graphicFrameLocks noGrp="1"/>
          </p:cNvGraphicFramePr>
          <p:nvPr/>
        </p:nvGraphicFramePr>
        <p:xfrm>
          <a:off x="11277600" y="1079499"/>
          <a:ext cx="5562600" cy="7874001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781300">
                  <a:extLst>
                    <a:ext uri="{9D8B030D-6E8A-4147-A177-3AD203B41FA5}">
                      <a16:colId xmlns:a16="http://schemas.microsoft.com/office/drawing/2014/main" val="2526456711"/>
                    </a:ext>
                  </a:extLst>
                </a:gridCol>
                <a:gridCol w="2781300">
                  <a:extLst>
                    <a:ext uri="{9D8B030D-6E8A-4147-A177-3AD203B41FA5}">
                      <a16:colId xmlns:a16="http://schemas.microsoft.com/office/drawing/2014/main" val="1055186873"/>
                    </a:ext>
                  </a:extLst>
                </a:gridCol>
              </a:tblGrid>
              <a:tr h="2624667"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43198921"/>
                  </a:ext>
                </a:extLst>
              </a:tr>
              <a:tr h="2624667"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67373105"/>
                  </a:ext>
                </a:extLst>
              </a:tr>
              <a:tr h="2624667"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21448373"/>
                  </a:ext>
                </a:extLst>
              </a:tr>
            </a:tbl>
          </a:graphicData>
        </a:graphic>
      </p:graphicFrame>
      <p:sp>
        <p:nvSpPr>
          <p:cNvPr id="7" name="TextBox 14">
            <a:extLst>
              <a:ext uri="{FF2B5EF4-FFF2-40B4-BE49-F238E27FC236}">
                <a16:creationId xmlns:a16="http://schemas.microsoft.com/office/drawing/2014/main" id="{3936300C-8538-FA47-8C3C-B197384D62C8}"/>
              </a:ext>
            </a:extLst>
          </p:cNvPr>
          <p:cNvSpPr txBox="1"/>
          <p:nvPr>
            <p:custDataLst>
              <p:tags r:id="rId2"/>
            </p:custDataLst>
          </p:nvPr>
        </p:nvSpPr>
        <p:spPr>
          <a:xfrm>
            <a:off x="11506200" y="256558"/>
            <a:ext cx="2362200" cy="64517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ct val="150000"/>
              </a:lnSpc>
              <a:buClrTx/>
              <a:buSzTx/>
              <a:buFontTx/>
            </a:pPr>
            <a:r>
              <a:rPr lang="zh-CN" altLang="en-US" sz="3200" dirty="0">
                <a:solidFill>
                  <a:srgbClr val="22232A"/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第</a:t>
            </a:r>
            <a:r>
              <a:rPr lang="en-US" altLang="zh-CN" sz="3200" dirty="0">
                <a:solidFill>
                  <a:srgbClr val="22232A"/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i-1</a:t>
            </a:r>
            <a:r>
              <a:rPr lang="zh-CN" altLang="en-US" sz="3200" dirty="0">
                <a:solidFill>
                  <a:srgbClr val="22232A"/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天</a:t>
            </a:r>
            <a:endParaRPr lang="en-US" altLang="zh-CN" sz="3200" dirty="0">
              <a:solidFill>
                <a:srgbClr val="22232A"/>
              </a:solidFill>
              <a:latin typeface="Times New Roman" panose="02020603050405020304" pitchFamily="18" charset="0"/>
              <a:ea typeface="KaiTi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8" name="TextBox 14">
            <a:extLst>
              <a:ext uri="{FF2B5EF4-FFF2-40B4-BE49-F238E27FC236}">
                <a16:creationId xmlns:a16="http://schemas.microsoft.com/office/drawing/2014/main" id="{41A7BDE8-AA82-994C-9939-0C73A4E5FDB7}"/>
              </a:ext>
            </a:extLst>
          </p:cNvPr>
          <p:cNvSpPr txBox="1"/>
          <p:nvPr>
            <p:custDataLst>
              <p:tags r:id="rId3"/>
            </p:custDataLst>
          </p:nvPr>
        </p:nvSpPr>
        <p:spPr>
          <a:xfrm>
            <a:off x="14058900" y="256557"/>
            <a:ext cx="2362200" cy="64517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ct val="150000"/>
              </a:lnSpc>
              <a:buClrTx/>
              <a:buSzTx/>
              <a:buFontTx/>
            </a:pPr>
            <a:r>
              <a:rPr lang="zh-CN" altLang="en-US" sz="3200" dirty="0">
                <a:solidFill>
                  <a:srgbClr val="22232A"/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第</a:t>
            </a:r>
            <a:r>
              <a:rPr lang="en-US" altLang="zh-CN" sz="3200" dirty="0" err="1">
                <a:solidFill>
                  <a:srgbClr val="22232A"/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i</a:t>
            </a:r>
            <a:r>
              <a:rPr lang="zh-CN" altLang="en-US" sz="3200" dirty="0">
                <a:solidFill>
                  <a:srgbClr val="22232A"/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天</a:t>
            </a:r>
            <a:endParaRPr lang="en-US" altLang="zh-CN" sz="3200" dirty="0">
              <a:solidFill>
                <a:srgbClr val="22232A"/>
              </a:solidFill>
              <a:latin typeface="Times New Roman" panose="02020603050405020304" pitchFamily="18" charset="0"/>
              <a:ea typeface="KaiTi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10" name="TextBox 14">
            <a:extLst>
              <a:ext uri="{FF2B5EF4-FFF2-40B4-BE49-F238E27FC236}">
                <a16:creationId xmlns:a16="http://schemas.microsoft.com/office/drawing/2014/main" id="{F0A1334A-5CAD-D249-95D4-8F7200837E77}"/>
              </a:ext>
            </a:extLst>
          </p:cNvPr>
          <p:cNvSpPr txBox="1"/>
          <p:nvPr>
            <p:custDataLst>
              <p:tags r:id="rId4"/>
            </p:custDataLst>
          </p:nvPr>
        </p:nvSpPr>
        <p:spPr>
          <a:xfrm>
            <a:off x="9112250" y="7543275"/>
            <a:ext cx="2362200" cy="64517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ct val="150000"/>
              </a:lnSpc>
              <a:buClrTx/>
              <a:buSzTx/>
              <a:buFontTx/>
            </a:pPr>
            <a:r>
              <a:rPr lang="en-US" altLang="zh-CN" sz="3200" dirty="0">
                <a:solidFill>
                  <a:srgbClr val="22232A"/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0</a:t>
            </a:r>
            <a:r>
              <a:rPr lang="zh-CN" altLang="en-US" sz="3200" dirty="0">
                <a:solidFill>
                  <a:srgbClr val="22232A"/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股</a:t>
            </a:r>
            <a:endParaRPr lang="en-US" altLang="zh-CN" sz="3200" dirty="0">
              <a:solidFill>
                <a:srgbClr val="22232A"/>
              </a:solidFill>
              <a:latin typeface="Times New Roman" panose="02020603050405020304" pitchFamily="18" charset="0"/>
              <a:ea typeface="KaiTi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11" name="TextBox 14">
            <a:extLst>
              <a:ext uri="{FF2B5EF4-FFF2-40B4-BE49-F238E27FC236}">
                <a16:creationId xmlns:a16="http://schemas.microsoft.com/office/drawing/2014/main" id="{9BF75692-D713-A946-B560-BB37A7A25291}"/>
              </a:ext>
            </a:extLst>
          </p:cNvPr>
          <p:cNvSpPr txBox="1"/>
          <p:nvPr>
            <p:custDataLst>
              <p:tags r:id="rId5"/>
            </p:custDataLst>
          </p:nvPr>
        </p:nvSpPr>
        <p:spPr>
          <a:xfrm>
            <a:off x="9087853" y="4647675"/>
            <a:ext cx="2362200" cy="64517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ct val="150000"/>
              </a:lnSpc>
              <a:buClrTx/>
              <a:buSzTx/>
              <a:buFontTx/>
            </a:pPr>
            <a:r>
              <a:rPr lang="en-US" altLang="zh-CN" sz="3200" dirty="0">
                <a:solidFill>
                  <a:srgbClr val="22232A"/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10</a:t>
            </a:r>
            <a:r>
              <a:rPr lang="zh-CN" altLang="en-US" sz="3200" dirty="0">
                <a:solidFill>
                  <a:srgbClr val="22232A"/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股</a:t>
            </a:r>
            <a:endParaRPr lang="en-US" altLang="zh-CN" sz="3200" dirty="0">
              <a:solidFill>
                <a:srgbClr val="22232A"/>
              </a:solidFill>
              <a:latin typeface="Times New Roman" panose="02020603050405020304" pitchFamily="18" charset="0"/>
              <a:ea typeface="KaiTi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12" name="TextBox 14">
            <a:extLst>
              <a:ext uri="{FF2B5EF4-FFF2-40B4-BE49-F238E27FC236}">
                <a16:creationId xmlns:a16="http://schemas.microsoft.com/office/drawing/2014/main" id="{75E488CB-649A-2440-B23C-F0A467BE1CF9}"/>
              </a:ext>
            </a:extLst>
          </p:cNvPr>
          <p:cNvSpPr txBox="1"/>
          <p:nvPr>
            <p:custDataLst>
              <p:tags r:id="rId6"/>
            </p:custDataLst>
          </p:nvPr>
        </p:nvSpPr>
        <p:spPr>
          <a:xfrm>
            <a:off x="9087853" y="1752075"/>
            <a:ext cx="2362200" cy="64517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ct val="150000"/>
              </a:lnSpc>
              <a:buClrTx/>
              <a:buSzTx/>
              <a:buFontTx/>
            </a:pPr>
            <a:r>
              <a:rPr lang="en-US" altLang="zh-CN" sz="3200" dirty="0">
                <a:solidFill>
                  <a:srgbClr val="22232A"/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20</a:t>
            </a:r>
            <a:r>
              <a:rPr lang="zh-CN" altLang="en-US" sz="3200" dirty="0">
                <a:solidFill>
                  <a:srgbClr val="22232A"/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股</a:t>
            </a:r>
            <a:endParaRPr lang="en-US" altLang="zh-CN" sz="3200" dirty="0">
              <a:solidFill>
                <a:srgbClr val="22232A"/>
              </a:solidFill>
              <a:latin typeface="Times New Roman" panose="02020603050405020304" pitchFamily="18" charset="0"/>
              <a:ea typeface="KaiTi" panose="02010609060101010101" pitchFamily="49" charset="-122"/>
              <a:cs typeface="Times New Roman" panose="02020603050405020304" pitchFamily="18" charset="0"/>
            </a:endParaRPr>
          </a:p>
        </p:txBody>
      </p:sp>
      <p:cxnSp>
        <p:nvCxnSpPr>
          <p:cNvPr id="13" name="直线箭头连接符 12">
            <a:extLst>
              <a:ext uri="{FF2B5EF4-FFF2-40B4-BE49-F238E27FC236}">
                <a16:creationId xmlns:a16="http://schemas.microsoft.com/office/drawing/2014/main" id="{46D98ABC-EB0F-C04F-AFC0-64D43EA52976}"/>
              </a:ext>
            </a:extLst>
          </p:cNvPr>
          <p:cNvCxnSpPr/>
          <p:nvPr/>
        </p:nvCxnSpPr>
        <p:spPr>
          <a:xfrm>
            <a:off x="13030200" y="2397252"/>
            <a:ext cx="2057400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直线箭头连接符 14">
            <a:extLst>
              <a:ext uri="{FF2B5EF4-FFF2-40B4-BE49-F238E27FC236}">
                <a16:creationId xmlns:a16="http://schemas.microsoft.com/office/drawing/2014/main" id="{BD63F0ED-34DE-C145-92ED-7441F227C138}"/>
              </a:ext>
            </a:extLst>
          </p:cNvPr>
          <p:cNvCxnSpPr/>
          <p:nvPr/>
        </p:nvCxnSpPr>
        <p:spPr>
          <a:xfrm flipV="1">
            <a:off x="13030200" y="2933700"/>
            <a:ext cx="1981200" cy="190500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直线箭头连接符 16">
            <a:extLst>
              <a:ext uri="{FF2B5EF4-FFF2-40B4-BE49-F238E27FC236}">
                <a16:creationId xmlns:a16="http://schemas.microsoft.com/office/drawing/2014/main" id="{1A34B10B-7B1B-714E-8087-3D0E264882F6}"/>
              </a:ext>
            </a:extLst>
          </p:cNvPr>
          <p:cNvCxnSpPr>
            <a:cxnSpLocks/>
          </p:cNvCxnSpPr>
          <p:nvPr/>
        </p:nvCxnSpPr>
        <p:spPr>
          <a:xfrm>
            <a:off x="12801600" y="5133339"/>
            <a:ext cx="2286000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直线箭头连接符 18">
            <a:extLst>
              <a:ext uri="{FF2B5EF4-FFF2-40B4-BE49-F238E27FC236}">
                <a16:creationId xmlns:a16="http://schemas.microsoft.com/office/drawing/2014/main" id="{BDCCE0EB-945B-B847-A144-0BB78523A0AE}"/>
              </a:ext>
            </a:extLst>
          </p:cNvPr>
          <p:cNvCxnSpPr/>
          <p:nvPr/>
        </p:nvCxnSpPr>
        <p:spPr>
          <a:xfrm>
            <a:off x="13182600" y="5600700"/>
            <a:ext cx="1676400" cy="1942575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直线箭头连接符 20">
            <a:extLst>
              <a:ext uri="{FF2B5EF4-FFF2-40B4-BE49-F238E27FC236}">
                <a16:creationId xmlns:a16="http://schemas.microsoft.com/office/drawing/2014/main" id="{E2B81FC5-1D22-904F-BA40-5B2FA036F53C}"/>
              </a:ext>
            </a:extLst>
          </p:cNvPr>
          <p:cNvCxnSpPr>
            <a:cxnSpLocks/>
          </p:cNvCxnSpPr>
          <p:nvPr/>
        </p:nvCxnSpPr>
        <p:spPr>
          <a:xfrm>
            <a:off x="12801600" y="7889748"/>
            <a:ext cx="2209800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直线箭头连接符 24">
            <a:extLst>
              <a:ext uri="{FF2B5EF4-FFF2-40B4-BE49-F238E27FC236}">
                <a16:creationId xmlns:a16="http://schemas.microsoft.com/office/drawing/2014/main" id="{399329B8-8BE4-2641-8868-C9AD502CA014}"/>
              </a:ext>
            </a:extLst>
          </p:cNvPr>
          <p:cNvCxnSpPr/>
          <p:nvPr/>
        </p:nvCxnSpPr>
        <p:spPr>
          <a:xfrm>
            <a:off x="12954000" y="2933700"/>
            <a:ext cx="2057400" cy="1713975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直线箭头连接符 28">
            <a:extLst>
              <a:ext uri="{FF2B5EF4-FFF2-40B4-BE49-F238E27FC236}">
                <a16:creationId xmlns:a16="http://schemas.microsoft.com/office/drawing/2014/main" id="{9B9F23BD-F9A6-DA44-86BA-8709652B0C02}"/>
              </a:ext>
            </a:extLst>
          </p:cNvPr>
          <p:cNvCxnSpPr>
            <a:cxnSpLocks/>
          </p:cNvCxnSpPr>
          <p:nvPr/>
        </p:nvCxnSpPr>
        <p:spPr>
          <a:xfrm flipV="1">
            <a:off x="12801600" y="5654557"/>
            <a:ext cx="2057400" cy="1906006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5986341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3"/>
          <p:cNvGrpSpPr/>
          <p:nvPr/>
        </p:nvGrpSpPr>
        <p:grpSpPr>
          <a:xfrm>
            <a:off x="685821" y="723971"/>
            <a:ext cx="16852858" cy="8818737"/>
            <a:chOff x="0" y="0"/>
            <a:chExt cx="3657498" cy="1913890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3657498" cy="1913890"/>
            </a:xfrm>
            <a:custGeom>
              <a:avLst/>
              <a:gdLst/>
              <a:ahLst/>
              <a:cxnLst/>
              <a:rect l="l" t="t" r="r" b="b"/>
              <a:pathLst>
                <a:path w="3657498" h="1913890">
                  <a:moveTo>
                    <a:pt x="3533038" y="1913890"/>
                  </a:moveTo>
                  <a:lnTo>
                    <a:pt x="124460" y="1913890"/>
                  </a:lnTo>
                  <a:cubicBezTo>
                    <a:pt x="55880" y="1913890"/>
                    <a:pt x="0" y="1858010"/>
                    <a:pt x="0" y="1789430"/>
                  </a:cubicBezTo>
                  <a:lnTo>
                    <a:pt x="0" y="124460"/>
                  </a:lnTo>
                  <a:cubicBezTo>
                    <a:pt x="0" y="55880"/>
                    <a:pt x="55880" y="0"/>
                    <a:pt x="124460" y="0"/>
                  </a:cubicBezTo>
                  <a:lnTo>
                    <a:pt x="3533038" y="0"/>
                  </a:lnTo>
                  <a:cubicBezTo>
                    <a:pt x="3601618" y="0"/>
                    <a:pt x="3657498" y="55880"/>
                    <a:pt x="3657498" y="124460"/>
                  </a:cubicBezTo>
                  <a:lnTo>
                    <a:pt x="3657498" y="1789430"/>
                  </a:lnTo>
                  <a:cubicBezTo>
                    <a:pt x="3657498" y="1858010"/>
                    <a:pt x="3601618" y="1913890"/>
                    <a:pt x="3533038" y="191389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</p:grpSp>
      <p:sp>
        <p:nvSpPr>
          <p:cNvPr id="2" name="文本框 1"/>
          <p:cNvSpPr txBox="1"/>
          <p:nvPr/>
        </p:nvSpPr>
        <p:spPr>
          <a:xfrm>
            <a:off x="1905000" y="60352"/>
            <a:ext cx="60960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600" dirty="0">
                <a:solidFill>
                  <a:schemeClr val="accent1">
                    <a:lumMod val="75000"/>
                  </a:schemeClr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其他方法</a:t>
            </a:r>
          </a:p>
        </p:txBody>
      </p:sp>
      <p:sp>
        <p:nvSpPr>
          <p:cNvPr id="9" name="TextBox 14">
            <a:extLst>
              <a:ext uri="{FF2B5EF4-FFF2-40B4-BE49-F238E27FC236}">
                <a16:creationId xmlns:a16="http://schemas.microsoft.com/office/drawing/2014/main" id="{A9EAF641-3245-F440-B809-872F92BEDED9}"/>
              </a:ext>
            </a:extLst>
          </p:cNvPr>
          <p:cNvSpPr txBox="1"/>
          <p:nvPr>
            <p:custDataLst>
              <p:tags r:id="rId1"/>
            </p:custDataLst>
          </p:nvPr>
        </p:nvSpPr>
        <p:spPr>
          <a:xfrm>
            <a:off x="785416" y="1333500"/>
            <a:ext cx="17201795" cy="803181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just">
              <a:lnSpc>
                <a:spcPct val="150000"/>
              </a:lnSpc>
              <a:buClrTx/>
              <a:buSzTx/>
              <a:buFontTx/>
            </a:pPr>
            <a:r>
              <a:rPr lang="zh-CN" altLang="en-US" sz="3200" dirty="0">
                <a:solidFill>
                  <a:srgbClr val="22232A"/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减治法：</a:t>
            </a:r>
            <a:endParaRPr lang="en-US" altLang="zh-CN" sz="3200" dirty="0">
              <a:solidFill>
                <a:srgbClr val="22232A"/>
              </a:solidFill>
              <a:latin typeface="Times New Roman" panose="02020603050405020304" pitchFamily="18" charset="0"/>
              <a:ea typeface="KaiTi" panose="02010609060101010101" pitchFamily="49" charset="-122"/>
              <a:cs typeface="Times New Roman" panose="02020603050405020304" pitchFamily="18" charset="0"/>
            </a:endParaRPr>
          </a:p>
          <a:p>
            <a:pPr algn="just">
              <a:lnSpc>
                <a:spcPct val="150000"/>
              </a:lnSpc>
              <a:buClrTx/>
              <a:buSzTx/>
              <a:buFontTx/>
            </a:pPr>
            <a:r>
              <a:rPr lang="zh-CN" altLang="en-US" sz="3200" dirty="0">
                <a:solidFill>
                  <a:srgbClr val="22232A"/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利用一种关系，即</a:t>
            </a:r>
            <a:r>
              <a:rPr lang="en-US" altLang="zh-CN" sz="3200" dirty="0">
                <a:solidFill>
                  <a:srgbClr val="22232A"/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N</a:t>
            </a:r>
            <a:r>
              <a:rPr lang="zh-CN" altLang="en-US" sz="3200" dirty="0">
                <a:solidFill>
                  <a:srgbClr val="22232A"/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实例的解和较小实例的解之间的关系</a:t>
            </a:r>
          </a:p>
          <a:p>
            <a:pPr algn="just">
              <a:lnSpc>
                <a:spcPct val="150000"/>
              </a:lnSpc>
              <a:buClrTx/>
              <a:buSzTx/>
              <a:buFontTx/>
            </a:pPr>
            <a:r>
              <a:rPr lang="zh-CN" altLang="en-US" sz="3200" dirty="0">
                <a:solidFill>
                  <a:srgbClr val="22232A"/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将原问题的实例转化为规模较小的实例。对规模较小的实例进行求解，而后扩展至原实例。</a:t>
            </a:r>
            <a:endParaRPr lang="en-US" altLang="zh-CN" sz="3200" dirty="0">
              <a:solidFill>
                <a:srgbClr val="22232A"/>
              </a:solidFill>
              <a:latin typeface="Times New Roman" panose="02020603050405020304" pitchFamily="18" charset="0"/>
              <a:ea typeface="KaiTi" panose="02010609060101010101" pitchFamily="49" charset="-122"/>
              <a:cs typeface="Times New Roman" panose="02020603050405020304" pitchFamily="18" charset="0"/>
            </a:endParaRPr>
          </a:p>
          <a:p>
            <a:pPr algn="just">
              <a:lnSpc>
                <a:spcPct val="150000"/>
              </a:lnSpc>
              <a:buClrTx/>
              <a:buSzTx/>
              <a:buFontTx/>
            </a:pPr>
            <a:r>
              <a:rPr lang="zh-CN" altLang="en-US" sz="3200" dirty="0">
                <a:solidFill>
                  <a:srgbClr val="22232A"/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不对！问题在于</a:t>
            </a:r>
            <a:r>
              <a:rPr lang="en-US" altLang="zh-CN" sz="3200" dirty="0">
                <a:solidFill>
                  <a:srgbClr val="22232A"/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N</a:t>
            </a:r>
            <a:r>
              <a:rPr lang="zh-CN" altLang="en-US" sz="3200" dirty="0">
                <a:solidFill>
                  <a:srgbClr val="22232A"/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最优不一定来自于</a:t>
            </a:r>
            <a:r>
              <a:rPr lang="en-US" altLang="zh-CN" sz="3200" dirty="0">
                <a:solidFill>
                  <a:srgbClr val="22232A"/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N-1</a:t>
            </a:r>
            <a:r>
              <a:rPr lang="zh-CN" altLang="en-US" sz="3200" dirty="0">
                <a:solidFill>
                  <a:srgbClr val="22232A"/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最优。</a:t>
            </a:r>
            <a:endParaRPr lang="en-US" altLang="zh-CN" sz="3200" dirty="0">
              <a:solidFill>
                <a:srgbClr val="22232A"/>
              </a:solidFill>
              <a:latin typeface="Times New Roman" panose="02020603050405020304" pitchFamily="18" charset="0"/>
              <a:ea typeface="KaiTi" panose="02010609060101010101" pitchFamily="49" charset="-122"/>
              <a:cs typeface="Times New Roman" panose="02020603050405020304" pitchFamily="18" charset="0"/>
            </a:endParaRPr>
          </a:p>
          <a:p>
            <a:pPr algn="just">
              <a:lnSpc>
                <a:spcPct val="150000"/>
              </a:lnSpc>
              <a:buClrTx/>
              <a:buSzTx/>
              <a:buFontTx/>
            </a:pPr>
            <a:r>
              <a:rPr lang="zh-CN" altLang="en-US" sz="3200" dirty="0">
                <a:solidFill>
                  <a:srgbClr val="22232A"/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比如：</a:t>
            </a:r>
            <a:r>
              <a:rPr lang="en-US" altLang="zh-CN" sz="3200" dirty="0">
                <a:solidFill>
                  <a:srgbClr val="22232A"/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N-1</a:t>
            </a:r>
            <a:r>
              <a:rPr lang="zh-CN" altLang="en-US" sz="3200" dirty="0">
                <a:solidFill>
                  <a:srgbClr val="22232A"/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最优求出手里应该持有</a:t>
            </a:r>
            <a:r>
              <a:rPr lang="en-US" altLang="zh-CN" sz="3200" dirty="0">
                <a:solidFill>
                  <a:srgbClr val="22232A"/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0</a:t>
            </a:r>
            <a:r>
              <a:rPr lang="zh-CN" altLang="en-US" sz="3200" dirty="0">
                <a:solidFill>
                  <a:srgbClr val="22232A"/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股，第</a:t>
            </a:r>
            <a:r>
              <a:rPr lang="en-US" altLang="zh-CN" sz="3200" dirty="0">
                <a:solidFill>
                  <a:srgbClr val="22232A"/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N</a:t>
            </a:r>
            <a:r>
              <a:rPr lang="zh-CN" altLang="en-US" sz="3200" dirty="0">
                <a:solidFill>
                  <a:srgbClr val="22232A"/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天的价格比第</a:t>
            </a:r>
            <a:r>
              <a:rPr lang="en-US" altLang="zh-CN" sz="3200" dirty="0">
                <a:solidFill>
                  <a:srgbClr val="22232A"/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N-1</a:t>
            </a:r>
            <a:r>
              <a:rPr lang="zh-CN" altLang="en-US" sz="3200" dirty="0">
                <a:solidFill>
                  <a:srgbClr val="22232A"/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天还高，那就不应该从</a:t>
            </a:r>
            <a:r>
              <a:rPr lang="en-US" altLang="zh-CN" sz="3200" dirty="0">
                <a:solidFill>
                  <a:srgbClr val="22232A"/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N-1</a:t>
            </a:r>
            <a:r>
              <a:rPr lang="zh-CN" altLang="en-US" sz="3200" dirty="0">
                <a:solidFill>
                  <a:srgbClr val="22232A"/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天最优的情况转化而来，可能是从</a:t>
            </a:r>
            <a:r>
              <a:rPr lang="en-US" altLang="zh-CN" sz="3200" dirty="0">
                <a:solidFill>
                  <a:srgbClr val="22232A"/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N-1</a:t>
            </a:r>
            <a:r>
              <a:rPr lang="zh-CN" altLang="en-US" sz="3200" dirty="0">
                <a:solidFill>
                  <a:srgbClr val="22232A"/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天有</a:t>
            </a:r>
            <a:r>
              <a:rPr lang="en-US" altLang="zh-CN" sz="3200" dirty="0">
                <a:solidFill>
                  <a:srgbClr val="22232A"/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10</a:t>
            </a:r>
            <a:r>
              <a:rPr lang="zh-CN" altLang="en-US" sz="3200" dirty="0">
                <a:solidFill>
                  <a:srgbClr val="22232A"/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股（由于价格更高）进行转化过来。</a:t>
            </a:r>
            <a:endParaRPr lang="en-US" altLang="zh-CN" sz="3200" dirty="0">
              <a:solidFill>
                <a:srgbClr val="22232A"/>
              </a:solidFill>
              <a:latin typeface="Times New Roman" panose="02020603050405020304" pitchFamily="18" charset="0"/>
              <a:ea typeface="KaiTi" panose="02010609060101010101" pitchFamily="49" charset="-122"/>
              <a:cs typeface="Times New Roman" panose="02020603050405020304" pitchFamily="18" charset="0"/>
            </a:endParaRPr>
          </a:p>
          <a:p>
            <a:pPr algn="just">
              <a:lnSpc>
                <a:spcPct val="150000"/>
              </a:lnSpc>
              <a:buClrTx/>
              <a:buSzTx/>
              <a:buFontTx/>
            </a:pPr>
            <a:endParaRPr lang="en-US" altLang="zh-CN" sz="3200" dirty="0">
              <a:solidFill>
                <a:srgbClr val="22232A"/>
              </a:solidFill>
              <a:latin typeface="Times New Roman" panose="02020603050405020304" pitchFamily="18" charset="0"/>
              <a:ea typeface="KaiTi" panose="02010609060101010101" pitchFamily="49" charset="-122"/>
              <a:cs typeface="Times New Roman" panose="02020603050405020304" pitchFamily="18" charset="0"/>
            </a:endParaRPr>
          </a:p>
          <a:p>
            <a:pPr algn="just">
              <a:lnSpc>
                <a:spcPct val="150000"/>
              </a:lnSpc>
              <a:buClrTx/>
              <a:buSzTx/>
              <a:buFontTx/>
            </a:pPr>
            <a:r>
              <a:rPr lang="zh-CN" altLang="en-US" sz="3200" dirty="0">
                <a:solidFill>
                  <a:srgbClr val="FF0000"/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有可能 当前不买卖反而未来收益更大。</a:t>
            </a:r>
            <a:endParaRPr lang="en-US" altLang="zh-CN" sz="3200" dirty="0">
              <a:solidFill>
                <a:srgbClr val="FF0000"/>
              </a:solidFill>
              <a:latin typeface="Times New Roman" panose="02020603050405020304" pitchFamily="18" charset="0"/>
              <a:ea typeface="KaiTi" panose="02010609060101010101" pitchFamily="49" charset="-122"/>
              <a:cs typeface="Times New Roman" panose="02020603050405020304" pitchFamily="18" charset="0"/>
            </a:endParaRPr>
          </a:p>
          <a:p>
            <a:pPr algn="just">
              <a:lnSpc>
                <a:spcPct val="150000"/>
              </a:lnSpc>
              <a:buClrTx/>
              <a:buSzTx/>
              <a:buFontTx/>
            </a:pPr>
            <a:endParaRPr lang="en-US" altLang="zh-CN" sz="3200" dirty="0">
              <a:solidFill>
                <a:srgbClr val="22232A"/>
              </a:solidFill>
              <a:latin typeface="Times New Roman" panose="02020603050405020304" pitchFamily="18" charset="0"/>
              <a:ea typeface="KaiTi" panose="02010609060101010101" pitchFamily="49" charset="-122"/>
              <a:cs typeface="Times New Roman" panose="02020603050405020304" pitchFamily="18" charset="0"/>
            </a:endParaRPr>
          </a:p>
          <a:p>
            <a:pPr algn="just">
              <a:lnSpc>
                <a:spcPct val="150000"/>
              </a:lnSpc>
              <a:buClrTx/>
              <a:buSzTx/>
              <a:buFontTx/>
            </a:pPr>
            <a:r>
              <a:rPr lang="zh-CN" altLang="en-US" sz="3200" dirty="0">
                <a:solidFill>
                  <a:srgbClr val="22232A"/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分治法问题同样，变治法没有可行性，贪心问题同样。</a:t>
            </a:r>
            <a:endParaRPr lang="en-US" altLang="zh-CN" sz="3200" dirty="0">
              <a:solidFill>
                <a:srgbClr val="22232A"/>
              </a:solidFill>
              <a:latin typeface="Times New Roman" panose="02020603050405020304" pitchFamily="18" charset="0"/>
              <a:ea typeface="KaiTi" panose="02010609060101010101" pitchFamily="49" charset="-122"/>
              <a:cs typeface="Times New Roman" panose="02020603050405020304" pitchFamily="18" charset="0"/>
            </a:endParaRPr>
          </a:p>
          <a:p>
            <a:pPr algn="just">
              <a:lnSpc>
                <a:spcPct val="150000"/>
              </a:lnSpc>
              <a:buClrTx/>
              <a:buSzTx/>
              <a:buFontTx/>
            </a:pPr>
            <a:r>
              <a:rPr lang="zh-CN" altLang="en-US" sz="3200" dirty="0">
                <a:solidFill>
                  <a:srgbClr val="22232A"/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所以，动态规划。</a:t>
            </a:r>
          </a:p>
        </p:txBody>
      </p:sp>
    </p:spTree>
    <p:extLst>
      <p:ext uri="{BB962C8B-B14F-4D97-AF65-F5344CB8AC3E}">
        <p14:creationId xmlns:p14="http://schemas.microsoft.com/office/powerpoint/2010/main" val="292442301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3"/>
          <p:cNvGrpSpPr/>
          <p:nvPr/>
        </p:nvGrpSpPr>
        <p:grpSpPr>
          <a:xfrm>
            <a:off x="685821" y="723971"/>
            <a:ext cx="16852858" cy="8818737"/>
            <a:chOff x="0" y="0"/>
            <a:chExt cx="3657498" cy="1913890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3657498" cy="1913890"/>
            </a:xfrm>
            <a:custGeom>
              <a:avLst/>
              <a:gdLst/>
              <a:ahLst/>
              <a:cxnLst/>
              <a:rect l="l" t="t" r="r" b="b"/>
              <a:pathLst>
                <a:path w="3657498" h="1913890">
                  <a:moveTo>
                    <a:pt x="3533038" y="1913890"/>
                  </a:moveTo>
                  <a:lnTo>
                    <a:pt x="124460" y="1913890"/>
                  </a:lnTo>
                  <a:cubicBezTo>
                    <a:pt x="55880" y="1913890"/>
                    <a:pt x="0" y="1858010"/>
                    <a:pt x="0" y="1789430"/>
                  </a:cubicBezTo>
                  <a:lnTo>
                    <a:pt x="0" y="124460"/>
                  </a:lnTo>
                  <a:cubicBezTo>
                    <a:pt x="0" y="55880"/>
                    <a:pt x="55880" y="0"/>
                    <a:pt x="124460" y="0"/>
                  </a:cubicBezTo>
                  <a:lnTo>
                    <a:pt x="3533038" y="0"/>
                  </a:lnTo>
                  <a:cubicBezTo>
                    <a:pt x="3601618" y="0"/>
                    <a:pt x="3657498" y="55880"/>
                    <a:pt x="3657498" y="124460"/>
                  </a:cubicBezTo>
                  <a:lnTo>
                    <a:pt x="3657498" y="1789430"/>
                  </a:lnTo>
                  <a:cubicBezTo>
                    <a:pt x="3657498" y="1858010"/>
                    <a:pt x="3601618" y="1913890"/>
                    <a:pt x="3533038" y="191389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</p:grpSp>
      <p:sp>
        <p:nvSpPr>
          <p:cNvPr id="2" name="文本框 1"/>
          <p:cNvSpPr txBox="1"/>
          <p:nvPr/>
        </p:nvSpPr>
        <p:spPr>
          <a:xfrm>
            <a:off x="1905000" y="60352"/>
            <a:ext cx="60960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600" dirty="0">
                <a:solidFill>
                  <a:schemeClr val="accent1">
                    <a:lumMod val="75000"/>
                  </a:schemeClr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动态规划</a:t>
            </a:r>
          </a:p>
        </p:txBody>
      </p:sp>
      <p:sp>
        <p:nvSpPr>
          <p:cNvPr id="9" name="TextBox 14">
            <a:extLst>
              <a:ext uri="{FF2B5EF4-FFF2-40B4-BE49-F238E27FC236}">
                <a16:creationId xmlns:a16="http://schemas.microsoft.com/office/drawing/2014/main" id="{A9EAF641-3245-F440-B809-872F92BEDED9}"/>
              </a:ext>
            </a:extLst>
          </p:cNvPr>
          <p:cNvSpPr txBox="1"/>
          <p:nvPr>
            <p:custDataLst>
              <p:tags r:id="rId1"/>
            </p:custDataLst>
          </p:nvPr>
        </p:nvSpPr>
        <p:spPr>
          <a:xfrm>
            <a:off x="1066800" y="1333500"/>
            <a:ext cx="9272984" cy="655448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just">
              <a:lnSpc>
                <a:spcPct val="150000"/>
              </a:lnSpc>
              <a:buClrTx/>
              <a:buSzTx/>
              <a:buFontTx/>
            </a:pPr>
            <a:r>
              <a:rPr lang="zh-CN" altLang="en-US" sz="3200" dirty="0">
                <a:solidFill>
                  <a:srgbClr val="22232A"/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每一天的状态都和前一天的状态强相关。</a:t>
            </a:r>
            <a:endParaRPr lang="en-US" altLang="zh-CN" sz="3200" dirty="0">
              <a:solidFill>
                <a:srgbClr val="22232A"/>
              </a:solidFill>
              <a:latin typeface="Times New Roman" panose="02020603050405020304" pitchFamily="18" charset="0"/>
              <a:ea typeface="KaiTi" panose="02010609060101010101" pitchFamily="49" charset="-122"/>
              <a:cs typeface="Times New Roman" panose="02020603050405020304" pitchFamily="18" charset="0"/>
            </a:endParaRPr>
          </a:p>
          <a:p>
            <a:pPr algn="just">
              <a:lnSpc>
                <a:spcPct val="150000"/>
              </a:lnSpc>
              <a:buClrTx/>
              <a:buSzTx/>
              <a:buFontTx/>
            </a:pPr>
            <a:r>
              <a:rPr lang="zh-CN" altLang="en-US" sz="3200" dirty="0">
                <a:solidFill>
                  <a:srgbClr val="22232A"/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我们希望求的是最后一天总收益的最大值。</a:t>
            </a:r>
            <a:endParaRPr lang="en-US" altLang="zh-CN" sz="3200" dirty="0">
              <a:solidFill>
                <a:srgbClr val="22232A"/>
              </a:solidFill>
              <a:latin typeface="Times New Roman" panose="02020603050405020304" pitchFamily="18" charset="0"/>
              <a:ea typeface="KaiTi" panose="02010609060101010101" pitchFamily="49" charset="-122"/>
              <a:cs typeface="Times New Roman" panose="02020603050405020304" pitchFamily="18" charset="0"/>
            </a:endParaRPr>
          </a:p>
          <a:p>
            <a:pPr algn="just">
              <a:lnSpc>
                <a:spcPct val="150000"/>
              </a:lnSpc>
              <a:buClrTx/>
              <a:buSzTx/>
              <a:buFontTx/>
            </a:pPr>
            <a:endParaRPr lang="en-US" altLang="zh-CN" sz="3200" dirty="0">
              <a:solidFill>
                <a:srgbClr val="22232A"/>
              </a:solidFill>
              <a:latin typeface="Times New Roman" panose="02020603050405020304" pitchFamily="18" charset="0"/>
              <a:ea typeface="KaiTi" panose="02010609060101010101" pitchFamily="49" charset="-122"/>
              <a:cs typeface="Times New Roman" panose="02020603050405020304" pitchFamily="18" charset="0"/>
            </a:endParaRPr>
          </a:p>
          <a:p>
            <a:pPr algn="just">
              <a:lnSpc>
                <a:spcPct val="150000"/>
              </a:lnSpc>
              <a:buClrTx/>
              <a:buSzTx/>
              <a:buFontTx/>
            </a:pPr>
            <a:r>
              <a:rPr lang="zh-CN" altLang="en-US" sz="3200" dirty="0">
                <a:solidFill>
                  <a:srgbClr val="22232A"/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存在明确的子问题结构</a:t>
            </a:r>
          </a:p>
          <a:p>
            <a:pPr algn="just">
              <a:lnSpc>
                <a:spcPct val="150000"/>
              </a:lnSpc>
              <a:buClrTx/>
              <a:buSzTx/>
              <a:buFontTx/>
            </a:pPr>
            <a:r>
              <a:rPr lang="zh-CN" altLang="en-US" sz="3200" dirty="0">
                <a:solidFill>
                  <a:srgbClr val="22232A"/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子问题重复出现</a:t>
            </a:r>
          </a:p>
          <a:p>
            <a:pPr algn="just">
              <a:lnSpc>
                <a:spcPct val="150000"/>
              </a:lnSpc>
              <a:buClrTx/>
              <a:buSzTx/>
              <a:buFontTx/>
            </a:pPr>
            <a:r>
              <a:rPr lang="zh-CN" altLang="en-US" sz="3200" dirty="0">
                <a:solidFill>
                  <a:srgbClr val="22232A"/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每个状态可递推得到</a:t>
            </a:r>
          </a:p>
          <a:p>
            <a:pPr algn="just">
              <a:lnSpc>
                <a:spcPct val="150000"/>
              </a:lnSpc>
              <a:buClrTx/>
              <a:buSzTx/>
              <a:buFontTx/>
            </a:pPr>
            <a:r>
              <a:rPr lang="zh-CN" altLang="en-US" sz="3200" dirty="0">
                <a:solidFill>
                  <a:srgbClr val="22232A"/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最优解可由子问题最优解组合得出</a:t>
            </a:r>
            <a:endParaRPr lang="en-US" altLang="zh-CN" sz="3200" dirty="0">
              <a:solidFill>
                <a:srgbClr val="22232A"/>
              </a:solidFill>
              <a:latin typeface="Times New Roman" panose="02020603050405020304" pitchFamily="18" charset="0"/>
              <a:ea typeface="KaiTi" panose="02010609060101010101" pitchFamily="49" charset="-122"/>
              <a:cs typeface="Times New Roman" panose="02020603050405020304" pitchFamily="18" charset="0"/>
            </a:endParaRPr>
          </a:p>
          <a:p>
            <a:pPr algn="just">
              <a:lnSpc>
                <a:spcPct val="150000"/>
              </a:lnSpc>
              <a:buClrTx/>
              <a:buSzTx/>
              <a:buFontTx/>
            </a:pPr>
            <a:endParaRPr lang="en-US" altLang="zh-CN" sz="3200" dirty="0">
              <a:solidFill>
                <a:srgbClr val="22232A"/>
              </a:solidFill>
              <a:latin typeface="Times New Roman" panose="02020603050405020304" pitchFamily="18" charset="0"/>
              <a:ea typeface="KaiTi" panose="02010609060101010101" pitchFamily="49" charset="-122"/>
              <a:cs typeface="Times New Roman" panose="02020603050405020304" pitchFamily="18" charset="0"/>
            </a:endParaRPr>
          </a:p>
          <a:p>
            <a:pPr algn="just">
              <a:lnSpc>
                <a:spcPct val="150000"/>
              </a:lnSpc>
              <a:buClrTx/>
              <a:buSzTx/>
              <a:buFontTx/>
            </a:pPr>
            <a:r>
              <a:rPr lang="zh-CN" altLang="en-US" sz="3200" dirty="0">
                <a:solidFill>
                  <a:srgbClr val="22232A"/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既如此，使用动态规划进行状态转移</a:t>
            </a:r>
            <a:endParaRPr lang="en-US" altLang="zh-CN" sz="3200" dirty="0">
              <a:solidFill>
                <a:srgbClr val="22232A"/>
              </a:solidFill>
              <a:latin typeface="Times New Roman" panose="02020603050405020304" pitchFamily="18" charset="0"/>
              <a:ea typeface="KaiTi" panose="02010609060101010101" pitchFamily="49" charset="-122"/>
              <a:cs typeface="Times New Roman" panose="02020603050405020304" pitchFamily="18" charset="0"/>
            </a:endParaRPr>
          </a:p>
        </p:txBody>
      </p:sp>
      <p:graphicFrame>
        <p:nvGraphicFramePr>
          <p:cNvPr id="5" name="表格 5">
            <a:extLst>
              <a:ext uri="{FF2B5EF4-FFF2-40B4-BE49-F238E27FC236}">
                <a16:creationId xmlns:a16="http://schemas.microsoft.com/office/drawing/2014/main" id="{044932B7-04FC-AD41-A162-57BB07894F79}"/>
              </a:ext>
            </a:extLst>
          </p:cNvPr>
          <p:cNvGraphicFramePr>
            <a:graphicFrameLocks noGrp="1"/>
          </p:cNvGraphicFramePr>
          <p:nvPr/>
        </p:nvGraphicFramePr>
        <p:xfrm>
          <a:off x="11277600" y="1079499"/>
          <a:ext cx="5562600" cy="7874001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781300">
                  <a:extLst>
                    <a:ext uri="{9D8B030D-6E8A-4147-A177-3AD203B41FA5}">
                      <a16:colId xmlns:a16="http://schemas.microsoft.com/office/drawing/2014/main" val="2526456711"/>
                    </a:ext>
                  </a:extLst>
                </a:gridCol>
                <a:gridCol w="2781300">
                  <a:extLst>
                    <a:ext uri="{9D8B030D-6E8A-4147-A177-3AD203B41FA5}">
                      <a16:colId xmlns:a16="http://schemas.microsoft.com/office/drawing/2014/main" val="1055186873"/>
                    </a:ext>
                  </a:extLst>
                </a:gridCol>
              </a:tblGrid>
              <a:tr h="2624667"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43198921"/>
                  </a:ext>
                </a:extLst>
              </a:tr>
              <a:tr h="2624667"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67373105"/>
                  </a:ext>
                </a:extLst>
              </a:tr>
              <a:tr h="2624667"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21448373"/>
                  </a:ext>
                </a:extLst>
              </a:tr>
            </a:tbl>
          </a:graphicData>
        </a:graphic>
      </p:graphicFrame>
      <p:sp>
        <p:nvSpPr>
          <p:cNvPr id="7" name="TextBox 14">
            <a:extLst>
              <a:ext uri="{FF2B5EF4-FFF2-40B4-BE49-F238E27FC236}">
                <a16:creationId xmlns:a16="http://schemas.microsoft.com/office/drawing/2014/main" id="{3936300C-8538-FA47-8C3C-B197384D62C8}"/>
              </a:ext>
            </a:extLst>
          </p:cNvPr>
          <p:cNvSpPr txBox="1"/>
          <p:nvPr>
            <p:custDataLst>
              <p:tags r:id="rId2"/>
            </p:custDataLst>
          </p:nvPr>
        </p:nvSpPr>
        <p:spPr>
          <a:xfrm>
            <a:off x="11506200" y="256558"/>
            <a:ext cx="2362200" cy="64517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ct val="150000"/>
              </a:lnSpc>
              <a:buClrTx/>
              <a:buSzTx/>
              <a:buFontTx/>
            </a:pPr>
            <a:r>
              <a:rPr lang="zh-CN" altLang="en-US" sz="3200" dirty="0">
                <a:solidFill>
                  <a:srgbClr val="22232A"/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第</a:t>
            </a:r>
            <a:r>
              <a:rPr lang="en-US" altLang="zh-CN" sz="3200" dirty="0">
                <a:solidFill>
                  <a:srgbClr val="22232A"/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i-1</a:t>
            </a:r>
            <a:r>
              <a:rPr lang="zh-CN" altLang="en-US" sz="3200" dirty="0">
                <a:solidFill>
                  <a:srgbClr val="22232A"/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天</a:t>
            </a:r>
            <a:endParaRPr lang="en-US" altLang="zh-CN" sz="3200" dirty="0">
              <a:solidFill>
                <a:srgbClr val="22232A"/>
              </a:solidFill>
              <a:latin typeface="Times New Roman" panose="02020603050405020304" pitchFamily="18" charset="0"/>
              <a:ea typeface="KaiTi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8" name="TextBox 14">
            <a:extLst>
              <a:ext uri="{FF2B5EF4-FFF2-40B4-BE49-F238E27FC236}">
                <a16:creationId xmlns:a16="http://schemas.microsoft.com/office/drawing/2014/main" id="{41A7BDE8-AA82-994C-9939-0C73A4E5FDB7}"/>
              </a:ext>
            </a:extLst>
          </p:cNvPr>
          <p:cNvSpPr txBox="1"/>
          <p:nvPr>
            <p:custDataLst>
              <p:tags r:id="rId3"/>
            </p:custDataLst>
          </p:nvPr>
        </p:nvSpPr>
        <p:spPr>
          <a:xfrm>
            <a:off x="14058900" y="256557"/>
            <a:ext cx="2362200" cy="64517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ct val="150000"/>
              </a:lnSpc>
              <a:buClrTx/>
              <a:buSzTx/>
              <a:buFontTx/>
            </a:pPr>
            <a:r>
              <a:rPr lang="zh-CN" altLang="en-US" sz="3200" dirty="0">
                <a:solidFill>
                  <a:srgbClr val="22232A"/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第</a:t>
            </a:r>
            <a:r>
              <a:rPr lang="en-US" altLang="zh-CN" sz="3200" dirty="0" err="1">
                <a:solidFill>
                  <a:srgbClr val="22232A"/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i</a:t>
            </a:r>
            <a:r>
              <a:rPr lang="zh-CN" altLang="en-US" sz="3200" dirty="0">
                <a:solidFill>
                  <a:srgbClr val="22232A"/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天</a:t>
            </a:r>
            <a:endParaRPr lang="en-US" altLang="zh-CN" sz="3200" dirty="0">
              <a:solidFill>
                <a:srgbClr val="22232A"/>
              </a:solidFill>
              <a:latin typeface="Times New Roman" panose="02020603050405020304" pitchFamily="18" charset="0"/>
              <a:ea typeface="KaiTi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10" name="TextBox 14">
            <a:extLst>
              <a:ext uri="{FF2B5EF4-FFF2-40B4-BE49-F238E27FC236}">
                <a16:creationId xmlns:a16="http://schemas.microsoft.com/office/drawing/2014/main" id="{F0A1334A-5CAD-D249-95D4-8F7200837E77}"/>
              </a:ext>
            </a:extLst>
          </p:cNvPr>
          <p:cNvSpPr txBox="1"/>
          <p:nvPr>
            <p:custDataLst>
              <p:tags r:id="rId4"/>
            </p:custDataLst>
          </p:nvPr>
        </p:nvSpPr>
        <p:spPr>
          <a:xfrm>
            <a:off x="9112250" y="7543275"/>
            <a:ext cx="2362200" cy="64517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ct val="150000"/>
              </a:lnSpc>
              <a:buClrTx/>
              <a:buSzTx/>
              <a:buFontTx/>
            </a:pPr>
            <a:r>
              <a:rPr lang="en-US" altLang="zh-CN" sz="3200" dirty="0">
                <a:solidFill>
                  <a:srgbClr val="22232A"/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0</a:t>
            </a:r>
            <a:r>
              <a:rPr lang="zh-CN" altLang="en-US" sz="3200" dirty="0">
                <a:solidFill>
                  <a:srgbClr val="22232A"/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股</a:t>
            </a:r>
            <a:endParaRPr lang="en-US" altLang="zh-CN" sz="3200" dirty="0">
              <a:solidFill>
                <a:srgbClr val="22232A"/>
              </a:solidFill>
              <a:latin typeface="Times New Roman" panose="02020603050405020304" pitchFamily="18" charset="0"/>
              <a:ea typeface="KaiTi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11" name="TextBox 14">
            <a:extLst>
              <a:ext uri="{FF2B5EF4-FFF2-40B4-BE49-F238E27FC236}">
                <a16:creationId xmlns:a16="http://schemas.microsoft.com/office/drawing/2014/main" id="{9BF75692-D713-A946-B560-BB37A7A25291}"/>
              </a:ext>
            </a:extLst>
          </p:cNvPr>
          <p:cNvSpPr txBox="1"/>
          <p:nvPr>
            <p:custDataLst>
              <p:tags r:id="rId5"/>
            </p:custDataLst>
          </p:nvPr>
        </p:nvSpPr>
        <p:spPr>
          <a:xfrm>
            <a:off x="9087853" y="4647675"/>
            <a:ext cx="2362200" cy="64517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ct val="150000"/>
              </a:lnSpc>
              <a:buClrTx/>
              <a:buSzTx/>
              <a:buFontTx/>
            </a:pPr>
            <a:r>
              <a:rPr lang="en-US" altLang="zh-CN" sz="3200" dirty="0">
                <a:solidFill>
                  <a:srgbClr val="22232A"/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10</a:t>
            </a:r>
            <a:r>
              <a:rPr lang="zh-CN" altLang="en-US" sz="3200" dirty="0">
                <a:solidFill>
                  <a:srgbClr val="22232A"/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股</a:t>
            </a:r>
            <a:endParaRPr lang="en-US" altLang="zh-CN" sz="3200" dirty="0">
              <a:solidFill>
                <a:srgbClr val="22232A"/>
              </a:solidFill>
              <a:latin typeface="Times New Roman" panose="02020603050405020304" pitchFamily="18" charset="0"/>
              <a:ea typeface="KaiTi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12" name="TextBox 14">
            <a:extLst>
              <a:ext uri="{FF2B5EF4-FFF2-40B4-BE49-F238E27FC236}">
                <a16:creationId xmlns:a16="http://schemas.microsoft.com/office/drawing/2014/main" id="{75E488CB-649A-2440-B23C-F0A467BE1CF9}"/>
              </a:ext>
            </a:extLst>
          </p:cNvPr>
          <p:cNvSpPr txBox="1"/>
          <p:nvPr>
            <p:custDataLst>
              <p:tags r:id="rId6"/>
            </p:custDataLst>
          </p:nvPr>
        </p:nvSpPr>
        <p:spPr>
          <a:xfrm>
            <a:off x="9087853" y="1752075"/>
            <a:ext cx="2362200" cy="64517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ct val="150000"/>
              </a:lnSpc>
              <a:buClrTx/>
              <a:buSzTx/>
              <a:buFontTx/>
            </a:pPr>
            <a:r>
              <a:rPr lang="en-US" altLang="zh-CN" sz="3200" dirty="0">
                <a:solidFill>
                  <a:srgbClr val="22232A"/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20</a:t>
            </a:r>
            <a:r>
              <a:rPr lang="zh-CN" altLang="en-US" sz="3200" dirty="0">
                <a:solidFill>
                  <a:srgbClr val="22232A"/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股</a:t>
            </a:r>
            <a:endParaRPr lang="en-US" altLang="zh-CN" sz="3200" dirty="0">
              <a:solidFill>
                <a:srgbClr val="22232A"/>
              </a:solidFill>
              <a:latin typeface="Times New Roman" panose="02020603050405020304" pitchFamily="18" charset="0"/>
              <a:ea typeface="KaiTi" panose="02010609060101010101" pitchFamily="49" charset="-122"/>
              <a:cs typeface="Times New Roman" panose="02020603050405020304" pitchFamily="18" charset="0"/>
            </a:endParaRPr>
          </a:p>
        </p:txBody>
      </p:sp>
      <p:cxnSp>
        <p:nvCxnSpPr>
          <p:cNvPr id="13" name="直线箭头连接符 12">
            <a:extLst>
              <a:ext uri="{FF2B5EF4-FFF2-40B4-BE49-F238E27FC236}">
                <a16:creationId xmlns:a16="http://schemas.microsoft.com/office/drawing/2014/main" id="{46D98ABC-EB0F-C04F-AFC0-64D43EA52976}"/>
              </a:ext>
            </a:extLst>
          </p:cNvPr>
          <p:cNvCxnSpPr/>
          <p:nvPr/>
        </p:nvCxnSpPr>
        <p:spPr>
          <a:xfrm>
            <a:off x="13030200" y="2397252"/>
            <a:ext cx="2057400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直线箭头连接符 14">
            <a:extLst>
              <a:ext uri="{FF2B5EF4-FFF2-40B4-BE49-F238E27FC236}">
                <a16:creationId xmlns:a16="http://schemas.microsoft.com/office/drawing/2014/main" id="{BD63F0ED-34DE-C145-92ED-7441F227C138}"/>
              </a:ext>
            </a:extLst>
          </p:cNvPr>
          <p:cNvCxnSpPr/>
          <p:nvPr/>
        </p:nvCxnSpPr>
        <p:spPr>
          <a:xfrm flipV="1">
            <a:off x="13030200" y="2933700"/>
            <a:ext cx="1981200" cy="190500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直线箭头连接符 16">
            <a:extLst>
              <a:ext uri="{FF2B5EF4-FFF2-40B4-BE49-F238E27FC236}">
                <a16:creationId xmlns:a16="http://schemas.microsoft.com/office/drawing/2014/main" id="{1A34B10B-7B1B-714E-8087-3D0E264882F6}"/>
              </a:ext>
            </a:extLst>
          </p:cNvPr>
          <p:cNvCxnSpPr>
            <a:cxnSpLocks/>
          </p:cNvCxnSpPr>
          <p:nvPr/>
        </p:nvCxnSpPr>
        <p:spPr>
          <a:xfrm>
            <a:off x="12801600" y="5133339"/>
            <a:ext cx="2286000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直线箭头连接符 18">
            <a:extLst>
              <a:ext uri="{FF2B5EF4-FFF2-40B4-BE49-F238E27FC236}">
                <a16:creationId xmlns:a16="http://schemas.microsoft.com/office/drawing/2014/main" id="{BDCCE0EB-945B-B847-A144-0BB78523A0AE}"/>
              </a:ext>
            </a:extLst>
          </p:cNvPr>
          <p:cNvCxnSpPr/>
          <p:nvPr/>
        </p:nvCxnSpPr>
        <p:spPr>
          <a:xfrm>
            <a:off x="13182600" y="5600700"/>
            <a:ext cx="1676400" cy="1942575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直线箭头连接符 20">
            <a:extLst>
              <a:ext uri="{FF2B5EF4-FFF2-40B4-BE49-F238E27FC236}">
                <a16:creationId xmlns:a16="http://schemas.microsoft.com/office/drawing/2014/main" id="{E2B81FC5-1D22-904F-BA40-5B2FA036F53C}"/>
              </a:ext>
            </a:extLst>
          </p:cNvPr>
          <p:cNvCxnSpPr>
            <a:cxnSpLocks/>
          </p:cNvCxnSpPr>
          <p:nvPr/>
        </p:nvCxnSpPr>
        <p:spPr>
          <a:xfrm>
            <a:off x="12801600" y="7889748"/>
            <a:ext cx="2209800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直线箭头连接符 24">
            <a:extLst>
              <a:ext uri="{FF2B5EF4-FFF2-40B4-BE49-F238E27FC236}">
                <a16:creationId xmlns:a16="http://schemas.microsoft.com/office/drawing/2014/main" id="{399329B8-8BE4-2641-8868-C9AD502CA014}"/>
              </a:ext>
            </a:extLst>
          </p:cNvPr>
          <p:cNvCxnSpPr/>
          <p:nvPr/>
        </p:nvCxnSpPr>
        <p:spPr>
          <a:xfrm>
            <a:off x="12954000" y="2933700"/>
            <a:ext cx="2057400" cy="1713975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直线箭头连接符 28">
            <a:extLst>
              <a:ext uri="{FF2B5EF4-FFF2-40B4-BE49-F238E27FC236}">
                <a16:creationId xmlns:a16="http://schemas.microsoft.com/office/drawing/2014/main" id="{9B9F23BD-F9A6-DA44-86BA-8709652B0C02}"/>
              </a:ext>
            </a:extLst>
          </p:cNvPr>
          <p:cNvCxnSpPr>
            <a:cxnSpLocks/>
          </p:cNvCxnSpPr>
          <p:nvPr/>
        </p:nvCxnSpPr>
        <p:spPr>
          <a:xfrm flipV="1">
            <a:off x="12801600" y="5654557"/>
            <a:ext cx="2057400" cy="1906006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2838325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3"/>
          <p:cNvGrpSpPr/>
          <p:nvPr/>
        </p:nvGrpSpPr>
        <p:grpSpPr>
          <a:xfrm>
            <a:off x="685821" y="723971"/>
            <a:ext cx="16852858" cy="8818737"/>
            <a:chOff x="0" y="0"/>
            <a:chExt cx="3657498" cy="1913890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3657498" cy="1913890"/>
            </a:xfrm>
            <a:custGeom>
              <a:avLst/>
              <a:gdLst/>
              <a:ahLst/>
              <a:cxnLst/>
              <a:rect l="l" t="t" r="r" b="b"/>
              <a:pathLst>
                <a:path w="3657498" h="1913890">
                  <a:moveTo>
                    <a:pt x="3533038" y="1913890"/>
                  </a:moveTo>
                  <a:lnTo>
                    <a:pt x="124460" y="1913890"/>
                  </a:lnTo>
                  <a:cubicBezTo>
                    <a:pt x="55880" y="1913890"/>
                    <a:pt x="0" y="1858010"/>
                    <a:pt x="0" y="1789430"/>
                  </a:cubicBezTo>
                  <a:lnTo>
                    <a:pt x="0" y="124460"/>
                  </a:lnTo>
                  <a:cubicBezTo>
                    <a:pt x="0" y="55880"/>
                    <a:pt x="55880" y="0"/>
                    <a:pt x="124460" y="0"/>
                  </a:cubicBezTo>
                  <a:lnTo>
                    <a:pt x="3533038" y="0"/>
                  </a:lnTo>
                  <a:cubicBezTo>
                    <a:pt x="3601618" y="0"/>
                    <a:pt x="3657498" y="55880"/>
                    <a:pt x="3657498" y="124460"/>
                  </a:cubicBezTo>
                  <a:lnTo>
                    <a:pt x="3657498" y="1789430"/>
                  </a:lnTo>
                  <a:cubicBezTo>
                    <a:pt x="3657498" y="1858010"/>
                    <a:pt x="3601618" y="1913890"/>
                    <a:pt x="3533038" y="191389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</p:grpSp>
      <p:sp>
        <p:nvSpPr>
          <p:cNvPr id="2" name="文本框 1"/>
          <p:cNvSpPr txBox="1"/>
          <p:nvPr/>
        </p:nvSpPr>
        <p:spPr>
          <a:xfrm>
            <a:off x="1905000" y="60352"/>
            <a:ext cx="60960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600" dirty="0">
                <a:solidFill>
                  <a:schemeClr val="accent1">
                    <a:lumMod val="75000"/>
                  </a:schemeClr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动态规划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14">
                <a:extLst>
                  <a:ext uri="{FF2B5EF4-FFF2-40B4-BE49-F238E27FC236}">
                    <a16:creationId xmlns:a16="http://schemas.microsoft.com/office/drawing/2014/main" id="{A9EAF641-3245-F440-B809-872F92BEDED9}"/>
                  </a:ext>
                </a:extLst>
              </p:cNvPr>
              <p:cNvSpPr txBox="1"/>
              <p:nvPr>
                <p:custDataLst>
                  <p:tags r:id="rId1"/>
                </p:custDataLst>
              </p:nvPr>
            </p:nvSpPr>
            <p:spPr>
              <a:xfrm>
                <a:off x="1066800" y="1333500"/>
                <a:ext cx="8630653" cy="7014869"/>
              </a:xfrm>
              <a:prstGeom prst="rect">
                <a:avLst/>
              </a:prstGeom>
            </p:spPr>
            <p:txBody>
              <a:bodyPr wrap="square" lIns="0" tIns="0" rIns="0" bIns="0" rtlCol="0" anchor="t">
                <a:spAutoFit/>
              </a:bodyPr>
              <a:lstStyle/>
              <a:p>
                <a:pPr algn="just">
                  <a:lnSpc>
                    <a:spcPct val="150000"/>
                  </a:lnSpc>
                  <a:buClrTx/>
                  <a:buSzTx/>
                  <a:buFontTx/>
                </a:pPr>
                <a:r>
                  <a:rPr lang="zh-CN" altLang="en-US" sz="3200" dirty="0">
                    <a:solidFill>
                      <a:srgbClr val="22232A"/>
                    </a:solidFill>
                    <a:latin typeface="Times New Roman" panose="02020603050405020304" pitchFamily="18" charset="0"/>
                    <a:ea typeface="KaiTi" panose="02010609060101010101" pitchFamily="49" charset="-122"/>
                    <a:cs typeface="Times New Roman" panose="02020603050405020304" pitchFamily="18" charset="0"/>
                  </a:rPr>
                  <a:t>法</a:t>
                </a:r>
                <a:r>
                  <a:rPr lang="en-US" altLang="zh-CN" sz="3200" dirty="0">
                    <a:solidFill>
                      <a:srgbClr val="22232A"/>
                    </a:solidFill>
                    <a:latin typeface="Times New Roman" panose="02020603050405020304" pitchFamily="18" charset="0"/>
                    <a:ea typeface="KaiTi" panose="02010609060101010101" pitchFamily="49" charset="-122"/>
                    <a:cs typeface="Times New Roman" panose="02020603050405020304" pitchFamily="18" charset="0"/>
                  </a:rPr>
                  <a:t>1:</a:t>
                </a:r>
                <a:r>
                  <a:rPr lang="zh-CN" altLang="en-US" sz="3200" dirty="0">
                    <a:solidFill>
                      <a:srgbClr val="22232A"/>
                    </a:solidFill>
                    <a:latin typeface="Times New Roman" panose="02020603050405020304" pitchFamily="18" charset="0"/>
                    <a:ea typeface="KaiTi" panose="02010609060101010101" pitchFamily="49" charset="-122"/>
                    <a:cs typeface="Times New Roman" panose="02020603050405020304" pitchFamily="18" charset="0"/>
                  </a:rPr>
                  <a:t>考虑以每天的总资产（现金</a:t>
                </a:r>
                <a:r>
                  <a:rPr lang="en-US" altLang="zh-CN" sz="3200" dirty="0">
                    <a:solidFill>
                      <a:srgbClr val="22232A"/>
                    </a:solidFill>
                    <a:latin typeface="Times New Roman" panose="02020603050405020304" pitchFamily="18" charset="0"/>
                    <a:ea typeface="KaiTi" panose="02010609060101010101" pitchFamily="49" charset="-122"/>
                    <a:cs typeface="Times New Roman" panose="02020603050405020304" pitchFamily="18" charset="0"/>
                  </a:rPr>
                  <a:t>+</a:t>
                </a:r>
                <a:r>
                  <a:rPr lang="zh-CN" altLang="en-US" sz="3200" dirty="0">
                    <a:solidFill>
                      <a:srgbClr val="22232A"/>
                    </a:solidFill>
                    <a:latin typeface="Times New Roman" panose="02020603050405020304" pitchFamily="18" charset="0"/>
                    <a:ea typeface="KaiTi" panose="02010609060101010101" pitchFamily="49" charset="-122"/>
                    <a:cs typeface="Times New Roman" panose="02020603050405020304" pitchFamily="18" charset="0"/>
                  </a:rPr>
                  <a:t>股票价值）作</a:t>
                </a:r>
                <a:endParaRPr lang="en-US" altLang="zh-CN" sz="3200" dirty="0">
                  <a:solidFill>
                    <a:srgbClr val="22232A"/>
                  </a:solidFill>
                  <a:latin typeface="Times New Roman" panose="02020603050405020304" pitchFamily="18" charset="0"/>
                  <a:ea typeface="KaiTi" panose="02010609060101010101" pitchFamily="49" charset="-122"/>
                  <a:cs typeface="Times New Roman" panose="02020603050405020304" pitchFamily="18" charset="0"/>
                </a:endParaRPr>
              </a:p>
              <a:p>
                <a:pPr algn="just">
                  <a:lnSpc>
                    <a:spcPct val="150000"/>
                  </a:lnSpc>
                  <a:buClrTx/>
                  <a:buSzTx/>
                  <a:buFontTx/>
                </a:pPr>
                <a:r>
                  <a:rPr lang="zh-CN" altLang="en-US" sz="3200" dirty="0">
                    <a:solidFill>
                      <a:srgbClr val="22232A"/>
                    </a:solidFill>
                    <a:latin typeface="Times New Roman" panose="02020603050405020304" pitchFamily="18" charset="0"/>
                    <a:ea typeface="KaiTi" panose="02010609060101010101" pitchFamily="49" charset="-122"/>
                    <a:cs typeface="Times New Roman" panose="02020603050405020304" pitchFamily="18" charset="0"/>
                  </a:rPr>
                  <a:t>为</a:t>
                </a:r>
                <a:r>
                  <a:rPr lang="en-US" altLang="zh-CN" sz="3200" dirty="0">
                    <a:solidFill>
                      <a:srgbClr val="22232A"/>
                    </a:solidFill>
                    <a:latin typeface="Times New Roman" panose="02020603050405020304" pitchFamily="18" charset="0"/>
                    <a:ea typeface="KaiTi" panose="02010609060101010101" pitchFamily="49" charset="-122"/>
                    <a:cs typeface="Times New Roman" panose="02020603050405020304" pitchFamily="18" charset="0"/>
                  </a:rPr>
                  <a:t>DP</a:t>
                </a:r>
                <a:r>
                  <a:rPr lang="zh-CN" altLang="en-US" sz="3200" dirty="0">
                    <a:solidFill>
                      <a:srgbClr val="22232A"/>
                    </a:solidFill>
                    <a:latin typeface="Times New Roman" panose="02020603050405020304" pitchFamily="18" charset="0"/>
                    <a:ea typeface="KaiTi" panose="02010609060101010101" pitchFamily="49" charset="-122"/>
                    <a:cs typeface="Times New Roman" panose="02020603050405020304" pitchFamily="18" charset="0"/>
                  </a:rPr>
                  <a:t>函数。</a:t>
                </a:r>
                <a:r>
                  <a:rPr lang="en-US" altLang="zh-CN" sz="3200" dirty="0">
                    <a:solidFill>
                      <a:srgbClr val="22232A"/>
                    </a:solidFill>
                    <a:latin typeface="Times New Roman" panose="02020603050405020304" pitchFamily="18" charset="0"/>
                    <a:ea typeface="KaiTi" panose="02010609060101010101" pitchFamily="49" charset="-122"/>
                    <a:cs typeface="Times New Roman" panose="02020603050405020304" pitchFamily="18" charset="0"/>
                  </a:rPr>
                  <a:t>All[</a:t>
                </a:r>
                <a:r>
                  <a:rPr lang="en-US" altLang="zh-CN" sz="3200" dirty="0" err="1">
                    <a:solidFill>
                      <a:srgbClr val="22232A"/>
                    </a:solidFill>
                    <a:latin typeface="Times New Roman" panose="02020603050405020304" pitchFamily="18" charset="0"/>
                    <a:ea typeface="KaiTi" panose="02010609060101010101" pitchFamily="49" charset="-122"/>
                    <a:cs typeface="Times New Roman" panose="02020603050405020304" pitchFamily="18" charset="0"/>
                  </a:rPr>
                  <a:t>i</a:t>
                </a:r>
                <a:r>
                  <a:rPr lang="en-US" altLang="zh-CN" sz="3200" dirty="0">
                    <a:solidFill>
                      <a:srgbClr val="22232A"/>
                    </a:solidFill>
                    <a:latin typeface="Times New Roman" panose="02020603050405020304" pitchFamily="18" charset="0"/>
                    <a:ea typeface="KaiTi" panose="02010609060101010101" pitchFamily="49" charset="-122"/>
                    <a:cs typeface="Times New Roman" panose="02020603050405020304" pitchFamily="18" charset="0"/>
                  </a:rPr>
                  <a:t>][n]=</a:t>
                </a:r>
                <a:r>
                  <a:rPr lang="zh-CN" altLang="en-US" sz="3200" dirty="0">
                    <a:solidFill>
                      <a:srgbClr val="22232A"/>
                    </a:solidFill>
                    <a:latin typeface="Times New Roman" panose="02020603050405020304" pitchFamily="18" charset="0"/>
                    <a:ea typeface="KaiTi" panose="02010609060101010101" pitchFamily="49" charset="-122"/>
                    <a:cs typeface="Times New Roman" panose="02020603050405020304" pitchFamily="18" charset="0"/>
                  </a:rPr>
                  <a:t>第</a:t>
                </a:r>
                <a:r>
                  <a:rPr lang="en-US" altLang="zh-CN" sz="3200" dirty="0" err="1">
                    <a:solidFill>
                      <a:srgbClr val="22232A"/>
                    </a:solidFill>
                    <a:latin typeface="Times New Roman" panose="02020603050405020304" pitchFamily="18" charset="0"/>
                    <a:ea typeface="KaiTi" panose="02010609060101010101" pitchFamily="49" charset="-122"/>
                    <a:cs typeface="Times New Roman" panose="02020603050405020304" pitchFamily="18" charset="0"/>
                  </a:rPr>
                  <a:t>i</a:t>
                </a:r>
                <a:r>
                  <a:rPr lang="zh-CN" altLang="en-US" sz="3200" dirty="0">
                    <a:solidFill>
                      <a:srgbClr val="22232A"/>
                    </a:solidFill>
                    <a:latin typeface="Times New Roman" panose="02020603050405020304" pitchFamily="18" charset="0"/>
                    <a:ea typeface="KaiTi" panose="02010609060101010101" pitchFamily="49" charset="-122"/>
                    <a:cs typeface="Times New Roman" panose="02020603050405020304" pitchFamily="18" charset="0"/>
                  </a:rPr>
                  <a:t>天持</a:t>
                </a:r>
                <a:r>
                  <a:rPr lang="en-US" altLang="zh-CN" sz="3200" dirty="0">
                    <a:solidFill>
                      <a:srgbClr val="22232A"/>
                    </a:solidFill>
                    <a:latin typeface="Times New Roman" panose="02020603050405020304" pitchFamily="18" charset="0"/>
                    <a:ea typeface="KaiTi" panose="02010609060101010101" pitchFamily="49" charset="-122"/>
                    <a:cs typeface="Times New Roman" panose="02020603050405020304" pitchFamily="18" charset="0"/>
                  </a:rPr>
                  <a:t>n</a:t>
                </a:r>
                <a:r>
                  <a:rPr lang="zh-CN" altLang="en-US" sz="3200" dirty="0">
                    <a:solidFill>
                      <a:srgbClr val="22232A"/>
                    </a:solidFill>
                    <a:latin typeface="Times New Roman" panose="02020603050405020304" pitchFamily="18" charset="0"/>
                    <a:ea typeface="KaiTi" panose="02010609060101010101" pitchFamily="49" charset="-122"/>
                    <a:cs typeface="Times New Roman" panose="02020603050405020304" pitchFamily="18" charset="0"/>
                  </a:rPr>
                  <a:t>股的最大总资产。</a:t>
                </a:r>
                <a:endParaRPr lang="en-US" altLang="zh-CN" sz="3200" dirty="0">
                  <a:solidFill>
                    <a:srgbClr val="22232A"/>
                  </a:solidFill>
                  <a:latin typeface="Times New Roman" panose="02020603050405020304" pitchFamily="18" charset="0"/>
                  <a:ea typeface="KaiTi" panose="02010609060101010101" pitchFamily="49" charset="-122"/>
                  <a:cs typeface="Times New Roman" panose="02020603050405020304" pitchFamily="18" charset="0"/>
                </a:endParaRPr>
              </a:p>
              <a:p>
                <a:pPr algn="just">
                  <a:lnSpc>
                    <a:spcPct val="150000"/>
                  </a:lnSpc>
                  <a:buClrTx/>
                  <a:buSzTx/>
                  <a:buFontTx/>
                </a:pPr>
                <a:endParaRPr lang="en-US" altLang="zh-CN" sz="3200" dirty="0">
                  <a:solidFill>
                    <a:srgbClr val="22232A"/>
                  </a:solidFill>
                  <a:latin typeface="Times New Roman" panose="02020603050405020304" pitchFamily="18" charset="0"/>
                  <a:ea typeface="KaiTi" panose="02010609060101010101" pitchFamily="49" charset="-122"/>
                  <a:cs typeface="Times New Roman" panose="02020603050405020304" pitchFamily="18" charset="0"/>
                </a:endParaRPr>
              </a:p>
              <a:p>
                <a:pPr algn="just">
                  <a:lnSpc>
                    <a:spcPct val="150000"/>
                  </a:lnSpc>
                  <a:buClrTx/>
                  <a:buSzTx/>
                  <a:buFontTx/>
                </a:pPr>
                <a:r>
                  <a:rPr lang="zh-CN" altLang="en-US" sz="3200" dirty="0">
                    <a:solidFill>
                      <a:srgbClr val="22232A"/>
                    </a:solidFill>
                    <a:latin typeface="Times New Roman" panose="02020603050405020304" pitchFamily="18" charset="0"/>
                    <a:ea typeface="KaiTi" panose="02010609060101010101" pitchFamily="49" charset="-122"/>
                    <a:cs typeface="Times New Roman" panose="02020603050405020304" pitchFamily="18" charset="0"/>
                  </a:rPr>
                  <a:t>则有：</a:t>
                </a:r>
                <a:r>
                  <a:rPr lang="en-US" altLang="zh-CN" sz="3200" dirty="0">
                    <a:solidFill>
                      <a:srgbClr val="22232A"/>
                    </a:solidFill>
                    <a:latin typeface="Times New Roman" panose="02020603050405020304" pitchFamily="18" charset="0"/>
                    <a:ea typeface="KaiTi" panose="02010609060101010101" pitchFamily="49" charset="-122"/>
                    <a:cs typeface="Times New Roman" panose="02020603050405020304" pitchFamily="18" charset="0"/>
                  </a:rPr>
                  <a:t>All[</a:t>
                </a:r>
                <a:r>
                  <a:rPr lang="en-US" altLang="zh-CN" sz="3200" dirty="0" err="1">
                    <a:solidFill>
                      <a:srgbClr val="22232A"/>
                    </a:solidFill>
                    <a:latin typeface="Times New Roman" panose="02020603050405020304" pitchFamily="18" charset="0"/>
                    <a:ea typeface="KaiTi" panose="02010609060101010101" pitchFamily="49" charset="-122"/>
                    <a:cs typeface="Times New Roman" panose="02020603050405020304" pitchFamily="18" charset="0"/>
                  </a:rPr>
                  <a:t>i</a:t>
                </a:r>
                <a:r>
                  <a:rPr lang="en-US" altLang="zh-CN" sz="3200" dirty="0">
                    <a:solidFill>
                      <a:srgbClr val="22232A"/>
                    </a:solidFill>
                    <a:latin typeface="Times New Roman" panose="02020603050405020304" pitchFamily="18" charset="0"/>
                    <a:ea typeface="KaiTi" panose="02010609060101010101" pitchFamily="49" charset="-122"/>
                    <a:cs typeface="Times New Roman" panose="02020603050405020304" pitchFamily="18" charset="0"/>
                  </a:rPr>
                  <a:t>][n]=</a:t>
                </a:r>
              </a:p>
              <a:p>
                <a:pPr algn="just">
                  <a:lnSpc>
                    <a:spcPct val="150000"/>
                  </a:lnSpc>
                  <a:buClrTx/>
                  <a:buSzTx/>
                  <a:buFontTx/>
                </a:pPr>
                <a14:m>
                  <m:oMath xmlns:m="http://schemas.openxmlformats.org/officeDocument/2006/math">
                    <m:limLow>
                      <m:limLowPr>
                        <m:ctrlPr>
                          <a:rPr lang="en-US" altLang="zh-CN" sz="3200" b="0" i="1" dirty="0" smtClean="0">
                            <a:solidFill>
                              <a:srgbClr val="22232A"/>
                            </a:solidFill>
                            <a:latin typeface="Cambria Math" panose="02040503050406030204" pitchFamily="18" charset="0"/>
                            <a:ea typeface="KaiTi" panose="02010609060101010101" pitchFamily="49" charset="-122"/>
                            <a:cs typeface="Times New Roman" panose="02020603050405020304" pitchFamily="18" charset="0"/>
                          </a:rPr>
                        </m:ctrlPr>
                      </m:limLowPr>
                      <m:e>
                        <m:r>
                          <m:rPr>
                            <m:sty m:val="p"/>
                          </m:rPr>
                          <a:rPr lang="en-US" altLang="zh-CN" sz="3200" i="0" dirty="0" smtClean="0">
                            <a:solidFill>
                              <a:srgbClr val="22232A"/>
                            </a:solidFill>
                            <a:latin typeface="Cambria Math" panose="02040503050406030204" pitchFamily="18" charset="0"/>
                            <a:ea typeface="KaiTi" panose="02010609060101010101" pitchFamily="49" charset="-122"/>
                            <a:cs typeface="Times New Roman" panose="02020603050405020304" pitchFamily="18" charset="0"/>
                          </a:rPr>
                          <m:t>max</m:t>
                        </m:r>
                      </m:e>
                      <m:lim>
                        <m:r>
                          <a:rPr lang="en-US" altLang="zh-CN" sz="3200" b="0" i="1" dirty="0" smtClean="0">
                            <a:solidFill>
                              <a:srgbClr val="22232A"/>
                            </a:solidFill>
                            <a:latin typeface="Cambria Math" panose="02040503050406030204" pitchFamily="18" charset="0"/>
                            <a:ea typeface="KaiTi" panose="02010609060101010101" pitchFamily="49" charset="-122"/>
                            <a:cs typeface="Times New Roman" panose="02020603050405020304" pitchFamily="18" charset="0"/>
                          </a:rPr>
                          <m:t>𝑚</m:t>
                        </m:r>
                      </m:lim>
                    </m:limLow>
                    <m:r>
                      <a:rPr lang="zh-CN" altLang="en-US" sz="3200" i="1" dirty="0" smtClean="0">
                        <a:solidFill>
                          <a:srgbClr val="22232A"/>
                        </a:solidFill>
                        <a:latin typeface="Cambria Math" panose="02040503050406030204" pitchFamily="18" charset="0"/>
                        <a:ea typeface="KaiTi" panose="02010609060101010101" pitchFamily="49" charset="-122"/>
                        <a:cs typeface="Times New Roman" panose="02020603050405020304" pitchFamily="18" charset="0"/>
                      </a:rPr>
                      <m:t>⁡</m:t>
                    </m:r>
                  </m:oMath>
                </a14:m>
                <a:r>
                  <a:rPr lang="en-US" altLang="zh-CN" sz="3200" dirty="0">
                    <a:solidFill>
                      <a:srgbClr val="22232A"/>
                    </a:solidFill>
                    <a:latin typeface="Times New Roman" panose="02020603050405020304" pitchFamily="18" charset="0"/>
                    <a:ea typeface="KaiTi" panose="02010609060101010101" pitchFamily="49" charset="-122"/>
                    <a:cs typeface="Times New Roman" panose="02020603050405020304" pitchFamily="18" charset="0"/>
                  </a:rPr>
                  <a:t>{All[i-1][m]+m*Prices[</a:t>
                </a:r>
                <a:r>
                  <a:rPr lang="en-US" altLang="zh-CN" sz="3200" dirty="0" err="1">
                    <a:solidFill>
                      <a:srgbClr val="22232A"/>
                    </a:solidFill>
                    <a:latin typeface="Times New Roman" panose="02020603050405020304" pitchFamily="18" charset="0"/>
                    <a:ea typeface="KaiTi" panose="02010609060101010101" pitchFamily="49" charset="-122"/>
                    <a:cs typeface="Times New Roman" panose="02020603050405020304" pitchFamily="18" charset="0"/>
                  </a:rPr>
                  <a:t>i</a:t>
                </a:r>
                <a:r>
                  <a:rPr lang="en-US" altLang="zh-CN" sz="3200" dirty="0">
                    <a:solidFill>
                      <a:srgbClr val="22232A"/>
                    </a:solidFill>
                    <a:latin typeface="Times New Roman" panose="02020603050405020304" pitchFamily="18" charset="0"/>
                    <a:ea typeface="KaiTi" panose="02010609060101010101" pitchFamily="49" charset="-122"/>
                    <a:cs typeface="Times New Roman" panose="02020603050405020304" pitchFamily="18" charset="0"/>
                  </a:rPr>
                  <a:t>]-m*Prices[i-1]</a:t>
                </a:r>
              </a:p>
              <a:p>
                <a:pPr algn="just">
                  <a:lnSpc>
                    <a:spcPct val="150000"/>
                  </a:lnSpc>
                  <a:buClrTx/>
                  <a:buSzTx/>
                  <a:buFontTx/>
                </a:pPr>
                <a:r>
                  <a:rPr lang="en-US" altLang="zh-CN" sz="3200" dirty="0">
                    <a:solidFill>
                      <a:srgbClr val="22232A"/>
                    </a:solidFill>
                    <a:latin typeface="Times New Roman" panose="02020603050405020304" pitchFamily="18" charset="0"/>
                    <a:ea typeface="KaiTi" panose="02010609060101010101" pitchFamily="49" charset="-122"/>
                    <a:cs typeface="Times New Roman" panose="02020603050405020304" pitchFamily="18" charset="0"/>
                  </a:rPr>
                  <a:t>-|n-m|*fee},where |n-m|≤10</a:t>
                </a:r>
              </a:p>
              <a:p>
                <a:pPr algn="just">
                  <a:lnSpc>
                    <a:spcPct val="150000"/>
                  </a:lnSpc>
                  <a:buClrTx/>
                  <a:buSzTx/>
                  <a:buFontTx/>
                </a:pPr>
                <a:endParaRPr lang="en-US" altLang="zh-CN" sz="3200" dirty="0">
                  <a:solidFill>
                    <a:srgbClr val="22232A"/>
                  </a:solidFill>
                  <a:latin typeface="Times New Roman" panose="02020603050405020304" pitchFamily="18" charset="0"/>
                  <a:ea typeface="KaiTi" panose="02010609060101010101" pitchFamily="49" charset="-122"/>
                  <a:cs typeface="Times New Roman" panose="02020603050405020304" pitchFamily="18" charset="0"/>
                </a:endParaRPr>
              </a:p>
              <a:p>
                <a:pPr algn="just">
                  <a:lnSpc>
                    <a:spcPct val="150000"/>
                  </a:lnSpc>
                  <a:buClrTx/>
                  <a:buSzTx/>
                  <a:buFontTx/>
                </a:pPr>
                <a:r>
                  <a:rPr lang="zh-CN" altLang="en-US" sz="3200" dirty="0">
                    <a:solidFill>
                      <a:srgbClr val="22232A"/>
                    </a:solidFill>
                    <a:latin typeface="Times New Roman" panose="02020603050405020304" pitchFamily="18" charset="0"/>
                    <a:ea typeface="KaiTi" panose="02010609060101010101" pitchFamily="49" charset="-122"/>
                    <a:cs typeface="Times New Roman" panose="02020603050405020304" pitchFamily="18" charset="0"/>
                  </a:rPr>
                  <a:t>最后，求</a:t>
                </a:r>
                <a14:m>
                  <m:oMath xmlns:m="http://schemas.openxmlformats.org/officeDocument/2006/math">
                    <m:limLow>
                      <m:limLowPr>
                        <m:ctrlPr>
                          <a:rPr lang="en-US" altLang="zh-CN" sz="3200" b="0" i="1" dirty="0" smtClean="0">
                            <a:solidFill>
                              <a:srgbClr val="22232A"/>
                            </a:solidFill>
                            <a:latin typeface="Cambria Math" panose="02040503050406030204" pitchFamily="18" charset="0"/>
                            <a:ea typeface="KaiTi" panose="02010609060101010101" pitchFamily="49" charset="-122"/>
                            <a:cs typeface="Times New Roman" panose="02020603050405020304" pitchFamily="18" charset="0"/>
                          </a:rPr>
                        </m:ctrlPr>
                      </m:limLowPr>
                      <m:e>
                        <m:r>
                          <m:rPr>
                            <m:sty m:val="p"/>
                          </m:rPr>
                          <a:rPr lang="en-US" altLang="zh-CN" sz="3200" i="0" dirty="0" smtClean="0">
                            <a:solidFill>
                              <a:srgbClr val="22232A"/>
                            </a:solidFill>
                            <a:latin typeface="Cambria Math" panose="02040503050406030204" pitchFamily="18" charset="0"/>
                            <a:ea typeface="KaiTi" panose="02010609060101010101" pitchFamily="49" charset="-122"/>
                            <a:cs typeface="Times New Roman" panose="02020603050405020304" pitchFamily="18" charset="0"/>
                          </a:rPr>
                          <m:t>max</m:t>
                        </m:r>
                      </m:e>
                      <m:lim>
                        <m:r>
                          <a:rPr lang="en-US" altLang="zh-CN" sz="3200" b="0" i="1" dirty="0" smtClean="0">
                            <a:solidFill>
                              <a:srgbClr val="22232A"/>
                            </a:solidFill>
                            <a:latin typeface="Cambria Math" panose="02040503050406030204" pitchFamily="18" charset="0"/>
                            <a:ea typeface="KaiTi" panose="02010609060101010101" pitchFamily="49" charset="-122"/>
                            <a:cs typeface="Times New Roman" panose="02020603050405020304" pitchFamily="18" charset="0"/>
                          </a:rPr>
                          <m:t>𝑛</m:t>
                        </m:r>
                      </m:lim>
                    </m:limLow>
                    <m:r>
                      <a:rPr lang="zh-CN" altLang="en-US" sz="3200" i="1" dirty="0" smtClean="0">
                        <a:solidFill>
                          <a:srgbClr val="22232A"/>
                        </a:solidFill>
                        <a:latin typeface="Cambria Math" panose="02040503050406030204" pitchFamily="18" charset="0"/>
                        <a:ea typeface="KaiTi" panose="02010609060101010101" pitchFamily="49" charset="-122"/>
                        <a:cs typeface="Times New Roman" panose="02020603050405020304" pitchFamily="18" charset="0"/>
                      </a:rPr>
                      <m:t>⁡</m:t>
                    </m:r>
                  </m:oMath>
                </a14:m>
                <a:r>
                  <a:rPr lang="en-US" altLang="zh-CN" sz="3200" dirty="0">
                    <a:solidFill>
                      <a:srgbClr val="22232A"/>
                    </a:solidFill>
                    <a:latin typeface="Times New Roman" panose="02020603050405020304" pitchFamily="18" charset="0"/>
                    <a:ea typeface="KaiTi" panose="02010609060101010101" pitchFamily="49" charset="-122"/>
                    <a:cs typeface="Times New Roman" panose="02020603050405020304" pitchFamily="18" charset="0"/>
                  </a:rPr>
                  <a:t>All[N][n]</a:t>
                </a:r>
                <a:r>
                  <a:rPr lang="zh-CN" altLang="en-US" sz="3200" dirty="0">
                    <a:solidFill>
                      <a:srgbClr val="22232A"/>
                    </a:solidFill>
                    <a:latin typeface="Times New Roman" panose="02020603050405020304" pitchFamily="18" charset="0"/>
                    <a:ea typeface="KaiTi" panose="02010609060101010101" pitchFamily="49" charset="-122"/>
                    <a:cs typeface="Times New Roman" panose="02020603050405020304" pitchFamily="18" charset="0"/>
                  </a:rPr>
                  <a:t>即可。</a:t>
                </a:r>
                <a:endParaRPr lang="en-US" altLang="zh-CN" sz="3200" dirty="0">
                  <a:solidFill>
                    <a:srgbClr val="22232A"/>
                  </a:solidFill>
                  <a:latin typeface="Times New Roman" panose="02020603050405020304" pitchFamily="18" charset="0"/>
                  <a:ea typeface="KaiTi" panose="02010609060101010101" pitchFamily="49" charset="-122"/>
                  <a:cs typeface="Times New Roman" panose="02020603050405020304" pitchFamily="18" charset="0"/>
                </a:endParaRPr>
              </a:p>
              <a:p>
                <a:pPr algn="just">
                  <a:lnSpc>
                    <a:spcPct val="150000"/>
                  </a:lnSpc>
                  <a:buClrTx/>
                  <a:buSzTx/>
                  <a:buFontTx/>
                </a:pPr>
                <a:endParaRPr lang="en-US" altLang="zh-CN" sz="3200" dirty="0">
                  <a:solidFill>
                    <a:srgbClr val="22232A"/>
                  </a:solidFill>
                  <a:latin typeface="Times New Roman" panose="02020603050405020304" pitchFamily="18" charset="0"/>
                  <a:ea typeface="KaiTi" panose="02010609060101010101" pitchFamily="49" charset="-122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9" name="TextBox 14">
                <a:extLst>
                  <a:ext uri="{FF2B5EF4-FFF2-40B4-BE49-F238E27FC236}">
                    <a16:creationId xmlns:a16="http://schemas.microsoft.com/office/drawing/2014/main" id="{A9EAF641-3245-F440-B809-872F92BEDED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>
                <p:custDataLst>
                  <p:tags r:id="rId8"/>
                </p:custDataLst>
              </p:nvPr>
            </p:nvSpPr>
            <p:spPr>
              <a:xfrm>
                <a:off x="1066800" y="1333500"/>
                <a:ext cx="8630653" cy="7014869"/>
              </a:xfrm>
              <a:prstGeom prst="rect">
                <a:avLst/>
              </a:prstGeom>
              <a:blipFill>
                <a:blip r:embed="rId9"/>
                <a:stretch>
                  <a:fillRect l="-2941" r="-176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5" name="表格 5">
            <a:extLst>
              <a:ext uri="{FF2B5EF4-FFF2-40B4-BE49-F238E27FC236}">
                <a16:creationId xmlns:a16="http://schemas.microsoft.com/office/drawing/2014/main" id="{044932B7-04FC-AD41-A162-57BB07894F79}"/>
              </a:ext>
            </a:extLst>
          </p:cNvPr>
          <p:cNvGraphicFramePr>
            <a:graphicFrameLocks noGrp="1"/>
          </p:cNvGraphicFramePr>
          <p:nvPr/>
        </p:nvGraphicFramePr>
        <p:xfrm>
          <a:off x="11277600" y="1079499"/>
          <a:ext cx="5562600" cy="7874001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781300">
                  <a:extLst>
                    <a:ext uri="{9D8B030D-6E8A-4147-A177-3AD203B41FA5}">
                      <a16:colId xmlns:a16="http://schemas.microsoft.com/office/drawing/2014/main" val="2526456711"/>
                    </a:ext>
                  </a:extLst>
                </a:gridCol>
                <a:gridCol w="2781300">
                  <a:extLst>
                    <a:ext uri="{9D8B030D-6E8A-4147-A177-3AD203B41FA5}">
                      <a16:colId xmlns:a16="http://schemas.microsoft.com/office/drawing/2014/main" val="1055186873"/>
                    </a:ext>
                  </a:extLst>
                </a:gridCol>
              </a:tblGrid>
              <a:tr h="2624667"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43198921"/>
                  </a:ext>
                </a:extLst>
              </a:tr>
              <a:tr h="2624667"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67373105"/>
                  </a:ext>
                </a:extLst>
              </a:tr>
              <a:tr h="2624667"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21448373"/>
                  </a:ext>
                </a:extLst>
              </a:tr>
            </a:tbl>
          </a:graphicData>
        </a:graphic>
      </p:graphicFrame>
      <p:sp>
        <p:nvSpPr>
          <p:cNvPr id="7" name="TextBox 14">
            <a:extLst>
              <a:ext uri="{FF2B5EF4-FFF2-40B4-BE49-F238E27FC236}">
                <a16:creationId xmlns:a16="http://schemas.microsoft.com/office/drawing/2014/main" id="{3936300C-8538-FA47-8C3C-B197384D62C8}"/>
              </a:ext>
            </a:extLst>
          </p:cNvPr>
          <p:cNvSpPr txBox="1"/>
          <p:nvPr>
            <p:custDataLst>
              <p:tags r:id="rId2"/>
            </p:custDataLst>
          </p:nvPr>
        </p:nvSpPr>
        <p:spPr>
          <a:xfrm>
            <a:off x="11506200" y="256558"/>
            <a:ext cx="2362200" cy="64517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ct val="150000"/>
              </a:lnSpc>
              <a:buClrTx/>
              <a:buSzTx/>
              <a:buFontTx/>
            </a:pPr>
            <a:r>
              <a:rPr lang="zh-CN" altLang="en-US" sz="3200" dirty="0">
                <a:solidFill>
                  <a:srgbClr val="22232A"/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第</a:t>
            </a:r>
            <a:r>
              <a:rPr lang="en-US" altLang="zh-CN" sz="3200" dirty="0">
                <a:solidFill>
                  <a:srgbClr val="22232A"/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i-1</a:t>
            </a:r>
            <a:r>
              <a:rPr lang="zh-CN" altLang="en-US" sz="3200" dirty="0">
                <a:solidFill>
                  <a:srgbClr val="22232A"/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天</a:t>
            </a:r>
            <a:endParaRPr lang="en-US" altLang="zh-CN" sz="3200" dirty="0">
              <a:solidFill>
                <a:srgbClr val="22232A"/>
              </a:solidFill>
              <a:latin typeface="Times New Roman" panose="02020603050405020304" pitchFamily="18" charset="0"/>
              <a:ea typeface="KaiTi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8" name="TextBox 14">
            <a:extLst>
              <a:ext uri="{FF2B5EF4-FFF2-40B4-BE49-F238E27FC236}">
                <a16:creationId xmlns:a16="http://schemas.microsoft.com/office/drawing/2014/main" id="{41A7BDE8-AA82-994C-9939-0C73A4E5FDB7}"/>
              </a:ext>
            </a:extLst>
          </p:cNvPr>
          <p:cNvSpPr txBox="1"/>
          <p:nvPr>
            <p:custDataLst>
              <p:tags r:id="rId3"/>
            </p:custDataLst>
          </p:nvPr>
        </p:nvSpPr>
        <p:spPr>
          <a:xfrm>
            <a:off x="14058900" y="256557"/>
            <a:ext cx="2362200" cy="64517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ct val="150000"/>
              </a:lnSpc>
              <a:buClrTx/>
              <a:buSzTx/>
              <a:buFontTx/>
            </a:pPr>
            <a:r>
              <a:rPr lang="zh-CN" altLang="en-US" sz="3200" dirty="0">
                <a:solidFill>
                  <a:srgbClr val="22232A"/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第</a:t>
            </a:r>
            <a:r>
              <a:rPr lang="en-US" altLang="zh-CN" sz="3200" dirty="0" err="1">
                <a:solidFill>
                  <a:srgbClr val="22232A"/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i</a:t>
            </a:r>
            <a:r>
              <a:rPr lang="zh-CN" altLang="en-US" sz="3200" dirty="0">
                <a:solidFill>
                  <a:srgbClr val="22232A"/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天</a:t>
            </a:r>
            <a:endParaRPr lang="en-US" altLang="zh-CN" sz="3200" dirty="0">
              <a:solidFill>
                <a:srgbClr val="22232A"/>
              </a:solidFill>
              <a:latin typeface="Times New Roman" panose="02020603050405020304" pitchFamily="18" charset="0"/>
              <a:ea typeface="KaiTi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10" name="TextBox 14">
            <a:extLst>
              <a:ext uri="{FF2B5EF4-FFF2-40B4-BE49-F238E27FC236}">
                <a16:creationId xmlns:a16="http://schemas.microsoft.com/office/drawing/2014/main" id="{F0A1334A-5CAD-D249-95D4-8F7200837E77}"/>
              </a:ext>
            </a:extLst>
          </p:cNvPr>
          <p:cNvSpPr txBox="1"/>
          <p:nvPr>
            <p:custDataLst>
              <p:tags r:id="rId4"/>
            </p:custDataLst>
          </p:nvPr>
        </p:nvSpPr>
        <p:spPr>
          <a:xfrm>
            <a:off x="9112250" y="7543275"/>
            <a:ext cx="2362200" cy="64517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ct val="150000"/>
              </a:lnSpc>
              <a:buClrTx/>
              <a:buSzTx/>
              <a:buFontTx/>
            </a:pPr>
            <a:r>
              <a:rPr lang="en-US" altLang="zh-CN" sz="3200" dirty="0">
                <a:solidFill>
                  <a:srgbClr val="22232A"/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0</a:t>
            </a:r>
            <a:r>
              <a:rPr lang="zh-CN" altLang="en-US" sz="3200" dirty="0">
                <a:solidFill>
                  <a:srgbClr val="22232A"/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股</a:t>
            </a:r>
            <a:endParaRPr lang="en-US" altLang="zh-CN" sz="3200" dirty="0">
              <a:solidFill>
                <a:srgbClr val="22232A"/>
              </a:solidFill>
              <a:latin typeface="Times New Roman" panose="02020603050405020304" pitchFamily="18" charset="0"/>
              <a:ea typeface="KaiTi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11" name="TextBox 14">
            <a:extLst>
              <a:ext uri="{FF2B5EF4-FFF2-40B4-BE49-F238E27FC236}">
                <a16:creationId xmlns:a16="http://schemas.microsoft.com/office/drawing/2014/main" id="{9BF75692-D713-A946-B560-BB37A7A25291}"/>
              </a:ext>
            </a:extLst>
          </p:cNvPr>
          <p:cNvSpPr txBox="1"/>
          <p:nvPr>
            <p:custDataLst>
              <p:tags r:id="rId5"/>
            </p:custDataLst>
          </p:nvPr>
        </p:nvSpPr>
        <p:spPr>
          <a:xfrm>
            <a:off x="9087853" y="4647675"/>
            <a:ext cx="2362200" cy="64517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ct val="150000"/>
              </a:lnSpc>
              <a:buClrTx/>
              <a:buSzTx/>
              <a:buFontTx/>
            </a:pPr>
            <a:r>
              <a:rPr lang="en-US" altLang="zh-CN" sz="3200" dirty="0">
                <a:solidFill>
                  <a:srgbClr val="22232A"/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10</a:t>
            </a:r>
            <a:r>
              <a:rPr lang="zh-CN" altLang="en-US" sz="3200" dirty="0">
                <a:solidFill>
                  <a:srgbClr val="22232A"/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股</a:t>
            </a:r>
            <a:endParaRPr lang="en-US" altLang="zh-CN" sz="3200" dirty="0">
              <a:solidFill>
                <a:srgbClr val="22232A"/>
              </a:solidFill>
              <a:latin typeface="Times New Roman" panose="02020603050405020304" pitchFamily="18" charset="0"/>
              <a:ea typeface="KaiTi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12" name="TextBox 14">
            <a:extLst>
              <a:ext uri="{FF2B5EF4-FFF2-40B4-BE49-F238E27FC236}">
                <a16:creationId xmlns:a16="http://schemas.microsoft.com/office/drawing/2014/main" id="{75E488CB-649A-2440-B23C-F0A467BE1CF9}"/>
              </a:ext>
            </a:extLst>
          </p:cNvPr>
          <p:cNvSpPr txBox="1"/>
          <p:nvPr>
            <p:custDataLst>
              <p:tags r:id="rId6"/>
            </p:custDataLst>
          </p:nvPr>
        </p:nvSpPr>
        <p:spPr>
          <a:xfrm>
            <a:off x="9087853" y="1752075"/>
            <a:ext cx="2362200" cy="64517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ct val="150000"/>
              </a:lnSpc>
              <a:buClrTx/>
              <a:buSzTx/>
              <a:buFontTx/>
            </a:pPr>
            <a:r>
              <a:rPr lang="en-US" altLang="zh-CN" sz="3200" dirty="0">
                <a:solidFill>
                  <a:srgbClr val="22232A"/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20</a:t>
            </a:r>
            <a:r>
              <a:rPr lang="zh-CN" altLang="en-US" sz="3200" dirty="0">
                <a:solidFill>
                  <a:srgbClr val="22232A"/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股</a:t>
            </a:r>
            <a:endParaRPr lang="en-US" altLang="zh-CN" sz="3200" dirty="0">
              <a:solidFill>
                <a:srgbClr val="22232A"/>
              </a:solidFill>
              <a:latin typeface="Times New Roman" panose="02020603050405020304" pitchFamily="18" charset="0"/>
              <a:ea typeface="KaiTi" panose="02010609060101010101" pitchFamily="49" charset="-122"/>
              <a:cs typeface="Times New Roman" panose="02020603050405020304" pitchFamily="18" charset="0"/>
            </a:endParaRPr>
          </a:p>
        </p:txBody>
      </p:sp>
      <p:cxnSp>
        <p:nvCxnSpPr>
          <p:cNvPr id="13" name="直线箭头连接符 12">
            <a:extLst>
              <a:ext uri="{FF2B5EF4-FFF2-40B4-BE49-F238E27FC236}">
                <a16:creationId xmlns:a16="http://schemas.microsoft.com/office/drawing/2014/main" id="{46D98ABC-EB0F-C04F-AFC0-64D43EA52976}"/>
              </a:ext>
            </a:extLst>
          </p:cNvPr>
          <p:cNvCxnSpPr/>
          <p:nvPr/>
        </p:nvCxnSpPr>
        <p:spPr>
          <a:xfrm>
            <a:off x="13030200" y="2397252"/>
            <a:ext cx="2057400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直线箭头连接符 14">
            <a:extLst>
              <a:ext uri="{FF2B5EF4-FFF2-40B4-BE49-F238E27FC236}">
                <a16:creationId xmlns:a16="http://schemas.microsoft.com/office/drawing/2014/main" id="{BD63F0ED-34DE-C145-92ED-7441F227C138}"/>
              </a:ext>
            </a:extLst>
          </p:cNvPr>
          <p:cNvCxnSpPr/>
          <p:nvPr/>
        </p:nvCxnSpPr>
        <p:spPr>
          <a:xfrm flipV="1">
            <a:off x="13030200" y="2933700"/>
            <a:ext cx="1981200" cy="190500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直线箭头连接符 16">
            <a:extLst>
              <a:ext uri="{FF2B5EF4-FFF2-40B4-BE49-F238E27FC236}">
                <a16:creationId xmlns:a16="http://schemas.microsoft.com/office/drawing/2014/main" id="{1A34B10B-7B1B-714E-8087-3D0E264882F6}"/>
              </a:ext>
            </a:extLst>
          </p:cNvPr>
          <p:cNvCxnSpPr>
            <a:cxnSpLocks/>
          </p:cNvCxnSpPr>
          <p:nvPr/>
        </p:nvCxnSpPr>
        <p:spPr>
          <a:xfrm>
            <a:off x="12801600" y="5133339"/>
            <a:ext cx="2286000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直线箭头连接符 18">
            <a:extLst>
              <a:ext uri="{FF2B5EF4-FFF2-40B4-BE49-F238E27FC236}">
                <a16:creationId xmlns:a16="http://schemas.microsoft.com/office/drawing/2014/main" id="{BDCCE0EB-945B-B847-A144-0BB78523A0AE}"/>
              </a:ext>
            </a:extLst>
          </p:cNvPr>
          <p:cNvCxnSpPr/>
          <p:nvPr/>
        </p:nvCxnSpPr>
        <p:spPr>
          <a:xfrm>
            <a:off x="13182600" y="5600700"/>
            <a:ext cx="1676400" cy="1942575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直线箭头连接符 20">
            <a:extLst>
              <a:ext uri="{FF2B5EF4-FFF2-40B4-BE49-F238E27FC236}">
                <a16:creationId xmlns:a16="http://schemas.microsoft.com/office/drawing/2014/main" id="{E2B81FC5-1D22-904F-BA40-5B2FA036F53C}"/>
              </a:ext>
            </a:extLst>
          </p:cNvPr>
          <p:cNvCxnSpPr>
            <a:cxnSpLocks/>
          </p:cNvCxnSpPr>
          <p:nvPr/>
        </p:nvCxnSpPr>
        <p:spPr>
          <a:xfrm>
            <a:off x="12801600" y="7889748"/>
            <a:ext cx="2209800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直线箭头连接符 24">
            <a:extLst>
              <a:ext uri="{FF2B5EF4-FFF2-40B4-BE49-F238E27FC236}">
                <a16:creationId xmlns:a16="http://schemas.microsoft.com/office/drawing/2014/main" id="{399329B8-8BE4-2641-8868-C9AD502CA014}"/>
              </a:ext>
            </a:extLst>
          </p:cNvPr>
          <p:cNvCxnSpPr/>
          <p:nvPr/>
        </p:nvCxnSpPr>
        <p:spPr>
          <a:xfrm>
            <a:off x="12954000" y="2933700"/>
            <a:ext cx="2057400" cy="1713975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直线箭头连接符 28">
            <a:extLst>
              <a:ext uri="{FF2B5EF4-FFF2-40B4-BE49-F238E27FC236}">
                <a16:creationId xmlns:a16="http://schemas.microsoft.com/office/drawing/2014/main" id="{9B9F23BD-F9A6-DA44-86BA-8709652B0C02}"/>
              </a:ext>
            </a:extLst>
          </p:cNvPr>
          <p:cNvCxnSpPr>
            <a:cxnSpLocks/>
          </p:cNvCxnSpPr>
          <p:nvPr/>
        </p:nvCxnSpPr>
        <p:spPr>
          <a:xfrm flipV="1">
            <a:off x="12801600" y="5654557"/>
            <a:ext cx="2057400" cy="1906006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8486291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3"/>
          <p:cNvGrpSpPr/>
          <p:nvPr/>
        </p:nvGrpSpPr>
        <p:grpSpPr>
          <a:xfrm>
            <a:off x="685821" y="723971"/>
            <a:ext cx="16852858" cy="8818737"/>
            <a:chOff x="0" y="0"/>
            <a:chExt cx="3657498" cy="1913890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3657498" cy="1913890"/>
            </a:xfrm>
            <a:custGeom>
              <a:avLst/>
              <a:gdLst/>
              <a:ahLst/>
              <a:cxnLst/>
              <a:rect l="l" t="t" r="r" b="b"/>
              <a:pathLst>
                <a:path w="3657498" h="1913890">
                  <a:moveTo>
                    <a:pt x="3533038" y="1913890"/>
                  </a:moveTo>
                  <a:lnTo>
                    <a:pt x="124460" y="1913890"/>
                  </a:lnTo>
                  <a:cubicBezTo>
                    <a:pt x="55880" y="1913890"/>
                    <a:pt x="0" y="1858010"/>
                    <a:pt x="0" y="1789430"/>
                  </a:cubicBezTo>
                  <a:lnTo>
                    <a:pt x="0" y="124460"/>
                  </a:lnTo>
                  <a:cubicBezTo>
                    <a:pt x="0" y="55880"/>
                    <a:pt x="55880" y="0"/>
                    <a:pt x="124460" y="0"/>
                  </a:cubicBezTo>
                  <a:lnTo>
                    <a:pt x="3533038" y="0"/>
                  </a:lnTo>
                  <a:cubicBezTo>
                    <a:pt x="3601618" y="0"/>
                    <a:pt x="3657498" y="55880"/>
                    <a:pt x="3657498" y="124460"/>
                  </a:cubicBezTo>
                  <a:lnTo>
                    <a:pt x="3657498" y="1789430"/>
                  </a:lnTo>
                  <a:cubicBezTo>
                    <a:pt x="3657498" y="1858010"/>
                    <a:pt x="3601618" y="1913890"/>
                    <a:pt x="3533038" y="191389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</p:grpSp>
      <p:sp>
        <p:nvSpPr>
          <p:cNvPr id="2" name="文本框 1"/>
          <p:cNvSpPr txBox="1"/>
          <p:nvPr/>
        </p:nvSpPr>
        <p:spPr>
          <a:xfrm>
            <a:off x="1905000" y="60352"/>
            <a:ext cx="60960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600" dirty="0">
                <a:solidFill>
                  <a:schemeClr val="accent1">
                    <a:lumMod val="75000"/>
                  </a:schemeClr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动态规划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14">
                <a:extLst>
                  <a:ext uri="{FF2B5EF4-FFF2-40B4-BE49-F238E27FC236}">
                    <a16:creationId xmlns:a16="http://schemas.microsoft.com/office/drawing/2014/main" id="{A9EAF641-3245-F440-B809-872F92BEDED9}"/>
                  </a:ext>
                </a:extLst>
              </p:cNvPr>
              <p:cNvSpPr txBox="1"/>
              <p:nvPr>
                <p:custDataLst>
                  <p:tags r:id="rId1"/>
                </p:custDataLst>
              </p:nvPr>
            </p:nvSpPr>
            <p:spPr>
              <a:xfrm>
                <a:off x="1066800" y="1333500"/>
                <a:ext cx="8630653" cy="7014869"/>
              </a:xfrm>
              <a:prstGeom prst="rect">
                <a:avLst/>
              </a:prstGeom>
            </p:spPr>
            <p:txBody>
              <a:bodyPr wrap="square" lIns="0" tIns="0" rIns="0" bIns="0" rtlCol="0" anchor="t">
                <a:spAutoFit/>
              </a:bodyPr>
              <a:lstStyle/>
              <a:p>
                <a:pPr algn="just">
                  <a:lnSpc>
                    <a:spcPct val="150000"/>
                  </a:lnSpc>
                  <a:buClrTx/>
                  <a:buSzTx/>
                  <a:buFontTx/>
                </a:pPr>
                <a:r>
                  <a:rPr lang="zh-CN" altLang="en-US" sz="3200" dirty="0">
                    <a:solidFill>
                      <a:srgbClr val="22232A"/>
                    </a:solidFill>
                    <a:latin typeface="Times New Roman" panose="02020603050405020304" pitchFamily="18" charset="0"/>
                    <a:ea typeface="KaiTi" panose="02010609060101010101" pitchFamily="49" charset="-122"/>
                    <a:cs typeface="Times New Roman" panose="02020603050405020304" pitchFamily="18" charset="0"/>
                  </a:rPr>
                  <a:t>法</a:t>
                </a:r>
                <a:r>
                  <a:rPr lang="en-US" altLang="zh-CN" sz="3200" dirty="0">
                    <a:solidFill>
                      <a:srgbClr val="22232A"/>
                    </a:solidFill>
                    <a:latin typeface="Times New Roman" panose="02020603050405020304" pitchFamily="18" charset="0"/>
                    <a:ea typeface="KaiTi" panose="02010609060101010101" pitchFamily="49" charset="-122"/>
                    <a:cs typeface="Times New Roman" panose="02020603050405020304" pitchFamily="18" charset="0"/>
                  </a:rPr>
                  <a:t>1:</a:t>
                </a:r>
                <a:r>
                  <a:rPr lang="zh-CN" altLang="en-US" sz="3200" dirty="0">
                    <a:solidFill>
                      <a:srgbClr val="22232A"/>
                    </a:solidFill>
                    <a:latin typeface="Times New Roman" panose="02020603050405020304" pitchFamily="18" charset="0"/>
                    <a:ea typeface="KaiTi" panose="02010609060101010101" pitchFamily="49" charset="-122"/>
                    <a:cs typeface="Times New Roman" panose="02020603050405020304" pitchFamily="18" charset="0"/>
                  </a:rPr>
                  <a:t>考虑以每天的总资产（现金</a:t>
                </a:r>
                <a:r>
                  <a:rPr lang="en-US" altLang="zh-CN" sz="3200" dirty="0">
                    <a:solidFill>
                      <a:srgbClr val="22232A"/>
                    </a:solidFill>
                    <a:latin typeface="Times New Roman" panose="02020603050405020304" pitchFamily="18" charset="0"/>
                    <a:ea typeface="KaiTi" panose="02010609060101010101" pitchFamily="49" charset="-122"/>
                    <a:cs typeface="Times New Roman" panose="02020603050405020304" pitchFamily="18" charset="0"/>
                  </a:rPr>
                  <a:t>+</a:t>
                </a:r>
                <a:r>
                  <a:rPr lang="zh-CN" altLang="en-US" sz="3200" dirty="0">
                    <a:solidFill>
                      <a:srgbClr val="22232A"/>
                    </a:solidFill>
                    <a:latin typeface="Times New Roman" panose="02020603050405020304" pitchFamily="18" charset="0"/>
                    <a:ea typeface="KaiTi" panose="02010609060101010101" pitchFamily="49" charset="-122"/>
                    <a:cs typeface="Times New Roman" panose="02020603050405020304" pitchFamily="18" charset="0"/>
                  </a:rPr>
                  <a:t>股票价值）作</a:t>
                </a:r>
                <a:endParaRPr lang="en-US" altLang="zh-CN" sz="3200" dirty="0">
                  <a:solidFill>
                    <a:srgbClr val="22232A"/>
                  </a:solidFill>
                  <a:latin typeface="Times New Roman" panose="02020603050405020304" pitchFamily="18" charset="0"/>
                  <a:ea typeface="KaiTi" panose="02010609060101010101" pitchFamily="49" charset="-122"/>
                  <a:cs typeface="Times New Roman" panose="02020603050405020304" pitchFamily="18" charset="0"/>
                </a:endParaRPr>
              </a:p>
              <a:p>
                <a:pPr algn="just">
                  <a:lnSpc>
                    <a:spcPct val="150000"/>
                  </a:lnSpc>
                  <a:buClrTx/>
                  <a:buSzTx/>
                  <a:buFontTx/>
                </a:pPr>
                <a:r>
                  <a:rPr lang="zh-CN" altLang="en-US" sz="3200" dirty="0">
                    <a:solidFill>
                      <a:srgbClr val="22232A"/>
                    </a:solidFill>
                    <a:latin typeface="Times New Roman" panose="02020603050405020304" pitchFamily="18" charset="0"/>
                    <a:ea typeface="KaiTi" panose="02010609060101010101" pitchFamily="49" charset="-122"/>
                    <a:cs typeface="Times New Roman" panose="02020603050405020304" pitchFamily="18" charset="0"/>
                  </a:rPr>
                  <a:t>为</a:t>
                </a:r>
                <a:r>
                  <a:rPr lang="en-US" altLang="zh-CN" sz="3200" dirty="0">
                    <a:solidFill>
                      <a:srgbClr val="22232A"/>
                    </a:solidFill>
                    <a:latin typeface="Times New Roman" panose="02020603050405020304" pitchFamily="18" charset="0"/>
                    <a:ea typeface="KaiTi" panose="02010609060101010101" pitchFamily="49" charset="-122"/>
                    <a:cs typeface="Times New Roman" panose="02020603050405020304" pitchFamily="18" charset="0"/>
                  </a:rPr>
                  <a:t>DP</a:t>
                </a:r>
                <a:r>
                  <a:rPr lang="zh-CN" altLang="en-US" sz="3200" dirty="0">
                    <a:solidFill>
                      <a:srgbClr val="22232A"/>
                    </a:solidFill>
                    <a:latin typeface="Times New Roman" panose="02020603050405020304" pitchFamily="18" charset="0"/>
                    <a:ea typeface="KaiTi" panose="02010609060101010101" pitchFamily="49" charset="-122"/>
                    <a:cs typeface="Times New Roman" panose="02020603050405020304" pitchFamily="18" charset="0"/>
                  </a:rPr>
                  <a:t>函数。</a:t>
                </a:r>
                <a:r>
                  <a:rPr lang="en-US" altLang="zh-CN" sz="3200" dirty="0">
                    <a:solidFill>
                      <a:srgbClr val="22232A"/>
                    </a:solidFill>
                    <a:latin typeface="Times New Roman" panose="02020603050405020304" pitchFamily="18" charset="0"/>
                    <a:ea typeface="KaiTi" panose="02010609060101010101" pitchFamily="49" charset="-122"/>
                    <a:cs typeface="Times New Roman" panose="02020603050405020304" pitchFamily="18" charset="0"/>
                  </a:rPr>
                  <a:t>All[</a:t>
                </a:r>
                <a:r>
                  <a:rPr lang="en-US" altLang="zh-CN" sz="3200" dirty="0" err="1">
                    <a:solidFill>
                      <a:srgbClr val="22232A"/>
                    </a:solidFill>
                    <a:latin typeface="Times New Roman" panose="02020603050405020304" pitchFamily="18" charset="0"/>
                    <a:ea typeface="KaiTi" panose="02010609060101010101" pitchFamily="49" charset="-122"/>
                    <a:cs typeface="Times New Roman" panose="02020603050405020304" pitchFamily="18" charset="0"/>
                  </a:rPr>
                  <a:t>i</a:t>
                </a:r>
                <a:r>
                  <a:rPr lang="en-US" altLang="zh-CN" sz="3200" dirty="0">
                    <a:solidFill>
                      <a:srgbClr val="22232A"/>
                    </a:solidFill>
                    <a:latin typeface="Times New Roman" panose="02020603050405020304" pitchFamily="18" charset="0"/>
                    <a:ea typeface="KaiTi" panose="02010609060101010101" pitchFamily="49" charset="-122"/>
                    <a:cs typeface="Times New Roman" panose="02020603050405020304" pitchFamily="18" charset="0"/>
                  </a:rPr>
                  <a:t>][n]=</a:t>
                </a:r>
                <a:r>
                  <a:rPr lang="zh-CN" altLang="en-US" sz="3200" dirty="0">
                    <a:solidFill>
                      <a:srgbClr val="22232A"/>
                    </a:solidFill>
                    <a:latin typeface="Times New Roman" panose="02020603050405020304" pitchFamily="18" charset="0"/>
                    <a:ea typeface="KaiTi" panose="02010609060101010101" pitchFamily="49" charset="-122"/>
                    <a:cs typeface="Times New Roman" panose="02020603050405020304" pitchFamily="18" charset="0"/>
                  </a:rPr>
                  <a:t>第</a:t>
                </a:r>
                <a:r>
                  <a:rPr lang="en-US" altLang="zh-CN" sz="3200" dirty="0" err="1">
                    <a:solidFill>
                      <a:srgbClr val="22232A"/>
                    </a:solidFill>
                    <a:latin typeface="Times New Roman" panose="02020603050405020304" pitchFamily="18" charset="0"/>
                    <a:ea typeface="KaiTi" panose="02010609060101010101" pitchFamily="49" charset="-122"/>
                    <a:cs typeface="Times New Roman" panose="02020603050405020304" pitchFamily="18" charset="0"/>
                  </a:rPr>
                  <a:t>i</a:t>
                </a:r>
                <a:r>
                  <a:rPr lang="zh-CN" altLang="en-US" sz="3200" dirty="0">
                    <a:solidFill>
                      <a:srgbClr val="22232A"/>
                    </a:solidFill>
                    <a:latin typeface="Times New Roman" panose="02020603050405020304" pitchFamily="18" charset="0"/>
                    <a:ea typeface="KaiTi" panose="02010609060101010101" pitchFamily="49" charset="-122"/>
                    <a:cs typeface="Times New Roman" panose="02020603050405020304" pitchFamily="18" charset="0"/>
                  </a:rPr>
                  <a:t>天持</a:t>
                </a:r>
                <a:r>
                  <a:rPr lang="en-US" altLang="zh-CN" sz="3200" dirty="0">
                    <a:solidFill>
                      <a:srgbClr val="22232A"/>
                    </a:solidFill>
                    <a:latin typeface="Times New Roman" panose="02020603050405020304" pitchFamily="18" charset="0"/>
                    <a:ea typeface="KaiTi" panose="02010609060101010101" pitchFamily="49" charset="-122"/>
                    <a:cs typeface="Times New Roman" panose="02020603050405020304" pitchFamily="18" charset="0"/>
                  </a:rPr>
                  <a:t>n</a:t>
                </a:r>
                <a:r>
                  <a:rPr lang="zh-CN" altLang="en-US" sz="3200" dirty="0">
                    <a:solidFill>
                      <a:srgbClr val="22232A"/>
                    </a:solidFill>
                    <a:latin typeface="Times New Roman" panose="02020603050405020304" pitchFamily="18" charset="0"/>
                    <a:ea typeface="KaiTi" panose="02010609060101010101" pitchFamily="49" charset="-122"/>
                    <a:cs typeface="Times New Roman" panose="02020603050405020304" pitchFamily="18" charset="0"/>
                  </a:rPr>
                  <a:t>股的最大总资产。</a:t>
                </a:r>
                <a:endParaRPr lang="en-US" altLang="zh-CN" sz="3200" dirty="0">
                  <a:solidFill>
                    <a:srgbClr val="22232A"/>
                  </a:solidFill>
                  <a:latin typeface="Times New Roman" panose="02020603050405020304" pitchFamily="18" charset="0"/>
                  <a:ea typeface="KaiTi" panose="02010609060101010101" pitchFamily="49" charset="-122"/>
                  <a:cs typeface="Times New Roman" panose="02020603050405020304" pitchFamily="18" charset="0"/>
                </a:endParaRPr>
              </a:p>
              <a:p>
                <a:pPr algn="just">
                  <a:lnSpc>
                    <a:spcPct val="150000"/>
                  </a:lnSpc>
                  <a:buClrTx/>
                  <a:buSzTx/>
                  <a:buFontTx/>
                </a:pPr>
                <a:endParaRPr lang="en-US" altLang="zh-CN" sz="3200" dirty="0">
                  <a:solidFill>
                    <a:srgbClr val="22232A"/>
                  </a:solidFill>
                  <a:latin typeface="Times New Roman" panose="02020603050405020304" pitchFamily="18" charset="0"/>
                  <a:ea typeface="KaiTi" panose="02010609060101010101" pitchFamily="49" charset="-122"/>
                  <a:cs typeface="Times New Roman" panose="02020603050405020304" pitchFamily="18" charset="0"/>
                </a:endParaRPr>
              </a:p>
              <a:p>
                <a:pPr algn="just">
                  <a:lnSpc>
                    <a:spcPct val="150000"/>
                  </a:lnSpc>
                  <a:buClrTx/>
                  <a:buSzTx/>
                  <a:buFontTx/>
                </a:pPr>
                <a:r>
                  <a:rPr lang="zh-CN" altLang="en-US" sz="3200" dirty="0">
                    <a:solidFill>
                      <a:srgbClr val="22232A"/>
                    </a:solidFill>
                    <a:latin typeface="Times New Roman" panose="02020603050405020304" pitchFamily="18" charset="0"/>
                    <a:ea typeface="KaiTi" panose="02010609060101010101" pitchFamily="49" charset="-122"/>
                    <a:cs typeface="Times New Roman" panose="02020603050405020304" pitchFamily="18" charset="0"/>
                  </a:rPr>
                  <a:t>则有：</a:t>
                </a:r>
                <a:r>
                  <a:rPr lang="en-US" altLang="zh-CN" sz="3200" dirty="0">
                    <a:solidFill>
                      <a:srgbClr val="22232A"/>
                    </a:solidFill>
                    <a:latin typeface="Times New Roman" panose="02020603050405020304" pitchFamily="18" charset="0"/>
                    <a:ea typeface="KaiTi" panose="02010609060101010101" pitchFamily="49" charset="-122"/>
                    <a:cs typeface="Times New Roman" panose="02020603050405020304" pitchFamily="18" charset="0"/>
                  </a:rPr>
                  <a:t>All[</a:t>
                </a:r>
                <a:r>
                  <a:rPr lang="en-US" altLang="zh-CN" sz="3200" dirty="0" err="1">
                    <a:solidFill>
                      <a:srgbClr val="22232A"/>
                    </a:solidFill>
                    <a:latin typeface="Times New Roman" panose="02020603050405020304" pitchFamily="18" charset="0"/>
                    <a:ea typeface="KaiTi" panose="02010609060101010101" pitchFamily="49" charset="-122"/>
                    <a:cs typeface="Times New Roman" panose="02020603050405020304" pitchFamily="18" charset="0"/>
                  </a:rPr>
                  <a:t>i</a:t>
                </a:r>
                <a:r>
                  <a:rPr lang="en-US" altLang="zh-CN" sz="3200" dirty="0">
                    <a:solidFill>
                      <a:srgbClr val="22232A"/>
                    </a:solidFill>
                    <a:latin typeface="Times New Roman" panose="02020603050405020304" pitchFamily="18" charset="0"/>
                    <a:ea typeface="KaiTi" panose="02010609060101010101" pitchFamily="49" charset="-122"/>
                    <a:cs typeface="Times New Roman" panose="02020603050405020304" pitchFamily="18" charset="0"/>
                  </a:rPr>
                  <a:t>][n]=</a:t>
                </a:r>
              </a:p>
              <a:p>
                <a:pPr algn="just">
                  <a:lnSpc>
                    <a:spcPct val="150000"/>
                  </a:lnSpc>
                  <a:buClrTx/>
                  <a:buSzTx/>
                  <a:buFontTx/>
                </a:pPr>
                <a14:m>
                  <m:oMath xmlns:m="http://schemas.openxmlformats.org/officeDocument/2006/math">
                    <m:limLow>
                      <m:limLowPr>
                        <m:ctrlPr>
                          <a:rPr lang="en-US" altLang="zh-CN" sz="3200" b="0" i="1" dirty="0" smtClean="0">
                            <a:solidFill>
                              <a:srgbClr val="22232A"/>
                            </a:solidFill>
                            <a:latin typeface="Cambria Math" panose="02040503050406030204" pitchFamily="18" charset="0"/>
                            <a:ea typeface="KaiTi" panose="02010609060101010101" pitchFamily="49" charset="-122"/>
                            <a:cs typeface="Times New Roman" panose="02020603050405020304" pitchFamily="18" charset="0"/>
                          </a:rPr>
                        </m:ctrlPr>
                      </m:limLowPr>
                      <m:e>
                        <m:r>
                          <m:rPr>
                            <m:sty m:val="p"/>
                          </m:rPr>
                          <a:rPr lang="en-US" altLang="zh-CN" sz="3200" i="0" dirty="0" smtClean="0">
                            <a:solidFill>
                              <a:srgbClr val="22232A"/>
                            </a:solidFill>
                            <a:latin typeface="Cambria Math" panose="02040503050406030204" pitchFamily="18" charset="0"/>
                            <a:ea typeface="KaiTi" panose="02010609060101010101" pitchFamily="49" charset="-122"/>
                            <a:cs typeface="Times New Roman" panose="02020603050405020304" pitchFamily="18" charset="0"/>
                          </a:rPr>
                          <m:t>max</m:t>
                        </m:r>
                      </m:e>
                      <m:lim>
                        <m:r>
                          <a:rPr lang="en-US" altLang="zh-CN" sz="3200" b="0" i="1" dirty="0" smtClean="0">
                            <a:solidFill>
                              <a:srgbClr val="22232A"/>
                            </a:solidFill>
                            <a:latin typeface="Cambria Math" panose="02040503050406030204" pitchFamily="18" charset="0"/>
                            <a:ea typeface="KaiTi" panose="02010609060101010101" pitchFamily="49" charset="-122"/>
                            <a:cs typeface="Times New Roman" panose="02020603050405020304" pitchFamily="18" charset="0"/>
                          </a:rPr>
                          <m:t>𝑚</m:t>
                        </m:r>
                      </m:lim>
                    </m:limLow>
                    <m:r>
                      <a:rPr lang="zh-CN" altLang="en-US" sz="3200" i="1" dirty="0" smtClean="0">
                        <a:solidFill>
                          <a:srgbClr val="22232A"/>
                        </a:solidFill>
                        <a:latin typeface="Cambria Math" panose="02040503050406030204" pitchFamily="18" charset="0"/>
                        <a:ea typeface="KaiTi" panose="02010609060101010101" pitchFamily="49" charset="-122"/>
                        <a:cs typeface="Times New Roman" panose="02020603050405020304" pitchFamily="18" charset="0"/>
                      </a:rPr>
                      <m:t>⁡</m:t>
                    </m:r>
                  </m:oMath>
                </a14:m>
                <a:r>
                  <a:rPr lang="en-US" altLang="zh-CN" sz="3200" dirty="0">
                    <a:solidFill>
                      <a:srgbClr val="22232A"/>
                    </a:solidFill>
                    <a:latin typeface="Times New Roman" panose="02020603050405020304" pitchFamily="18" charset="0"/>
                    <a:ea typeface="KaiTi" panose="02010609060101010101" pitchFamily="49" charset="-122"/>
                    <a:cs typeface="Times New Roman" panose="02020603050405020304" pitchFamily="18" charset="0"/>
                  </a:rPr>
                  <a:t>{All[i-1][m]+m*Prices[</a:t>
                </a:r>
                <a:r>
                  <a:rPr lang="en-US" altLang="zh-CN" sz="3200" dirty="0" err="1">
                    <a:solidFill>
                      <a:srgbClr val="22232A"/>
                    </a:solidFill>
                    <a:latin typeface="Times New Roman" panose="02020603050405020304" pitchFamily="18" charset="0"/>
                    <a:ea typeface="KaiTi" panose="02010609060101010101" pitchFamily="49" charset="-122"/>
                    <a:cs typeface="Times New Roman" panose="02020603050405020304" pitchFamily="18" charset="0"/>
                  </a:rPr>
                  <a:t>i</a:t>
                </a:r>
                <a:r>
                  <a:rPr lang="en-US" altLang="zh-CN" sz="3200" dirty="0">
                    <a:solidFill>
                      <a:srgbClr val="22232A"/>
                    </a:solidFill>
                    <a:latin typeface="Times New Roman" panose="02020603050405020304" pitchFamily="18" charset="0"/>
                    <a:ea typeface="KaiTi" panose="02010609060101010101" pitchFamily="49" charset="-122"/>
                    <a:cs typeface="Times New Roman" panose="02020603050405020304" pitchFamily="18" charset="0"/>
                  </a:rPr>
                  <a:t>]-m*Prices[i-1]</a:t>
                </a:r>
              </a:p>
              <a:p>
                <a:pPr algn="just">
                  <a:lnSpc>
                    <a:spcPct val="150000"/>
                  </a:lnSpc>
                  <a:buClrTx/>
                  <a:buSzTx/>
                  <a:buFontTx/>
                </a:pPr>
                <a:r>
                  <a:rPr lang="en-US" altLang="zh-CN" sz="3200" dirty="0">
                    <a:solidFill>
                      <a:srgbClr val="22232A"/>
                    </a:solidFill>
                    <a:latin typeface="Times New Roman" panose="02020603050405020304" pitchFamily="18" charset="0"/>
                    <a:ea typeface="KaiTi" panose="02010609060101010101" pitchFamily="49" charset="-122"/>
                    <a:cs typeface="Times New Roman" panose="02020603050405020304" pitchFamily="18" charset="0"/>
                  </a:rPr>
                  <a:t>-|n-m|*fee},where |n-m|≤10</a:t>
                </a:r>
              </a:p>
              <a:p>
                <a:pPr algn="just">
                  <a:lnSpc>
                    <a:spcPct val="150000"/>
                  </a:lnSpc>
                  <a:buClrTx/>
                  <a:buSzTx/>
                  <a:buFontTx/>
                </a:pPr>
                <a:endParaRPr lang="en-US" altLang="zh-CN" sz="3200" dirty="0">
                  <a:solidFill>
                    <a:srgbClr val="22232A"/>
                  </a:solidFill>
                  <a:latin typeface="Times New Roman" panose="02020603050405020304" pitchFamily="18" charset="0"/>
                  <a:ea typeface="KaiTi" panose="02010609060101010101" pitchFamily="49" charset="-122"/>
                  <a:cs typeface="Times New Roman" panose="02020603050405020304" pitchFamily="18" charset="0"/>
                </a:endParaRPr>
              </a:p>
              <a:p>
                <a:pPr algn="just">
                  <a:lnSpc>
                    <a:spcPct val="150000"/>
                  </a:lnSpc>
                  <a:buClrTx/>
                  <a:buSzTx/>
                  <a:buFontTx/>
                </a:pPr>
                <a:r>
                  <a:rPr lang="zh-CN" altLang="en-US" sz="3200" dirty="0">
                    <a:solidFill>
                      <a:srgbClr val="22232A"/>
                    </a:solidFill>
                    <a:latin typeface="Times New Roman" panose="02020603050405020304" pitchFamily="18" charset="0"/>
                    <a:ea typeface="KaiTi" panose="02010609060101010101" pitchFamily="49" charset="-122"/>
                    <a:cs typeface="Times New Roman" panose="02020603050405020304" pitchFamily="18" charset="0"/>
                  </a:rPr>
                  <a:t>最后，求</a:t>
                </a:r>
                <a14:m>
                  <m:oMath xmlns:m="http://schemas.openxmlformats.org/officeDocument/2006/math">
                    <m:limLow>
                      <m:limLowPr>
                        <m:ctrlPr>
                          <a:rPr lang="en-US" altLang="zh-CN" sz="3200" b="0" i="1" dirty="0" smtClean="0">
                            <a:solidFill>
                              <a:srgbClr val="22232A"/>
                            </a:solidFill>
                            <a:latin typeface="Cambria Math" panose="02040503050406030204" pitchFamily="18" charset="0"/>
                            <a:ea typeface="KaiTi" panose="02010609060101010101" pitchFamily="49" charset="-122"/>
                            <a:cs typeface="Times New Roman" panose="02020603050405020304" pitchFamily="18" charset="0"/>
                          </a:rPr>
                        </m:ctrlPr>
                      </m:limLowPr>
                      <m:e>
                        <m:r>
                          <m:rPr>
                            <m:sty m:val="p"/>
                          </m:rPr>
                          <a:rPr lang="en-US" altLang="zh-CN" sz="3200" i="0" dirty="0" smtClean="0">
                            <a:solidFill>
                              <a:srgbClr val="22232A"/>
                            </a:solidFill>
                            <a:latin typeface="Cambria Math" panose="02040503050406030204" pitchFamily="18" charset="0"/>
                            <a:ea typeface="KaiTi" panose="02010609060101010101" pitchFamily="49" charset="-122"/>
                            <a:cs typeface="Times New Roman" panose="02020603050405020304" pitchFamily="18" charset="0"/>
                          </a:rPr>
                          <m:t>max</m:t>
                        </m:r>
                      </m:e>
                      <m:lim>
                        <m:r>
                          <a:rPr lang="en-US" altLang="zh-CN" sz="3200" b="0" i="1" dirty="0" smtClean="0">
                            <a:solidFill>
                              <a:srgbClr val="22232A"/>
                            </a:solidFill>
                            <a:latin typeface="Cambria Math" panose="02040503050406030204" pitchFamily="18" charset="0"/>
                            <a:ea typeface="KaiTi" panose="02010609060101010101" pitchFamily="49" charset="-122"/>
                            <a:cs typeface="Times New Roman" panose="02020603050405020304" pitchFamily="18" charset="0"/>
                          </a:rPr>
                          <m:t>𝑛</m:t>
                        </m:r>
                      </m:lim>
                    </m:limLow>
                    <m:r>
                      <a:rPr lang="zh-CN" altLang="en-US" sz="3200" i="1" dirty="0" smtClean="0">
                        <a:solidFill>
                          <a:srgbClr val="22232A"/>
                        </a:solidFill>
                        <a:latin typeface="Cambria Math" panose="02040503050406030204" pitchFamily="18" charset="0"/>
                        <a:ea typeface="KaiTi" panose="02010609060101010101" pitchFamily="49" charset="-122"/>
                        <a:cs typeface="Times New Roman" panose="02020603050405020304" pitchFamily="18" charset="0"/>
                      </a:rPr>
                      <m:t>⁡</m:t>
                    </m:r>
                  </m:oMath>
                </a14:m>
                <a:r>
                  <a:rPr lang="en-US" altLang="zh-CN" sz="3200" dirty="0">
                    <a:solidFill>
                      <a:srgbClr val="22232A"/>
                    </a:solidFill>
                    <a:latin typeface="Times New Roman" panose="02020603050405020304" pitchFamily="18" charset="0"/>
                    <a:ea typeface="KaiTi" panose="02010609060101010101" pitchFamily="49" charset="-122"/>
                    <a:cs typeface="Times New Roman" panose="02020603050405020304" pitchFamily="18" charset="0"/>
                  </a:rPr>
                  <a:t>All[N][n]</a:t>
                </a:r>
                <a:r>
                  <a:rPr lang="zh-CN" altLang="en-US" sz="3200" dirty="0">
                    <a:solidFill>
                      <a:srgbClr val="22232A"/>
                    </a:solidFill>
                    <a:latin typeface="Times New Roman" panose="02020603050405020304" pitchFamily="18" charset="0"/>
                    <a:ea typeface="KaiTi" panose="02010609060101010101" pitchFamily="49" charset="-122"/>
                    <a:cs typeface="Times New Roman" panose="02020603050405020304" pitchFamily="18" charset="0"/>
                  </a:rPr>
                  <a:t>即可。</a:t>
                </a:r>
                <a:endParaRPr lang="en-US" altLang="zh-CN" sz="3200" dirty="0">
                  <a:solidFill>
                    <a:srgbClr val="22232A"/>
                  </a:solidFill>
                  <a:latin typeface="Times New Roman" panose="02020603050405020304" pitchFamily="18" charset="0"/>
                  <a:ea typeface="KaiTi" panose="02010609060101010101" pitchFamily="49" charset="-122"/>
                  <a:cs typeface="Times New Roman" panose="02020603050405020304" pitchFamily="18" charset="0"/>
                </a:endParaRPr>
              </a:p>
              <a:p>
                <a:pPr algn="just">
                  <a:lnSpc>
                    <a:spcPct val="150000"/>
                  </a:lnSpc>
                  <a:buClrTx/>
                  <a:buSzTx/>
                  <a:buFontTx/>
                </a:pPr>
                <a:endParaRPr lang="en-US" altLang="zh-CN" sz="3200" dirty="0">
                  <a:solidFill>
                    <a:srgbClr val="22232A"/>
                  </a:solidFill>
                  <a:latin typeface="Times New Roman" panose="02020603050405020304" pitchFamily="18" charset="0"/>
                  <a:ea typeface="KaiTi" panose="02010609060101010101" pitchFamily="49" charset="-122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9" name="TextBox 14">
                <a:extLst>
                  <a:ext uri="{FF2B5EF4-FFF2-40B4-BE49-F238E27FC236}">
                    <a16:creationId xmlns:a16="http://schemas.microsoft.com/office/drawing/2014/main" id="{A9EAF641-3245-F440-B809-872F92BEDED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>
                <p:custDataLst>
                  <p:tags r:id="rId5"/>
                </p:custDataLst>
              </p:nvPr>
            </p:nvSpPr>
            <p:spPr>
              <a:xfrm>
                <a:off x="1066800" y="1333500"/>
                <a:ext cx="8630653" cy="7014869"/>
              </a:xfrm>
              <a:prstGeom prst="rect">
                <a:avLst/>
              </a:prstGeom>
              <a:blipFill>
                <a:blip r:embed="rId6"/>
                <a:stretch>
                  <a:fillRect l="-2941" r="-176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0" name="TextBox 14">
                <a:extLst>
                  <a:ext uri="{FF2B5EF4-FFF2-40B4-BE49-F238E27FC236}">
                    <a16:creationId xmlns:a16="http://schemas.microsoft.com/office/drawing/2014/main" id="{5DDDEB1B-A296-0242-9A01-8A362FB2342A}"/>
                  </a:ext>
                </a:extLst>
              </p:cNvPr>
              <p:cNvSpPr txBox="1"/>
              <p:nvPr>
                <p:custDataLst>
                  <p:tags r:id="rId2"/>
                </p:custDataLst>
              </p:nvPr>
            </p:nvSpPr>
            <p:spPr>
              <a:xfrm>
                <a:off x="9705920" y="1333500"/>
                <a:ext cx="8630653" cy="7014869"/>
              </a:xfrm>
              <a:prstGeom prst="rect">
                <a:avLst/>
              </a:prstGeom>
            </p:spPr>
            <p:txBody>
              <a:bodyPr wrap="square" lIns="0" tIns="0" rIns="0" bIns="0" rtlCol="0" anchor="t">
                <a:spAutoFit/>
              </a:bodyPr>
              <a:lstStyle/>
              <a:p>
                <a:pPr algn="just">
                  <a:lnSpc>
                    <a:spcPct val="150000"/>
                  </a:lnSpc>
                  <a:buClrTx/>
                  <a:buSzTx/>
                  <a:buFontTx/>
                </a:pPr>
                <a:r>
                  <a:rPr lang="zh-CN" altLang="en-US" sz="3200" dirty="0">
                    <a:solidFill>
                      <a:srgbClr val="22232A"/>
                    </a:solidFill>
                    <a:latin typeface="Times New Roman" panose="02020603050405020304" pitchFamily="18" charset="0"/>
                    <a:ea typeface="KaiTi" panose="02010609060101010101" pitchFamily="49" charset="-122"/>
                    <a:cs typeface="Times New Roman" panose="02020603050405020304" pitchFamily="18" charset="0"/>
                  </a:rPr>
                  <a:t>法</a:t>
                </a:r>
                <a:r>
                  <a:rPr lang="en-US" altLang="zh-CN" sz="3200" dirty="0">
                    <a:solidFill>
                      <a:srgbClr val="22232A"/>
                    </a:solidFill>
                    <a:latin typeface="Times New Roman" panose="02020603050405020304" pitchFamily="18" charset="0"/>
                    <a:ea typeface="KaiTi" panose="02010609060101010101" pitchFamily="49" charset="-122"/>
                    <a:cs typeface="Times New Roman" panose="02020603050405020304" pitchFamily="18" charset="0"/>
                  </a:rPr>
                  <a:t>2:</a:t>
                </a:r>
                <a:r>
                  <a:rPr lang="zh-CN" altLang="en-US" sz="3200" dirty="0">
                    <a:solidFill>
                      <a:srgbClr val="22232A"/>
                    </a:solidFill>
                    <a:latin typeface="Times New Roman" panose="02020603050405020304" pitchFamily="18" charset="0"/>
                    <a:ea typeface="KaiTi" panose="02010609060101010101" pitchFamily="49" charset="-122"/>
                    <a:cs typeface="Times New Roman" panose="02020603050405020304" pitchFamily="18" charset="0"/>
                  </a:rPr>
                  <a:t>考虑以每天的现金资产作为</a:t>
                </a:r>
                <a:r>
                  <a:rPr lang="en-US" altLang="zh-CN" sz="3200" dirty="0">
                    <a:solidFill>
                      <a:srgbClr val="22232A"/>
                    </a:solidFill>
                    <a:latin typeface="Times New Roman" panose="02020603050405020304" pitchFamily="18" charset="0"/>
                    <a:ea typeface="KaiTi" panose="02010609060101010101" pitchFamily="49" charset="-122"/>
                    <a:cs typeface="Times New Roman" panose="02020603050405020304" pitchFamily="18" charset="0"/>
                  </a:rPr>
                  <a:t>DP</a:t>
                </a:r>
                <a:r>
                  <a:rPr lang="zh-CN" altLang="en-US" sz="3200" dirty="0">
                    <a:solidFill>
                      <a:srgbClr val="22232A"/>
                    </a:solidFill>
                    <a:latin typeface="Times New Roman" panose="02020603050405020304" pitchFamily="18" charset="0"/>
                    <a:ea typeface="KaiTi" panose="02010609060101010101" pitchFamily="49" charset="-122"/>
                    <a:cs typeface="Times New Roman" panose="02020603050405020304" pitchFamily="18" charset="0"/>
                  </a:rPr>
                  <a:t>函数。</a:t>
                </a:r>
                <a:r>
                  <a:rPr lang="en-US" altLang="zh-CN" sz="3200" dirty="0">
                    <a:solidFill>
                      <a:srgbClr val="22232A"/>
                    </a:solidFill>
                    <a:latin typeface="Times New Roman" panose="02020603050405020304" pitchFamily="18" charset="0"/>
                    <a:ea typeface="KaiTi" panose="02010609060101010101" pitchFamily="49" charset="-122"/>
                    <a:cs typeface="Times New Roman" panose="02020603050405020304" pitchFamily="18" charset="0"/>
                  </a:rPr>
                  <a:t>Cash[</a:t>
                </a:r>
                <a:r>
                  <a:rPr lang="en-US" altLang="zh-CN" sz="3200" dirty="0" err="1">
                    <a:solidFill>
                      <a:srgbClr val="22232A"/>
                    </a:solidFill>
                    <a:latin typeface="Times New Roman" panose="02020603050405020304" pitchFamily="18" charset="0"/>
                    <a:ea typeface="KaiTi" panose="02010609060101010101" pitchFamily="49" charset="-122"/>
                    <a:cs typeface="Times New Roman" panose="02020603050405020304" pitchFamily="18" charset="0"/>
                  </a:rPr>
                  <a:t>i</a:t>
                </a:r>
                <a:r>
                  <a:rPr lang="en-US" altLang="zh-CN" sz="3200" dirty="0">
                    <a:solidFill>
                      <a:srgbClr val="22232A"/>
                    </a:solidFill>
                    <a:latin typeface="Times New Roman" panose="02020603050405020304" pitchFamily="18" charset="0"/>
                    <a:ea typeface="KaiTi" panose="02010609060101010101" pitchFamily="49" charset="-122"/>
                    <a:cs typeface="Times New Roman" panose="02020603050405020304" pitchFamily="18" charset="0"/>
                  </a:rPr>
                  <a:t>][n]=</a:t>
                </a:r>
                <a:r>
                  <a:rPr lang="zh-CN" altLang="en-US" sz="3200" dirty="0">
                    <a:solidFill>
                      <a:srgbClr val="22232A"/>
                    </a:solidFill>
                    <a:latin typeface="Times New Roman" panose="02020603050405020304" pitchFamily="18" charset="0"/>
                    <a:ea typeface="KaiTi" panose="02010609060101010101" pitchFamily="49" charset="-122"/>
                    <a:cs typeface="Times New Roman" panose="02020603050405020304" pitchFamily="18" charset="0"/>
                  </a:rPr>
                  <a:t>第</a:t>
                </a:r>
                <a:r>
                  <a:rPr lang="en-US" altLang="zh-CN" sz="3200" dirty="0" err="1">
                    <a:solidFill>
                      <a:srgbClr val="22232A"/>
                    </a:solidFill>
                    <a:latin typeface="Times New Roman" panose="02020603050405020304" pitchFamily="18" charset="0"/>
                    <a:ea typeface="KaiTi" panose="02010609060101010101" pitchFamily="49" charset="-122"/>
                    <a:cs typeface="Times New Roman" panose="02020603050405020304" pitchFamily="18" charset="0"/>
                  </a:rPr>
                  <a:t>i</a:t>
                </a:r>
                <a:r>
                  <a:rPr lang="zh-CN" altLang="en-US" sz="3200" dirty="0">
                    <a:solidFill>
                      <a:srgbClr val="22232A"/>
                    </a:solidFill>
                    <a:latin typeface="Times New Roman" panose="02020603050405020304" pitchFamily="18" charset="0"/>
                    <a:ea typeface="KaiTi" panose="02010609060101010101" pitchFamily="49" charset="-122"/>
                    <a:cs typeface="Times New Roman" panose="02020603050405020304" pitchFamily="18" charset="0"/>
                  </a:rPr>
                  <a:t>天持</a:t>
                </a:r>
                <a:r>
                  <a:rPr lang="en-US" altLang="zh-CN" sz="3200" dirty="0">
                    <a:solidFill>
                      <a:srgbClr val="22232A"/>
                    </a:solidFill>
                    <a:latin typeface="Times New Roman" panose="02020603050405020304" pitchFamily="18" charset="0"/>
                    <a:ea typeface="KaiTi" panose="02010609060101010101" pitchFamily="49" charset="-122"/>
                    <a:cs typeface="Times New Roman" panose="02020603050405020304" pitchFamily="18" charset="0"/>
                  </a:rPr>
                  <a:t>n</a:t>
                </a:r>
                <a:r>
                  <a:rPr lang="zh-CN" altLang="en-US" sz="3200" dirty="0">
                    <a:solidFill>
                      <a:srgbClr val="22232A"/>
                    </a:solidFill>
                    <a:latin typeface="Times New Roman" panose="02020603050405020304" pitchFamily="18" charset="0"/>
                    <a:ea typeface="KaiTi" panose="02010609060101010101" pitchFamily="49" charset="-122"/>
                    <a:cs typeface="Times New Roman" panose="02020603050405020304" pitchFamily="18" charset="0"/>
                  </a:rPr>
                  <a:t>股的最大现金资产。</a:t>
                </a:r>
                <a:endParaRPr lang="en-US" altLang="zh-CN" sz="3200" dirty="0">
                  <a:solidFill>
                    <a:srgbClr val="22232A"/>
                  </a:solidFill>
                  <a:latin typeface="Times New Roman" panose="02020603050405020304" pitchFamily="18" charset="0"/>
                  <a:ea typeface="KaiTi" panose="02010609060101010101" pitchFamily="49" charset="-122"/>
                  <a:cs typeface="Times New Roman" panose="02020603050405020304" pitchFamily="18" charset="0"/>
                </a:endParaRPr>
              </a:p>
              <a:p>
                <a:pPr algn="just">
                  <a:lnSpc>
                    <a:spcPct val="150000"/>
                  </a:lnSpc>
                  <a:buClrTx/>
                  <a:buSzTx/>
                  <a:buFontTx/>
                </a:pPr>
                <a:endParaRPr lang="en-US" altLang="zh-CN" sz="3200" dirty="0">
                  <a:solidFill>
                    <a:srgbClr val="22232A"/>
                  </a:solidFill>
                  <a:latin typeface="Times New Roman" panose="02020603050405020304" pitchFamily="18" charset="0"/>
                  <a:ea typeface="KaiTi" panose="02010609060101010101" pitchFamily="49" charset="-122"/>
                  <a:cs typeface="Times New Roman" panose="02020603050405020304" pitchFamily="18" charset="0"/>
                </a:endParaRPr>
              </a:p>
              <a:p>
                <a:pPr algn="just">
                  <a:lnSpc>
                    <a:spcPct val="150000"/>
                  </a:lnSpc>
                  <a:buClrTx/>
                  <a:buSzTx/>
                  <a:buFontTx/>
                </a:pPr>
                <a:r>
                  <a:rPr lang="zh-CN" altLang="en-US" sz="3200" dirty="0">
                    <a:solidFill>
                      <a:srgbClr val="22232A"/>
                    </a:solidFill>
                    <a:latin typeface="Times New Roman" panose="02020603050405020304" pitchFamily="18" charset="0"/>
                    <a:ea typeface="KaiTi" panose="02010609060101010101" pitchFamily="49" charset="-122"/>
                    <a:cs typeface="Times New Roman" panose="02020603050405020304" pitchFamily="18" charset="0"/>
                  </a:rPr>
                  <a:t>则有：</a:t>
                </a:r>
                <a:r>
                  <a:rPr lang="en-US" altLang="zh-CN" sz="3200" dirty="0">
                    <a:solidFill>
                      <a:srgbClr val="22232A"/>
                    </a:solidFill>
                    <a:latin typeface="Times New Roman" panose="02020603050405020304" pitchFamily="18" charset="0"/>
                    <a:ea typeface="KaiTi" panose="02010609060101010101" pitchFamily="49" charset="-122"/>
                    <a:cs typeface="Times New Roman" panose="02020603050405020304" pitchFamily="18" charset="0"/>
                  </a:rPr>
                  <a:t>Cash[</a:t>
                </a:r>
                <a:r>
                  <a:rPr lang="en-US" altLang="zh-CN" sz="3200" dirty="0" err="1">
                    <a:solidFill>
                      <a:srgbClr val="22232A"/>
                    </a:solidFill>
                    <a:latin typeface="Times New Roman" panose="02020603050405020304" pitchFamily="18" charset="0"/>
                    <a:ea typeface="KaiTi" panose="02010609060101010101" pitchFamily="49" charset="-122"/>
                    <a:cs typeface="Times New Roman" panose="02020603050405020304" pitchFamily="18" charset="0"/>
                  </a:rPr>
                  <a:t>i</a:t>
                </a:r>
                <a:r>
                  <a:rPr lang="en-US" altLang="zh-CN" sz="3200" dirty="0">
                    <a:solidFill>
                      <a:srgbClr val="22232A"/>
                    </a:solidFill>
                    <a:latin typeface="Times New Roman" panose="02020603050405020304" pitchFamily="18" charset="0"/>
                    <a:ea typeface="KaiTi" panose="02010609060101010101" pitchFamily="49" charset="-122"/>
                    <a:cs typeface="Times New Roman" panose="02020603050405020304" pitchFamily="18" charset="0"/>
                  </a:rPr>
                  <a:t>][n]=</a:t>
                </a:r>
              </a:p>
              <a:p>
                <a:pPr algn="just">
                  <a:lnSpc>
                    <a:spcPct val="150000"/>
                  </a:lnSpc>
                  <a:buClrTx/>
                  <a:buSzTx/>
                  <a:buFontTx/>
                </a:pPr>
                <a14:m>
                  <m:oMath xmlns:m="http://schemas.openxmlformats.org/officeDocument/2006/math">
                    <m:limLow>
                      <m:limLowPr>
                        <m:ctrlPr>
                          <a:rPr lang="en-US" altLang="zh-CN" sz="3200" b="0" i="1" dirty="0" smtClean="0">
                            <a:solidFill>
                              <a:srgbClr val="22232A"/>
                            </a:solidFill>
                            <a:latin typeface="Cambria Math" panose="02040503050406030204" pitchFamily="18" charset="0"/>
                            <a:ea typeface="KaiTi" panose="02010609060101010101" pitchFamily="49" charset="-122"/>
                            <a:cs typeface="Times New Roman" panose="02020603050405020304" pitchFamily="18" charset="0"/>
                          </a:rPr>
                        </m:ctrlPr>
                      </m:limLowPr>
                      <m:e>
                        <m:r>
                          <m:rPr>
                            <m:sty m:val="p"/>
                          </m:rPr>
                          <a:rPr lang="en-US" altLang="zh-CN" sz="3200" i="0" dirty="0" smtClean="0">
                            <a:solidFill>
                              <a:srgbClr val="22232A"/>
                            </a:solidFill>
                            <a:latin typeface="Cambria Math" panose="02040503050406030204" pitchFamily="18" charset="0"/>
                            <a:ea typeface="KaiTi" panose="02010609060101010101" pitchFamily="49" charset="-122"/>
                            <a:cs typeface="Times New Roman" panose="02020603050405020304" pitchFamily="18" charset="0"/>
                          </a:rPr>
                          <m:t>max</m:t>
                        </m:r>
                      </m:e>
                      <m:lim>
                        <m:r>
                          <a:rPr lang="en-US" altLang="zh-CN" sz="3200" b="0" i="1" dirty="0" smtClean="0">
                            <a:solidFill>
                              <a:srgbClr val="22232A"/>
                            </a:solidFill>
                            <a:latin typeface="Cambria Math" panose="02040503050406030204" pitchFamily="18" charset="0"/>
                            <a:ea typeface="KaiTi" panose="02010609060101010101" pitchFamily="49" charset="-122"/>
                            <a:cs typeface="Times New Roman" panose="02020603050405020304" pitchFamily="18" charset="0"/>
                          </a:rPr>
                          <m:t>𝑚</m:t>
                        </m:r>
                      </m:lim>
                    </m:limLow>
                    <m:r>
                      <a:rPr lang="zh-CN" altLang="en-US" sz="3200" i="1" dirty="0" smtClean="0">
                        <a:solidFill>
                          <a:srgbClr val="22232A"/>
                        </a:solidFill>
                        <a:latin typeface="Cambria Math" panose="02040503050406030204" pitchFamily="18" charset="0"/>
                        <a:ea typeface="KaiTi" panose="02010609060101010101" pitchFamily="49" charset="-122"/>
                        <a:cs typeface="Times New Roman" panose="02020603050405020304" pitchFamily="18" charset="0"/>
                      </a:rPr>
                      <m:t>⁡</m:t>
                    </m:r>
                  </m:oMath>
                </a14:m>
                <a:r>
                  <a:rPr lang="en-US" altLang="zh-CN" sz="3200" dirty="0">
                    <a:solidFill>
                      <a:srgbClr val="22232A"/>
                    </a:solidFill>
                    <a:latin typeface="Times New Roman" panose="02020603050405020304" pitchFamily="18" charset="0"/>
                    <a:ea typeface="KaiTi" panose="02010609060101010101" pitchFamily="49" charset="-122"/>
                    <a:cs typeface="Times New Roman" panose="02020603050405020304" pitchFamily="18" charset="0"/>
                  </a:rPr>
                  <a:t>{Cash[i-1][m]-(n-m)*Prices[</a:t>
                </a:r>
                <a:r>
                  <a:rPr lang="en-US" altLang="zh-CN" sz="3200" dirty="0" err="1">
                    <a:solidFill>
                      <a:srgbClr val="22232A"/>
                    </a:solidFill>
                    <a:latin typeface="Times New Roman" panose="02020603050405020304" pitchFamily="18" charset="0"/>
                    <a:ea typeface="KaiTi" panose="02010609060101010101" pitchFamily="49" charset="-122"/>
                    <a:cs typeface="Times New Roman" panose="02020603050405020304" pitchFamily="18" charset="0"/>
                  </a:rPr>
                  <a:t>i</a:t>
                </a:r>
                <a:r>
                  <a:rPr lang="en-US" altLang="zh-CN" sz="3200" dirty="0">
                    <a:solidFill>
                      <a:srgbClr val="22232A"/>
                    </a:solidFill>
                    <a:latin typeface="Times New Roman" panose="02020603050405020304" pitchFamily="18" charset="0"/>
                    <a:ea typeface="KaiTi" panose="02010609060101010101" pitchFamily="49" charset="-122"/>
                    <a:cs typeface="Times New Roman" panose="02020603050405020304" pitchFamily="18" charset="0"/>
                  </a:rPr>
                  <a:t>]</a:t>
                </a:r>
              </a:p>
              <a:p>
                <a:pPr algn="just">
                  <a:lnSpc>
                    <a:spcPct val="150000"/>
                  </a:lnSpc>
                  <a:buClrTx/>
                  <a:buSzTx/>
                  <a:buFontTx/>
                </a:pPr>
                <a:r>
                  <a:rPr lang="en-US" altLang="zh-CN" sz="3200" dirty="0">
                    <a:solidFill>
                      <a:srgbClr val="22232A"/>
                    </a:solidFill>
                    <a:latin typeface="Times New Roman" panose="02020603050405020304" pitchFamily="18" charset="0"/>
                    <a:ea typeface="KaiTi" panose="02010609060101010101" pitchFamily="49" charset="-122"/>
                    <a:cs typeface="Times New Roman" panose="02020603050405020304" pitchFamily="18" charset="0"/>
                  </a:rPr>
                  <a:t>-|n-m|*fee},where |n-m|≤10</a:t>
                </a:r>
              </a:p>
              <a:p>
                <a:pPr algn="just">
                  <a:lnSpc>
                    <a:spcPct val="150000"/>
                  </a:lnSpc>
                  <a:buClrTx/>
                  <a:buSzTx/>
                  <a:buFontTx/>
                </a:pPr>
                <a:endParaRPr lang="en-US" altLang="zh-CN" sz="3200" dirty="0">
                  <a:solidFill>
                    <a:srgbClr val="22232A"/>
                  </a:solidFill>
                  <a:latin typeface="Times New Roman" panose="02020603050405020304" pitchFamily="18" charset="0"/>
                  <a:ea typeface="KaiTi" panose="02010609060101010101" pitchFamily="49" charset="-122"/>
                  <a:cs typeface="Times New Roman" panose="02020603050405020304" pitchFamily="18" charset="0"/>
                </a:endParaRPr>
              </a:p>
              <a:p>
                <a:pPr algn="just">
                  <a:lnSpc>
                    <a:spcPct val="150000"/>
                  </a:lnSpc>
                  <a:buClrTx/>
                  <a:buSzTx/>
                  <a:buFontTx/>
                </a:pPr>
                <a:r>
                  <a:rPr lang="zh-CN" altLang="en-US" sz="3200" dirty="0">
                    <a:solidFill>
                      <a:srgbClr val="22232A"/>
                    </a:solidFill>
                    <a:latin typeface="Times New Roman" panose="02020603050405020304" pitchFamily="18" charset="0"/>
                    <a:ea typeface="KaiTi" panose="02010609060101010101" pitchFamily="49" charset="-122"/>
                    <a:cs typeface="Times New Roman" panose="02020603050405020304" pitchFamily="18" charset="0"/>
                  </a:rPr>
                  <a:t>最后，求</a:t>
                </a:r>
                <a14:m>
                  <m:oMath xmlns:m="http://schemas.openxmlformats.org/officeDocument/2006/math">
                    <m:limLow>
                      <m:limLowPr>
                        <m:ctrlPr>
                          <a:rPr lang="en-US" altLang="zh-CN" sz="3200" b="0" i="1" dirty="0" smtClean="0">
                            <a:solidFill>
                              <a:srgbClr val="22232A"/>
                            </a:solidFill>
                            <a:latin typeface="Cambria Math" panose="02040503050406030204" pitchFamily="18" charset="0"/>
                            <a:ea typeface="KaiTi" panose="02010609060101010101" pitchFamily="49" charset="-122"/>
                            <a:cs typeface="Times New Roman" panose="02020603050405020304" pitchFamily="18" charset="0"/>
                          </a:rPr>
                        </m:ctrlPr>
                      </m:limLowPr>
                      <m:e>
                        <m:r>
                          <m:rPr>
                            <m:sty m:val="p"/>
                          </m:rPr>
                          <a:rPr lang="en-US" altLang="zh-CN" sz="3200" i="0" dirty="0" smtClean="0">
                            <a:solidFill>
                              <a:srgbClr val="22232A"/>
                            </a:solidFill>
                            <a:latin typeface="Cambria Math" panose="02040503050406030204" pitchFamily="18" charset="0"/>
                            <a:ea typeface="KaiTi" panose="02010609060101010101" pitchFamily="49" charset="-122"/>
                            <a:cs typeface="Times New Roman" panose="02020603050405020304" pitchFamily="18" charset="0"/>
                          </a:rPr>
                          <m:t>max</m:t>
                        </m:r>
                      </m:e>
                      <m:lim>
                        <m:r>
                          <a:rPr lang="en-US" altLang="zh-CN" sz="3200" b="0" i="1" dirty="0" smtClean="0">
                            <a:solidFill>
                              <a:srgbClr val="22232A"/>
                            </a:solidFill>
                            <a:latin typeface="Cambria Math" panose="02040503050406030204" pitchFamily="18" charset="0"/>
                            <a:ea typeface="KaiTi" panose="02010609060101010101" pitchFamily="49" charset="-122"/>
                            <a:cs typeface="Times New Roman" panose="02020603050405020304" pitchFamily="18" charset="0"/>
                          </a:rPr>
                          <m:t>𝑛</m:t>
                        </m:r>
                      </m:lim>
                    </m:limLow>
                    <m:r>
                      <a:rPr lang="zh-CN" altLang="en-US" sz="3200" i="1" dirty="0" smtClean="0">
                        <a:solidFill>
                          <a:srgbClr val="22232A"/>
                        </a:solidFill>
                        <a:latin typeface="Cambria Math" panose="02040503050406030204" pitchFamily="18" charset="0"/>
                        <a:ea typeface="KaiTi" panose="02010609060101010101" pitchFamily="49" charset="-122"/>
                        <a:cs typeface="Times New Roman" panose="02020603050405020304" pitchFamily="18" charset="0"/>
                      </a:rPr>
                      <m:t>⁡</m:t>
                    </m:r>
                  </m:oMath>
                </a14:m>
                <a:r>
                  <a:rPr lang="en-US" altLang="zh-CN" sz="3200" dirty="0">
                    <a:solidFill>
                      <a:srgbClr val="22232A"/>
                    </a:solidFill>
                    <a:latin typeface="Times New Roman" panose="02020603050405020304" pitchFamily="18" charset="0"/>
                    <a:ea typeface="KaiTi" panose="02010609060101010101" pitchFamily="49" charset="-122"/>
                    <a:cs typeface="Times New Roman" panose="02020603050405020304" pitchFamily="18" charset="0"/>
                  </a:rPr>
                  <a:t>(Cash[N][n]+n*Prices[</a:t>
                </a:r>
                <a:r>
                  <a:rPr lang="en-US" altLang="zh-CN" sz="3200" dirty="0" err="1">
                    <a:solidFill>
                      <a:srgbClr val="22232A"/>
                    </a:solidFill>
                    <a:latin typeface="Times New Roman" panose="02020603050405020304" pitchFamily="18" charset="0"/>
                    <a:ea typeface="KaiTi" panose="02010609060101010101" pitchFamily="49" charset="-122"/>
                    <a:cs typeface="Times New Roman" panose="02020603050405020304" pitchFamily="18" charset="0"/>
                  </a:rPr>
                  <a:t>i</a:t>
                </a:r>
                <a:r>
                  <a:rPr lang="en-US" altLang="zh-CN" sz="3200" dirty="0">
                    <a:solidFill>
                      <a:srgbClr val="22232A"/>
                    </a:solidFill>
                    <a:latin typeface="Times New Roman" panose="02020603050405020304" pitchFamily="18" charset="0"/>
                    <a:ea typeface="KaiTi" panose="02010609060101010101" pitchFamily="49" charset="-122"/>
                    <a:cs typeface="Times New Roman" panose="02020603050405020304" pitchFamily="18" charset="0"/>
                  </a:rPr>
                  <a:t>])</a:t>
                </a:r>
                <a:r>
                  <a:rPr lang="zh-CN" altLang="en-US" sz="3200" dirty="0">
                    <a:solidFill>
                      <a:srgbClr val="22232A"/>
                    </a:solidFill>
                    <a:latin typeface="Times New Roman" panose="02020603050405020304" pitchFamily="18" charset="0"/>
                    <a:ea typeface="KaiTi" panose="02010609060101010101" pitchFamily="49" charset="-122"/>
                    <a:cs typeface="Times New Roman" panose="02020603050405020304" pitchFamily="18" charset="0"/>
                  </a:rPr>
                  <a:t>即可。</a:t>
                </a:r>
                <a:endParaRPr lang="en-US" altLang="zh-CN" sz="3200" dirty="0">
                  <a:solidFill>
                    <a:srgbClr val="22232A"/>
                  </a:solidFill>
                  <a:latin typeface="Times New Roman" panose="02020603050405020304" pitchFamily="18" charset="0"/>
                  <a:ea typeface="KaiTi" panose="02010609060101010101" pitchFamily="49" charset="-122"/>
                  <a:cs typeface="Times New Roman" panose="02020603050405020304" pitchFamily="18" charset="0"/>
                </a:endParaRPr>
              </a:p>
              <a:p>
                <a:pPr algn="just">
                  <a:lnSpc>
                    <a:spcPct val="150000"/>
                  </a:lnSpc>
                  <a:buClrTx/>
                  <a:buSzTx/>
                  <a:buFontTx/>
                </a:pPr>
                <a:endParaRPr lang="en-US" altLang="zh-CN" sz="3200" dirty="0">
                  <a:solidFill>
                    <a:srgbClr val="22232A"/>
                  </a:solidFill>
                  <a:latin typeface="Times New Roman" panose="02020603050405020304" pitchFamily="18" charset="0"/>
                  <a:ea typeface="KaiTi" panose="02010609060101010101" pitchFamily="49" charset="-122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20" name="TextBox 14">
                <a:extLst>
                  <a:ext uri="{FF2B5EF4-FFF2-40B4-BE49-F238E27FC236}">
                    <a16:creationId xmlns:a16="http://schemas.microsoft.com/office/drawing/2014/main" id="{5DDDEB1B-A296-0242-9A01-8A362FB2342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>
                <p:custDataLst>
                  <p:tags r:id="rId7"/>
                </p:custDataLst>
              </p:nvPr>
            </p:nvSpPr>
            <p:spPr>
              <a:xfrm>
                <a:off x="9705920" y="1333500"/>
                <a:ext cx="8630653" cy="7014869"/>
              </a:xfrm>
              <a:prstGeom prst="rect">
                <a:avLst/>
              </a:prstGeom>
              <a:blipFill>
                <a:blip r:embed="rId8"/>
                <a:stretch>
                  <a:fillRect l="-2941" r="-294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2" name="TextBox 14">
            <a:extLst>
              <a:ext uri="{FF2B5EF4-FFF2-40B4-BE49-F238E27FC236}">
                <a16:creationId xmlns:a16="http://schemas.microsoft.com/office/drawing/2014/main" id="{196710FF-D053-F64B-B597-074B5D475129}"/>
              </a:ext>
            </a:extLst>
          </p:cNvPr>
          <p:cNvSpPr txBox="1"/>
          <p:nvPr>
            <p:custDataLst>
              <p:tags r:id="rId3"/>
            </p:custDataLst>
          </p:nvPr>
        </p:nvSpPr>
        <p:spPr>
          <a:xfrm>
            <a:off x="6310563" y="8265222"/>
            <a:ext cx="5666874" cy="138884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ct val="150000"/>
              </a:lnSpc>
              <a:buClrTx/>
              <a:buSzTx/>
              <a:buFontTx/>
            </a:pPr>
            <a:r>
              <a:rPr lang="zh-CN" altLang="en-US" sz="3200" dirty="0">
                <a:solidFill>
                  <a:srgbClr val="22232A"/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方法的等价性：</a:t>
            </a:r>
            <a:endParaRPr lang="en-US" altLang="zh-CN" sz="3200" dirty="0">
              <a:solidFill>
                <a:srgbClr val="22232A"/>
              </a:solidFill>
              <a:latin typeface="Times New Roman" panose="02020603050405020304" pitchFamily="18" charset="0"/>
              <a:ea typeface="KaiTi" panose="02010609060101010101" pitchFamily="49" charset="-122"/>
              <a:cs typeface="Times New Roman" panose="02020603050405020304" pitchFamily="18" charset="0"/>
            </a:endParaRPr>
          </a:p>
          <a:p>
            <a:pPr algn="ctr">
              <a:lnSpc>
                <a:spcPct val="150000"/>
              </a:lnSpc>
              <a:buClrTx/>
              <a:buSzTx/>
              <a:buFontTx/>
            </a:pPr>
            <a:r>
              <a:rPr lang="en-US" altLang="zh-CN" sz="3200" dirty="0">
                <a:solidFill>
                  <a:srgbClr val="22232A"/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All[</a:t>
            </a:r>
            <a:r>
              <a:rPr lang="en-US" altLang="zh-CN" sz="3200" dirty="0" err="1">
                <a:solidFill>
                  <a:srgbClr val="22232A"/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i</a:t>
            </a:r>
            <a:r>
              <a:rPr lang="en-US" altLang="zh-CN" sz="3200" dirty="0">
                <a:solidFill>
                  <a:srgbClr val="22232A"/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][n]=Cash[</a:t>
            </a:r>
            <a:r>
              <a:rPr lang="en-US" altLang="zh-CN" sz="3200" dirty="0" err="1">
                <a:solidFill>
                  <a:srgbClr val="22232A"/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i</a:t>
            </a:r>
            <a:r>
              <a:rPr lang="en-US" altLang="zh-CN" sz="3200" dirty="0">
                <a:solidFill>
                  <a:srgbClr val="22232A"/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][n]+n*Prices[</a:t>
            </a:r>
            <a:r>
              <a:rPr lang="en-US" altLang="zh-CN" sz="3200" dirty="0" err="1">
                <a:solidFill>
                  <a:srgbClr val="22232A"/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i</a:t>
            </a:r>
            <a:r>
              <a:rPr lang="en-US" altLang="zh-CN" sz="3200" dirty="0">
                <a:solidFill>
                  <a:srgbClr val="22232A"/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]</a:t>
            </a:r>
          </a:p>
        </p:txBody>
      </p:sp>
    </p:spTree>
    <p:extLst>
      <p:ext uri="{BB962C8B-B14F-4D97-AF65-F5344CB8AC3E}">
        <p14:creationId xmlns:p14="http://schemas.microsoft.com/office/powerpoint/2010/main" val="255698852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3"/>
          <p:cNvGrpSpPr/>
          <p:nvPr/>
        </p:nvGrpSpPr>
        <p:grpSpPr>
          <a:xfrm>
            <a:off x="685821" y="723971"/>
            <a:ext cx="16852858" cy="8818737"/>
            <a:chOff x="0" y="0"/>
            <a:chExt cx="3657498" cy="1913890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3657498" cy="1913890"/>
            </a:xfrm>
            <a:custGeom>
              <a:avLst/>
              <a:gdLst/>
              <a:ahLst/>
              <a:cxnLst/>
              <a:rect l="l" t="t" r="r" b="b"/>
              <a:pathLst>
                <a:path w="3657498" h="1913890">
                  <a:moveTo>
                    <a:pt x="3533038" y="1913890"/>
                  </a:moveTo>
                  <a:lnTo>
                    <a:pt x="124460" y="1913890"/>
                  </a:lnTo>
                  <a:cubicBezTo>
                    <a:pt x="55880" y="1913890"/>
                    <a:pt x="0" y="1858010"/>
                    <a:pt x="0" y="1789430"/>
                  </a:cubicBezTo>
                  <a:lnTo>
                    <a:pt x="0" y="124460"/>
                  </a:lnTo>
                  <a:cubicBezTo>
                    <a:pt x="0" y="55880"/>
                    <a:pt x="55880" y="0"/>
                    <a:pt x="124460" y="0"/>
                  </a:cubicBezTo>
                  <a:lnTo>
                    <a:pt x="3533038" y="0"/>
                  </a:lnTo>
                  <a:cubicBezTo>
                    <a:pt x="3601618" y="0"/>
                    <a:pt x="3657498" y="55880"/>
                    <a:pt x="3657498" y="124460"/>
                  </a:cubicBezTo>
                  <a:lnTo>
                    <a:pt x="3657498" y="1789430"/>
                  </a:lnTo>
                  <a:cubicBezTo>
                    <a:pt x="3657498" y="1858010"/>
                    <a:pt x="3601618" y="1913890"/>
                    <a:pt x="3533038" y="191389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</p:grpSp>
      <p:sp>
        <p:nvSpPr>
          <p:cNvPr id="2" name="文本框 1"/>
          <p:cNvSpPr txBox="1"/>
          <p:nvPr/>
        </p:nvSpPr>
        <p:spPr>
          <a:xfrm>
            <a:off x="1905000" y="60352"/>
            <a:ext cx="60960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600" dirty="0">
                <a:solidFill>
                  <a:schemeClr val="accent1">
                    <a:lumMod val="75000"/>
                  </a:schemeClr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回到问题分析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0" name="TextBox 14">
                <a:extLst>
                  <a:ext uri="{FF2B5EF4-FFF2-40B4-BE49-F238E27FC236}">
                    <a16:creationId xmlns:a16="http://schemas.microsoft.com/office/drawing/2014/main" id="{5DDDEB1B-A296-0242-9A01-8A362FB2342A}"/>
                  </a:ext>
                </a:extLst>
              </p:cNvPr>
              <p:cNvSpPr txBox="1"/>
              <p:nvPr>
                <p:custDataLst>
                  <p:tags r:id="rId1"/>
                </p:custDataLst>
              </p:nvPr>
            </p:nvSpPr>
            <p:spPr>
              <a:xfrm>
                <a:off x="12496800" y="-151562"/>
                <a:ext cx="5963654" cy="3410036"/>
              </a:xfrm>
              <a:prstGeom prst="rect">
                <a:avLst/>
              </a:prstGeom>
            </p:spPr>
            <p:txBody>
              <a:bodyPr wrap="square" lIns="0" tIns="0" rIns="0" bIns="0" rtlCol="0" anchor="t">
                <a:spAutoFit/>
              </a:bodyPr>
              <a:lstStyle/>
              <a:p>
                <a:pPr algn="just">
                  <a:lnSpc>
                    <a:spcPct val="150000"/>
                  </a:lnSpc>
                  <a:buClrTx/>
                  <a:buSzTx/>
                  <a:buFontTx/>
                </a:pPr>
                <a:r>
                  <a:rPr lang="en-US" altLang="zh-CN" sz="3200" dirty="0">
                    <a:solidFill>
                      <a:srgbClr val="22232A"/>
                    </a:solidFill>
                    <a:latin typeface="Times New Roman" panose="02020603050405020304" pitchFamily="18" charset="0"/>
                    <a:ea typeface="KaiTi" panose="02010609060101010101" pitchFamily="49" charset="-122"/>
                    <a:cs typeface="Times New Roman" panose="02020603050405020304" pitchFamily="18" charset="0"/>
                  </a:rPr>
                  <a:t>Cash[</a:t>
                </a:r>
                <a:r>
                  <a:rPr lang="en-US" altLang="zh-CN" sz="3200" dirty="0" err="1">
                    <a:solidFill>
                      <a:srgbClr val="22232A"/>
                    </a:solidFill>
                    <a:latin typeface="Times New Roman" panose="02020603050405020304" pitchFamily="18" charset="0"/>
                    <a:ea typeface="KaiTi" panose="02010609060101010101" pitchFamily="49" charset="-122"/>
                    <a:cs typeface="Times New Roman" panose="02020603050405020304" pitchFamily="18" charset="0"/>
                  </a:rPr>
                  <a:t>i</a:t>
                </a:r>
                <a:r>
                  <a:rPr lang="en-US" altLang="zh-CN" sz="3200" dirty="0">
                    <a:solidFill>
                      <a:srgbClr val="22232A"/>
                    </a:solidFill>
                    <a:latin typeface="Times New Roman" panose="02020603050405020304" pitchFamily="18" charset="0"/>
                    <a:ea typeface="KaiTi" panose="02010609060101010101" pitchFamily="49" charset="-122"/>
                    <a:cs typeface="Times New Roman" panose="02020603050405020304" pitchFamily="18" charset="0"/>
                  </a:rPr>
                  <a:t>][n]=</a:t>
                </a:r>
              </a:p>
              <a:p>
                <a:pPr algn="just">
                  <a:lnSpc>
                    <a:spcPct val="150000"/>
                  </a:lnSpc>
                  <a:buClrTx/>
                  <a:buSzTx/>
                  <a:buFontTx/>
                </a:pPr>
                <a14:m>
                  <m:oMath xmlns:m="http://schemas.openxmlformats.org/officeDocument/2006/math">
                    <m:limLow>
                      <m:limLowPr>
                        <m:ctrlPr>
                          <a:rPr lang="en-US" altLang="zh-CN" sz="3200" b="0" i="1" dirty="0" smtClean="0">
                            <a:solidFill>
                              <a:srgbClr val="22232A"/>
                            </a:solidFill>
                            <a:latin typeface="Cambria Math" panose="02040503050406030204" pitchFamily="18" charset="0"/>
                            <a:ea typeface="KaiTi" panose="02010609060101010101" pitchFamily="49" charset="-122"/>
                            <a:cs typeface="Times New Roman" panose="02020603050405020304" pitchFamily="18" charset="0"/>
                          </a:rPr>
                        </m:ctrlPr>
                      </m:limLowPr>
                      <m:e>
                        <m:r>
                          <m:rPr>
                            <m:sty m:val="p"/>
                          </m:rPr>
                          <a:rPr lang="en-US" altLang="zh-CN" sz="3200" i="0" dirty="0" smtClean="0">
                            <a:solidFill>
                              <a:srgbClr val="22232A"/>
                            </a:solidFill>
                            <a:latin typeface="Cambria Math" panose="02040503050406030204" pitchFamily="18" charset="0"/>
                            <a:ea typeface="KaiTi" panose="02010609060101010101" pitchFamily="49" charset="-122"/>
                            <a:cs typeface="Times New Roman" panose="02020603050405020304" pitchFamily="18" charset="0"/>
                          </a:rPr>
                          <m:t>max</m:t>
                        </m:r>
                      </m:e>
                      <m:lim>
                        <m:r>
                          <a:rPr lang="en-US" altLang="zh-CN" sz="3200" b="0" i="1" dirty="0" smtClean="0">
                            <a:solidFill>
                              <a:srgbClr val="22232A"/>
                            </a:solidFill>
                            <a:latin typeface="Cambria Math" panose="02040503050406030204" pitchFamily="18" charset="0"/>
                            <a:ea typeface="KaiTi" panose="02010609060101010101" pitchFamily="49" charset="-122"/>
                            <a:cs typeface="Times New Roman" panose="02020603050405020304" pitchFamily="18" charset="0"/>
                          </a:rPr>
                          <m:t>𝑚</m:t>
                        </m:r>
                      </m:lim>
                    </m:limLow>
                    <m:r>
                      <a:rPr lang="zh-CN" altLang="en-US" sz="3200" i="1" dirty="0" smtClean="0">
                        <a:solidFill>
                          <a:srgbClr val="22232A"/>
                        </a:solidFill>
                        <a:latin typeface="Cambria Math" panose="02040503050406030204" pitchFamily="18" charset="0"/>
                        <a:ea typeface="KaiTi" panose="02010609060101010101" pitchFamily="49" charset="-122"/>
                        <a:cs typeface="Times New Roman" panose="02020603050405020304" pitchFamily="18" charset="0"/>
                      </a:rPr>
                      <m:t>⁡</m:t>
                    </m:r>
                  </m:oMath>
                </a14:m>
                <a:r>
                  <a:rPr lang="en-US" altLang="zh-CN" sz="3200" dirty="0">
                    <a:solidFill>
                      <a:srgbClr val="22232A"/>
                    </a:solidFill>
                    <a:latin typeface="Times New Roman" panose="02020603050405020304" pitchFamily="18" charset="0"/>
                    <a:ea typeface="KaiTi" panose="02010609060101010101" pitchFamily="49" charset="-122"/>
                    <a:cs typeface="Times New Roman" panose="02020603050405020304" pitchFamily="18" charset="0"/>
                  </a:rPr>
                  <a:t>{Cash[i-1][m]-(n-m)*Prices[</a:t>
                </a:r>
                <a:r>
                  <a:rPr lang="en-US" altLang="zh-CN" sz="3200" dirty="0" err="1">
                    <a:solidFill>
                      <a:srgbClr val="22232A"/>
                    </a:solidFill>
                    <a:latin typeface="Times New Roman" panose="02020603050405020304" pitchFamily="18" charset="0"/>
                    <a:ea typeface="KaiTi" panose="02010609060101010101" pitchFamily="49" charset="-122"/>
                    <a:cs typeface="Times New Roman" panose="02020603050405020304" pitchFamily="18" charset="0"/>
                  </a:rPr>
                  <a:t>i</a:t>
                </a:r>
                <a:r>
                  <a:rPr lang="en-US" altLang="zh-CN" sz="3200" dirty="0">
                    <a:solidFill>
                      <a:srgbClr val="22232A"/>
                    </a:solidFill>
                    <a:latin typeface="Times New Roman" panose="02020603050405020304" pitchFamily="18" charset="0"/>
                    <a:ea typeface="KaiTi" panose="02010609060101010101" pitchFamily="49" charset="-122"/>
                    <a:cs typeface="Times New Roman" panose="02020603050405020304" pitchFamily="18" charset="0"/>
                  </a:rPr>
                  <a:t>]</a:t>
                </a:r>
              </a:p>
              <a:p>
                <a:pPr algn="just">
                  <a:lnSpc>
                    <a:spcPct val="150000"/>
                  </a:lnSpc>
                  <a:buClrTx/>
                  <a:buSzTx/>
                  <a:buFontTx/>
                </a:pPr>
                <a:r>
                  <a:rPr lang="en-US" altLang="zh-CN" sz="3200" dirty="0">
                    <a:solidFill>
                      <a:srgbClr val="22232A"/>
                    </a:solidFill>
                    <a:latin typeface="Times New Roman" panose="02020603050405020304" pitchFamily="18" charset="0"/>
                    <a:ea typeface="KaiTi" panose="02010609060101010101" pitchFamily="49" charset="-122"/>
                    <a:cs typeface="Times New Roman" panose="02020603050405020304" pitchFamily="18" charset="0"/>
                  </a:rPr>
                  <a:t>-|n-m|*fee},where |n-m|≤10</a:t>
                </a:r>
              </a:p>
              <a:p>
                <a:pPr algn="just">
                  <a:lnSpc>
                    <a:spcPct val="150000"/>
                  </a:lnSpc>
                  <a:buClrTx/>
                  <a:buSzTx/>
                  <a:buFontTx/>
                </a:pPr>
                <a14:m>
                  <m:oMath xmlns:m="http://schemas.openxmlformats.org/officeDocument/2006/math">
                    <m:limLow>
                      <m:limLowPr>
                        <m:ctrlPr>
                          <a:rPr lang="en-US" altLang="zh-CN" sz="3200" b="0" i="1" dirty="0" smtClean="0">
                            <a:solidFill>
                              <a:srgbClr val="22232A"/>
                            </a:solidFill>
                            <a:latin typeface="Cambria Math" panose="02040503050406030204" pitchFamily="18" charset="0"/>
                            <a:ea typeface="KaiTi" panose="02010609060101010101" pitchFamily="49" charset="-122"/>
                            <a:cs typeface="Times New Roman" panose="02020603050405020304" pitchFamily="18" charset="0"/>
                          </a:rPr>
                        </m:ctrlPr>
                      </m:limLowPr>
                      <m:e>
                        <m:r>
                          <m:rPr>
                            <m:sty m:val="p"/>
                          </m:rPr>
                          <a:rPr lang="en-US" altLang="zh-CN" sz="3200" i="0" dirty="0" smtClean="0">
                            <a:solidFill>
                              <a:srgbClr val="22232A"/>
                            </a:solidFill>
                            <a:latin typeface="Cambria Math" panose="02040503050406030204" pitchFamily="18" charset="0"/>
                            <a:ea typeface="KaiTi" panose="02010609060101010101" pitchFamily="49" charset="-122"/>
                            <a:cs typeface="Times New Roman" panose="02020603050405020304" pitchFamily="18" charset="0"/>
                          </a:rPr>
                          <m:t>max</m:t>
                        </m:r>
                      </m:e>
                      <m:lim>
                        <m:r>
                          <a:rPr lang="en-US" altLang="zh-CN" sz="3200" b="0" i="1" dirty="0" smtClean="0">
                            <a:solidFill>
                              <a:srgbClr val="22232A"/>
                            </a:solidFill>
                            <a:latin typeface="Cambria Math" panose="02040503050406030204" pitchFamily="18" charset="0"/>
                            <a:ea typeface="KaiTi" panose="02010609060101010101" pitchFamily="49" charset="-122"/>
                            <a:cs typeface="Times New Roman" panose="02020603050405020304" pitchFamily="18" charset="0"/>
                          </a:rPr>
                          <m:t>𝑛</m:t>
                        </m:r>
                      </m:lim>
                    </m:limLow>
                    <m:r>
                      <a:rPr lang="zh-CN" altLang="en-US" sz="3200" i="1" dirty="0" smtClean="0">
                        <a:solidFill>
                          <a:srgbClr val="22232A"/>
                        </a:solidFill>
                        <a:latin typeface="Cambria Math" panose="02040503050406030204" pitchFamily="18" charset="0"/>
                        <a:ea typeface="KaiTi" panose="02010609060101010101" pitchFamily="49" charset="-122"/>
                        <a:cs typeface="Times New Roman" panose="02020603050405020304" pitchFamily="18" charset="0"/>
                      </a:rPr>
                      <m:t>⁡</m:t>
                    </m:r>
                  </m:oMath>
                </a14:m>
                <a:r>
                  <a:rPr lang="en-US" altLang="zh-CN" sz="3200" dirty="0">
                    <a:solidFill>
                      <a:srgbClr val="22232A"/>
                    </a:solidFill>
                    <a:latin typeface="Times New Roman" panose="02020603050405020304" pitchFamily="18" charset="0"/>
                    <a:ea typeface="KaiTi" panose="02010609060101010101" pitchFamily="49" charset="-122"/>
                    <a:cs typeface="Times New Roman" panose="02020603050405020304" pitchFamily="18" charset="0"/>
                  </a:rPr>
                  <a:t>(Cash[N][n]+n*Prices[</a:t>
                </a:r>
                <a:r>
                  <a:rPr lang="en-US" altLang="zh-CN" sz="3200" dirty="0" err="1">
                    <a:solidFill>
                      <a:srgbClr val="22232A"/>
                    </a:solidFill>
                    <a:latin typeface="Times New Roman" panose="02020603050405020304" pitchFamily="18" charset="0"/>
                    <a:ea typeface="KaiTi" panose="02010609060101010101" pitchFamily="49" charset="-122"/>
                    <a:cs typeface="Times New Roman" panose="02020603050405020304" pitchFamily="18" charset="0"/>
                  </a:rPr>
                  <a:t>i</a:t>
                </a:r>
                <a:r>
                  <a:rPr lang="en-US" altLang="zh-CN" sz="3200" dirty="0">
                    <a:solidFill>
                      <a:srgbClr val="22232A"/>
                    </a:solidFill>
                    <a:latin typeface="Times New Roman" panose="02020603050405020304" pitchFamily="18" charset="0"/>
                    <a:ea typeface="KaiTi" panose="02010609060101010101" pitchFamily="49" charset="-122"/>
                    <a:cs typeface="Times New Roman" panose="02020603050405020304" pitchFamily="18" charset="0"/>
                  </a:rPr>
                  <a:t>])</a:t>
                </a:r>
              </a:p>
            </p:txBody>
          </p:sp>
        </mc:Choice>
        <mc:Fallback xmlns="">
          <p:sp>
            <p:nvSpPr>
              <p:cNvPr id="20" name="TextBox 14">
                <a:extLst>
                  <a:ext uri="{FF2B5EF4-FFF2-40B4-BE49-F238E27FC236}">
                    <a16:creationId xmlns:a16="http://schemas.microsoft.com/office/drawing/2014/main" id="{5DDDEB1B-A296-0242-9A01-8A362FB2342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>
                <p:custDataLst>
                  <p:tags r:id="rId5"/>
                </p:custDataLst>
              </p:nvPr>
            </p:nvSpPr>
            <p:spPr>
              <a:xfrm>
                <a:off x="12496800" y="-151562"/>
                <a:ext cx="5963654" cy="3410036"/>
              </a:xfrm>
              <a:prstGeom prst="rect">
                <a:avLst/>
              </a:prstGeom>
              <a:blipFill>
                <a:blip r:embed="rId6"/>
                <a:stretch>
                  <a:fillRect l="-4255" r="-1064" b="-185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14">
                <a:extLst>
                  <a:ext uri="{FF2B5EF4-FFF2-40B4-BE49-F238E27FC236}">
                    <a16:creationId xmlns:a16="http://schemas.microsoft.com/office/drawing/2014/main" id="{5EFC3A1C-526D-5A46-B1BD-0A583531DF1D}"/>
                  </a:ext>
                </a:extLst>
              </p:cNvPr>
              <p:cNvSpPr txBox="1"/>
              <p:nvPr>
                <p:custDataLst>
                  <p:tags r:id="rId2"/>
                </p:custDataLst>
              </p:nvPr>
            </p:nvSpPr>
            <p:spPr>
              <a:xfrm>
                <a:off x="749321" y="1028700"/>
                <a:ext cx="17081478" cy="8770478"/>
              </a:xfrm>
              <a:prstGeom prst="rect">
                <a:avLst/>
              </a:prstGeom>
            </p:spPr>
            <p:txBody>
              <a:bodyPr wrap="square" lIns="0" tIns="0" rIns="0" bIns="0" rtlCol="0" anchor="t">
                <a:spAutoFit/>
              </a:bodyPr>
              <a:lstStyle/>
              <a:p>
                <a:pPr algn="just">
                  <a:lnSpc>
                    <a:spcPct val="150000"/>
                  </a:lnSpc>
                  <a:buClrTx/>
                  <a:buSzTx/>
                  <a:buFontTx/>
                </a:pPr>
                <a:r>
                  <a:rPr lang="zh-CN" altLang="en-US" sz="3200" dirty="0">
                    <a:solidFill>
                      <a:srgbClr val="22232A"/>
                    </a:solidFill>
                    <a:latin typeface="Times New Roman" panose="02020603050405020304" pitchFamily="18" charset="0"/>
                    <a:ea typeface="KaiTi" panose="02010609060101010101" pitchFamily="49" charset="-122"/>
                    <a:cs typeface="Times New Roman" panose="02020603050405020304" pitchFamily="18" charset="0"/>
                  </a:rPr>
                  <a:t>为了最大收益，我们断言：</a:t>
                </a:r>
                <a:endParaRPr lang="en-US" altLang="zh-CN" sz="3200" dirty="0">
                  <a:solidFill>
                    <a:srgbClr val="22232A"/>
                  </a:solidFill>
                  <a:latin typeface="Times New Roman" panose="02020603050405020304" pitchFamily="18" charset="0"/>
                  <a:ea typeface="KaiTi" panose="02010609060101010101" pitchFamily="49" charset="-122"/>
                  <a:cs typeface="Times New Roman" panose="02020603050405020304" pitchFamily="18" charset="0"/>
                </a:endParaRPr>
              </a:p>
              <a:p>
                <a:pPr algn="just">
                  <a:lnSpc>
                    <a:spcPct val="150000"/>
                  </a:lnSpc>
                  <a:buClrTx/>
                  <a:buSzTx/>
                  <a:buFontTx/>
                </a:pPr>
                <a:r>
                  <a:rPr lang="en-US" altLang="zh-CN" sz="3200" dirty="0">
                    <a:solidFill>
                      <a:srgbClr val="22232A"/>
                    </a:solidFill>
                    <a:latin typeface="Times New Roman" panose="02020603050405020304" pitchFamily="18" charset="0"/>
                    <a:ea typeface="KaiTi" panose="02010609060101010101" pitchFamily="49" charset="-122"/>
                    <a:cs typeface="Times New Roman" panose="02020603050405020304" pitchFamily="18" charset="0"/>
                  </a:rPr>
                  <a:t>2.</a:t>
                </a:r>
                <a:r>
                  <a:rPr lang="zh-CN" altLang="en-US" sz="3200" dirty="0">
                    <a:solidFill>
                      <a:srgbClr val="22232A"/>
                    </a:solidFill>
                    <a:latin typeface="Times New Roman" panose="02020603050405020304" pitchFamily="18" charset="0"/>
                    <a:ea typeface="KaiTi" panose="02010609060101010101" pitchFamily="49" charset="-122"/>
                    <a:cs typeface="Times New Roman" panose="02020603050405020304" pitchFamily="18" charset="0"/>
                  </a:rPr>
                  <a:t>一天之内，要么不操作，要么操作</a:t>
                </a:r>
                <a:r>
                  <a:rPr lang="en-US" altLang="zh-CN" sz="3200" dirty="0">
                    <a:solidFill>
                      <a:srgbClr val="22232A"/>
                    </a:solidFill>
                    <a:latin typeface="Times New Roman" panose="02020603050405020304" pitchFamily="18" charset="0"/>
                    <a:ea typeface="KaiTi" panose="02010609060101010101" pitchFamily="49" charset="-122"/>
                    <a:cs typeface="Times New Roman" panose="02020603050405020304" pitchFamily="18" charset="0"/>
                  </a:rPr>
                  <a:t>10</a:t>
                </a:r>
                <a:r>
                  <a:rPr lang="zh-CN" altLang="en-US" sz="3200" dirty="0">
                    <a:solidFill>
                      <a:srgbClr val="22232A"/>
                    </a:solidFill>
                    <a:latin typeface="Times New Roman" panose="02020603050405020304" pitchFamily="18" charset="0"/>
                    <a:ea typeface="KaiTi" panose="02010609060101010101" pitchFamily="49" charset="-122"/>
                    <a:cs typeface="Times New Roman" panose="02020603050405020304" pitchFamily="18" charset="0"/>
                  </a:rPr>
                  <a:t>股。不可能出现其他情况。</a:t>
                </a:r>
                <a:endParaRPr lang="en-US" altLang="zh-CN" sz="3200" dirty="0">
                  <a:solidFill>
                    <a:srgbClr val="22232A"/>
                  </a:solidFill>
                  <a:latin typeface="Times New Roman" panose="02020603050405020304" pitchFamily="18" charset="0"/>
                  <a:ea typeface="KaiTi" panose="02010609060101010101" pitchFamily="49" charset="-122"/>
                  <a:cs typeface="Times New Roman" panose="02020603050405020304" pitchFamily="18" charset="0"/>
                </a:endParaRPr>
              </a:p>
              <a:p>
                <a:pPr algn="just">
                  <a:lnSpc>
                    <a:spcPct val="150000"/>
                  </a:lnSpc>
                  <a:buClrTx/>
                  <a:buSzTx/>
                  <a:buFontTx/>
                </a:pPr>
                <a:r>
                  <a:rPr lang="zh-CN" altLang="en-US" sz="3200" dirty="0">
                    <a:solidFill>
                      <a:srgbClr val="22232A"/>
                    </a:solidFill>
                    <a:latin typeface="Times New Roman" panose="02020603050405020304" pitchFamily="18" charset="0"/>
                    <a:ea typeface="KaiTi" panose="02010609060101010101" pitchFamily="49" charset="-122"/>
                    <a:cs typeface="Times New Roman" panose="02020603050405020304" pitchFamily="18" charset="0"/>
                  </a:rPr>
                  <a:t>证明：</a:t>
                </a:r>
                <a:endParaRPr lang="en-US" altLang="zh-CN" sz="3200" dirty="0">
                  <a:solidFill>
                    <a:srgbClr val="22232A"/>
                  </a:solidFill>
                  <a:latin typeface="Times New Roman" panose="02020603050405020304" pitchFamily="18" charset="0"/>
                  <a:ea typeface="KaiTi" panose="02010609060101010101" pitchFamily="49" charset="-122"/>
                  <a:cs typeface="Times New Roman" panose="02020603050405020304" pitchFamily="18" charset="0"/>
                </a:endParaRPr>
              </a:p>
              <a:p>
                <a:pPr algn="just">
                  <a:lnSpc>
                    <a:spcPct val="150000"/>
                  </a:lnSpc>
                  <a:buClrTx/>
                  <a:buSzTx/>
                  <a:buFontTx/>
                </a:pPr>
                <a:r>
                  <a:rPr lang="zh-CN" altLang="en-US" sz="3200" dirty="0">
                    <a:solidFill>
                      <a:srgbClr val="22232A"/>
                    </a:solidFill>
                    <a:latin typeface="Times New Roman" panose="02020603050405020304" pitchFamily="18" charset="0"/>
                    <a:ea typeface="KaiTi" panose="02010609060101010101" pitchFamily="49" charset="-122"/>
                    <a:cs typeface="Times New Roman" panose="02020603050405020304" pitchFamily="18" charset="0"/>
                  </a:rPr>
                  <a:t>我们假设最大值中最后一天值为</a:t>
                </a:r>
                <a:r>
                  <a:rPr lang="en-US" altLang="zh-CN" sz="3200" dirty="0">
                    <a:solidFill>
                      <a:srgbClr val="22232A"/>
                    </a:solidFill>
                    <a:latin typeface="Times New Roman" panose="02020603050405020304" pitchFamily="18" charset="0"/>
                    <a:ea typeface="KaiTi" panose="02010609060101010101" pitchFamily="49" charset="-122"/>
                    <a:cs typeface="Times New Roman" panose="02020603050405020304" pitchFamily="18" charset="0"/>
                  </a:rPr>
                  <a:t>n</a:t>
                </a:r>
                <a:r>
                  <a:rPr lang="zh-CN" altLang="en-US" sz="3200" dirty="0">
                    <a:solidFill>
                      <a:srgbClr val="22232A"/>
                    </a:solidFill>
                    <a:latin typeface="Times New Roman" panose="02020603050405020304" pitchFamily="18" charset="0"/>
                    <a:ea typeface="KaiTi" panose="02010609060101010101" pitchFamily="49" charset="-122"/>
                    <a:cs typeface="Times New Roman" panose="02020603050405020304" pitchFamily="18" charset="0"/>
                  </a:rPr>
                  <a:t>。即剩余</a:t>
                </a:r>
                <a:r>
                  <a:rPr lang="en-US" altLang="zh-CN" sz="3200" dirty="0">
                    <a:solidFill>
                      <a:srgbClr val="22232A"/>
                    </a:solidFill>
                    <a:latin typeface="Times New Roman" panose="02020603050405020304" pitchFamily="18" charset="0"/>
                    <a:ea typeface="KaiTi" panose="02010609060101010101" pitchFamily="49" charset="-122"/>
                    <a:cs typeface="Times New Roman" panose="02020603050405020304" pitchFamily="18" charset="0"/>
                  </a:rPr>
                  <a:t>n</a:t>
                </a:r>
                <a:r>
                  <a:rPr lang="zh-CN" altLang="en-US" sz="3200" dirty="0">
                    <a:solidFill>
                      <a:srgbClr val="22232A"/>
                    </a:solidFill>
                    <a:latin typeface="Times New Roman" panose="02020603050405020304" pitchFamily="18" charset="0"/>
                    <a:ea typeface="KaiTi" panose="02010609060101010101" pitchFamily="49" charset="-122"/>
                    <a:cs typeface="Times New Roman" panose="02020603050405020304" pitchFamily="18" charset="0"/>
                  </a:rPr>
                  <a:t>股。那么我们假设其共买了</a:t>
                </a:r>
                <a:r>
                  <a:rPr lang="en-US" altLang="zh-CN" sz="3200" dirty="0">
                    <a:solidFill>
                      <a:srgbClr val="22232A"/>
                    </a:solidFill>
                    <a:latin typeface="Times New Roman" panose="02020603050405020304" pitchFamily="18" charset="0"/>
                    <a:ea typeface="KaiTi" panose="02010609060101010101" pitchFamily="49" charset="-122"/>
                    <a:cs typeface="Times New Roman" panose="02020603050405020304" pitchFamily="18" charset="0"/>
                  </a:rPr>
                  <a:t>x</a:t>
                </a:r>
                <a:r>
                  <a:rPr lang="zh-CN" altLang="en-US" sz="3200" dirty="0">
                    <a:solidFill>
                      <a:srgbClr val="22232A"/>
                    </a:solidFill>
                    <a:latin typeface="Times New Roman" panose="02020603050405020304" pitchFamily="18" charset="0"/>
                    <a:ea typeface="KaiTi" panose="02010609060101010101" pitchFamily="49" charset="-122"/>
                    <a:cs typeface="Times New Roman" panose="02020603050405020304" pitchFamily="18" charset="0"/>
                  </a:rPr>
                  <a:t>股，卖了</a:t>
                </a:r>
                <a:r>
                  <a:rPr lang="en-US" altLang="zh-CN" sz="3200" dirty="0">
                    <a:solidFill>
                      <a:srgbClr val="22232A"/>
                    </a:solidFill>
                    <a:latin typeface="Times New Roman" panose="02020603050405020304" pitchFamily="18" charset="0"/>
                    <a:ea typeface="KaiTi" panose="02010609060101010101" pitchFamily="49" charset="-122"/>
                    <a:cs typeface="Times New Roman" panose="02020603050405020304" pitchFamily="18" charset="0"/>
                  </a:rPr>
                  <a:t>y</a:t>
                </a:r>
                <a:r>
                  <a:rPr lang="zh-CN" altLang="en-US" sz="3200" dirty="0">
                    <a:solidFill>
                      <a:srgbClr val="22232A"/>
                    </a:solidFill>
                    <a:latin typeface="Times New Roman" panose="02020603050405020304" pitchFamily="18" charset="0"/>
                    <a:ea typeface="KaiTi" panose="02010609060101010101" pitchFamily="49" charset="-122"/>
                    <a:cs typeface="Times New Roman" panose="02020603050405020304" pitchFamily="18" charset="0"/>
                  </a:rPr>
                  <a:t>股，</a:t>
                </a:r>
                <a:r>
                  <a:rPr lang="en-US" altLang="zh-CN" sz="3200" dirty="0">
                    <a:solidFill>
                      <a:srgbClr val="22232A"/>
                    </a:solidFill>
                    <a:latin typeface="Times New Roman" panose="02020603050405020304" pitchFamily="18" charset="0"/>
                    <a:ea typeface="KaiTi" panose="02010609060101010101" pitchFamily="49" charset="-122"/>
                    <a:cs typeface="Times New Roman" panose="02020603050405020304" pitchFamily="18" charset="0"/>
                  </a:rPr>
                  <a:t>x-y=n</a:t>
                </a:r>
                <a:r>
                  <a:rPr lang="zh-CN" altLang="en-US" sz="3200" dirty="0">
                    <a:solidFill>
                      <a:srgbClr val="22232A"/>
                    </a:solidFill>
                    <a:latin typeface="Times New Roman" panose="02020603050405020304" pitchFamily="18" charset="0"/>
                    <a:ea typeface="KaiTi" panose="02010609060101010101" pitchFamily="49" charset="-122"/>
                    <a:cs typeface="Times New Roman" panose="02020603050405020304" pitchFamily="18" charset="0"/>
                  </a:rPr>
                  <a:t>。</a:t>
                </a:r>
                <a:endParaRPr lang="en-US" altLang="zh-CN" sz="3200" dirty="0">
                  <a:solidFill>
                    <a:srgbClr val="22232A"/>
                  </a:solidFill>
                  <a:latin typeface="Times New Roman" panose="02020603050405020304" pitchFamily="18" charset="0"/>
                  <a:ea typeface="KaiTi" panose="02010609060101010101" pitchFamily="49" charset="-122"/>
                  <a:cs typeface="Times New Roman" panose="02020603050405020304" pitchFamily="18" charset="0"/>
                </a:endParaRPr>
              </a:p>
              <a:p>
                <a:pPr algn="just">
                  <a:lnSpc>
                    <a:spcPct val="150000"/>
                  </a:lnSpc>
                  <a:buClrTx/>
                  <a:buSzTx/>
                  <a:buFontTx/>
                </a:pPr>
                <a:r>
                  <a:rPr lang="zh-CN" altLang="en-US" sz="3200" dirty="0">
                    <a:solidFill>
                      <a:srgbClr val="22232A"/>
                    </a:solidFill>
                    <a:latin typeface="Times New Roman" panose="02020603050405020304" pitchFamily="18" charset="0"/>
                    <a:ea typeface="KaiTi" panose="02010609060101010101" pitchFamily="49" charset="-122"/>
                    <a:cs typeface="Times New Roman" panose="02020603050405020304" pitchFamily="18" charset="0"/>
                  </a:rPr>
                  <a:t>假设其在价格为</a:t>
                </a:r>
                <a:r>
                  <a:rPr lang="en-US" altLang="zh-CN" sz="3200" dirty="0">
                    <a:solidFill>
                      <a:srgbClr val="22232A"/>
                    </a:solidFill>
                    <a:latin typeface="Times New Roman" panose="02020603050405020304" pitchFamily="18" charset="0"/>
                    <a:ea typeface="KaiTi" panose="02010609060101010101" pitchFamily="49" charset="-122"/>
                    <a:cs typeface="Times New Roman" panose="02020603050405020304" pitchFamily="18" charset="0"/>
                  </a:rPr>
                  <a:t>p1,…,pa</a:t>
                </a:r>
                <a:r>
                  <a:rPr lang="zh-CN" altLang="en-US" sz="3200" dirty="0">
                    <a:solidFill>
                      <a:srgbClr val="22232A"/>
                    </a:solidFill>
                    <a:latin typeface="Times New Roman" panose="02020603050405020304" pitchFamily="18" charset="0"/>
                    <a:ea typeface="KaiTi" panose="02010609060101010101" pitchFamily="49" charset="-122"/>
                    <a:cs typeface="Times New Roman" panose="02020603050405020304" pitchFamily="18" charset="0"/>
                  </a:rPr>
                  <a:t>的天内买了</a:t>
                </a:r>
                <a:r>
                  <a:rPr lang="en-US" altLang="zh-CN" sz="3200" dirty="0">
                    <a:solidFill>
                      <a:srgbClr val="22232A"/>
                    </a:solidFill>
                    <a:latin typeface="Times New Roman" panose="02020603050405020304" pitchFamily="18" charset="0"/>
                    <a:ea typeface="KaiTi" panose="02010609060101010101" pitchFamily="49" charset="-122"/>
                    <a:cs typeface="Times New Roman" panose="02020603050405020304" pitchFamily="18" charset="0"/>
                  </a:rPr>
                  <a:t>x1,…,</a:t>
                </a:r>
                <a:r>
                  <a:rPr lang="en-US" altLang="zh-CN" sz="3200" dirty="0" err="1">
                    <a:solidFill>
                      <a:srgbClr val="22232A"/>
                    </a:solidFill>
                    <a:latin typeface="Times New Roman" panose="02020603050405020304" pitchFamily="18" charset="0"/>
                    <a:ea typeface="KaiTi" panose="02010609060101010101" pitchFamily="49" charset="-122"/>
                    <a:cs typeface="Times New Roman" panose="02020603050405020304" pitchFamily="18" charset="0"/>
                  </a:rPr>
                  <a:t>xa</a:t>
                </a:r>
                <a:r>
                  <a:rPr lang="zh-CN" altLang="en-US" sz="3200" dirty="0">
                    <a:solidFill>
                      <a:srgbClr val="22232A"/>
                    </a:solidFill>
                    <a:latin typeface="Times New Roman" panose="02020603050405020304" pitchFamily="18" charset="0"/>
                    <a:ea typeface="KaiTi" panose="02010609060101010101" pitchFamily="49" charset="-122"/>
                    <a:cs typeface="Times New Roman" panose="02020603050405020304" pitchFamily="18" charset="0"/>
                  </a:rPr>
                  <a:t>股，</a:t>
                </a:r>
                <a:r>
                  <a:rPr lang="en-US" altLang="zh-CN" sz="3200" dirty="0">
                    <a:solidFill>
                      <a:srgbClr val="22232A"/>
                    </a:solidFill>
                    <a:latin typeface="Times New Roman" panose="02020603050405020304" pitchFamily="18" charset="0"/>
                    <a:ea typeface="KaiTi" panose="02010609060101010101" pitchFamily="49" charset="-122"/>
                    <a:cs typeface="Times New Roman" panose="02020603050405020304" pitchFamily="18" charset="0"/>
                  </a:rPr>
                  <a:t>xi≠0</a:t>
                </a:r>
                <a:r>
                  <a:rPr lang="zh-CN" altLang="en-US" sz="3200" dirty="0">
                    <a:solidFill>
                      <a:srgbClr val="22232A"/>
                    </a:solidFill>
                    <a:latin typeface="Times New Roman" panose="02020603050405020304" pitchFamily="18" charset="0"/>
                    <a:ea typeface="KaiTi" panose="02010609060101010101" pitchFamily="49" charset="-122"/>
                    <a:cs typeface="Times New Roman" panose="02020603050405020304" pitchFamily="18" charset="0"/>
                  </a:rPr>
                  <a:t>；在价格为</a:t>
                </a:r>
                <a:r>
                  <a:rPr lang="en-US" altLang="zh-CN" sz="3200" dirty="0">
                    <a:solidFill>
                      <a:srgbClr val="22232A"/>
                    </a:solidFill>
                    <a:latin typeface="Times New Roman" panose="02020603050405020304" pitchFamily="18" charset="0"/>
                    <a:ea typeface="KaiTi" panose="02010609060101010101" pitchFamily="49" charset="-122"/>
                    <a:cs typeface="Times New Roman" panose="02020603050405020304" pitchFamily="18" charset="0"/>
                  </a:rPr>
                  <a:t>q1,…,</a:t>
                </a:r>
                <a:r>
                  <a:rPr lang="en-US" altLang="zh-CN" sz="3200" dirty="0" err="1">
                    <a:solidFill>
                      <a:srgbClr val="22232A"/>
                    </a:solidFill>
                    <a:latin typeface="Times New Roman" panose="02020603050405020304" pitchFamily="18" charset="0"/>
                    <a:ea typeface="KaiTi" panose="02010609060101010101" pitchFamily="49" charset="-122"/>
                    <a:cs typeface="Times New Roman" panose="02020603050405020304" pitchFamily="18" charset="0"/>
                  </a:rPr>
                  <a:t>qb</a:t>
                </a:r>
                <a:r>
                  <a:rPr lang="zh-CN" altLang="en-US" sz="3200" dirty="0">
                    <a:solidFill>
                      <a:srgbClr val="22232A"/>
                    </a:solidFill>
                    <a:latin typeface="Times New Roman" panose="02020603050405020304" pitchFamily="18" charset="0"/>
                    <a:ea typeface="KaiTi" panose="02010609060101010101" pitchFamily="49" charset="-122"/>
                    <a:cs typeface="Times New Roman" panose="02020603050405020304" pitchFamily="18" charset="0"/>
                  </a:rPr>
                  <a:t>天内卖了</a:t>
                </a:r>
                <a:r>
                  <a:rPr lang="en-US" altLang="zh-CN" sz="3200" dirty="0">
                    <a:solidFill>
                      <a:srgbClr val="22232A"/>
                    </a:solidFill>
                    <a:latin typeface="Times New Roman" panose="02020603050405020304" pitchFamily="18" charset="0"/>
                    <a:ea typeface="KaiTi" panose="02010609060101010101" pitchFamily="49" charset="-122"/>
                    <a:cs typeface="Times New Roman" panose="02020603050405020304" pitchFamily="18" charset="0"/>
                  </a:rPr>
                  <a:t>y1,…,</a:t>
                </a:r>
                <a:r>
                  <a:rPr lang="en-US" altLang="zh-CN" sz="3200" dirty="0" err="1">
                    <a:solidFill>
                      <a:srgbClr val="22232A"/>
                    </a:solidFill>
                    <a:latin typeface="Times New Roman" panose="02020603050405020304" pitchFamily="18" charset="0"/>
                    <a:ea typeface="KaiTi" panose="02010609060101010101" pitchFamily="49" charset="-122"/>
                    <a:cs typeface="Times New Roman" panose="02020603050405020304" pitchFamily="18" charset="0"/>
                  </a:rPr>
                  <a:t>yb</a:t>
                </a:r>
                <a:r>
                  <a:rPr lang="zh-CN" altLang="en-US" sz="3200" dirty="0">
                    <a:solidFill>
                      <a:srgbClr val="22232A"/>
                    </a:solidFill>
                    <a:latin typeface="Times New Roman" panose="02020603050405020304" pitchFamily="18" charset="0"/>
                    <a:ea typeface="KaiTi" panose="02010609060101010101" pitchFamily="49" charset="-122"/>
                    <a:cs typeface="Times New Roman" panose="02020603050405020304" pitchFamily="18" charset="0"/>
                  </a:rPr>
                  <a:t>股。</a:t>
                </a:r>
                <a:endParaRPr lang="en-US" altLang="zh-CN" sz="3200" dirty="0">
                  <a:solidFill>
                    <a:srgbClr val="22232A"/>
                  </a:solidFill>
                  <a:latin typeface="Times New Roman" panose="02020603050405020304" pitchFamily="18" charset="0"/>
                  <a:ea typeface="KaiTi" panose="02010609060101010101" pitchFamily="49" charset="-122"/>
                  <a:cs typeface="Times New Roman" panose="02020603050405020304" pitchFamily="18" charset="0"/>
                </a:endParaRPr>
              </a:p>
              <a:p>
                <a:pPr algn="just">
                  <a:lnSpc>
                    <a:spcPct val="150000"/>
                  </a:lnSpc>
                  <a:buClrTx/>
                  <a:buSzTx/>
                  <a:buFontTx/>
                </a:pPr>
                <a:r>
                  <a:rPr lang="zh-CN" altLang="en-US" sz="3200" dirty="0">
                    <a:solidFill>
                      <a:srgbClr val="22232A"/>
                    </a:solidFill>
                    <a:latin typeface="Times New Roman" panose="02020603050405020304" pitchFamily="18" charset="0"/>
                    <a:ea typeface="KaiTi" panose="02010609060101010101" pitchFamily="49" charset="-122"/>
                    <a:cs typeface="Times New Roman" panose="02020603050405020304" pitchFamily="18" charset="0"/>
                  </a:rPr>
                  <a:t>假设最后一天价格为</a:t>
                </a:r>
                <a:r>
                  <a:rPr lang="en-US" altLang="zh-CN" sz="3200" dirty="0">
                    <a:solidFill>
                      <a:srgbClr val="22232A"/>
                    </a:solidFill>
                    <a:latin typeface="Times New Roman" panose="02020603050405020304" pitchFamily="18" charset="0"/>
                    <a:ea typeface="KaiTi" panose="02010609060101010101" pitchFamily="49" charset="-122"/>
                    <a:cs typeface="Times New Roman" panose="02020603050405020304" pitchFamily="18" charset="0"/>
                  </a:rPr>
                  <a:t>p</a:t>
                </a:r>
                <a:r>
                  <a:rPr lang="zh-CN" altLang="en-US" sz="3200" dirty="0">
                    <a:solidFill>
                      <a:srgbClr val="22232A"/>
                    </a:solidFill>
                    <a:latin typeface="Times New Roman" panose="02020603050405020304" pitchFamily="18" charset="0"/>
                    <a:ea typeface="KaiTi" panose="02010609060101010101" pitchFamily="49" charset="-122"/>
                    <a:cs typeface="Times New Roman" panose="02020603050405020304" pitchFamily="18" charset="0"/>
                  </a:rPr>
                  <a:t>。</a:t>
                </a:r>
                <a:endParaRPr lang="en-US" altLang="zh-CN" sz="3200" dirty="0">
                  <a:solidFill>
                    <a:srgbClr val="22232A"/>
                  </a:solidFill>
                  <a:latin typeface="Times New Roman" panose="02020603050405020304" pitchFamily="18" charset="0"/>
                  <a:ea typeface="KaiTi" panose="02010609060101010101" pitchFamily="49" charset="-122"/>
                  <a:cs typeface="Times New Roman" panose="02020603050405020304" pitchFamily="18" charset="0"/>
                </a:endParaRPr>
              </a:p>
              <a:p>
                <a:pPr algn="just">
                  <a:lnSpc>
                    <a:spcPct val="150000"/>
                  </a:lnSpc>
                  <a:buClrTx/>
                  <a:buSzTx/>
                  <a:buFontTx/>
                </a:pPr>
                <a:r>
                  <a:rPr lang="zh-CN" altLang="en-US" sz="3200" dirty="0">
                    <a:solidFill>
                      <a:srgbClr val="22232A"/>
                    </a:solidFill>
                    <a:latin typeface="Times New Roman" panose="02020603050405020304" pitchFamily="18" charset="0"/>
                    <a:ea typeface="KaiTi" panose="02010609060101010101" pitchFamily="49" charset="-122"/>
                    <a:cs typeface="Times New Roman" panose="02020603050405020304" pitchFamily="18" charset="0"/>
                  </a:rPr>
                  <a:t>则：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zh-CN" sz="3200" i="1" dirty="0" smtClean="0">
                        <a:solidFill>
                          <a:srgbClr val="22232A"/>
                        </a:solidFill>
                        <a:latin typeface="Cambria Math" panose="02040503050406030204" pitchFamily="18" charset="0"/>
                        <a:ea typeface="KaiTi" panose="02010609060101010101" pitchFamily="49" charset="-122"/>
                        <a:cs typeface="Times New Roman" panose="02020603050405020304" pitchFamily="18" charset="0"/>
                      </a:rPr>
                      <m:t>A</m:t>
                    </m:r>
                    <m:r>
                      <a:rPr lang="en-US" altLang="zh-CN" sz="3200" b="0" i="1" dirty="0" smtClean="0">
                        <a:solidFill>
                          <a:srgbClr val="22232A"/>
                        </a:solidFill>
                        <a:latin typeface="Cambria Math" panose="02040503050406030204" pitchFamily="18" charset="0"/>
                        <a:ea typeface="KaiTi" panose="02010609060101010101" pitchFamily="49" charset="-122"/>
                        <a:cs typeface="Times New Roman" panose="02020603050405020304" pitchFamily="18" charset="0"/>
                      </a:rPr>
                      <m:t>𝑙𝑙</m:t>
                    </m:r>
                    <m:d>
                      <m:dPr>
                        <m:begChr m:val="["/>
                        <m:endChr m:val="]"/>
                        <m:ctrlPr>
                          <a:rPr lang="en-US" altLang="zh-CN" sz="3200" b="0" i="1" dirty="0" smtClean="0">
                            <a:solidFill>
                              <a:srgbClr val="22232A"/>
                            </a:solidFill>
                            <a:latin typeface="Cambria Math" panose="02040503050406030204" pitchFamily="18" charset="0"/>
                            <a:ea typeface="KaiTi" panose="02010609060101010101" pitchFamily="49" charset="-122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en-US" altLang="zh-CN" sz="3200" b="0" i="1" dirty="0" smtClean="0">
                            <a:solidFill>
                              <a:srgbClr val="22232A"/>
                            </a:solidFill>
                            <a:latin typeface="Cambria Math" panose="02040503050406030204" pitchFamily="18" charset="0"/>
                            <a:ea typeface="KaiTi" panose="02010609060101010101" pitchFamily="49" charset="-122"/>
                            <a:cs typeface="Times New Roman" panose="02020603050405020304" pitchFamily="18" charset="0"/>
                          </a:rPr>
                          <m:t>𝑁</m:t>
                        </m:r>
                      </m:e>
                    </m:d>
                    <m:d>
                      <m:dPr>
                        <m:begChr m:val="["/>
                        <m:endChr m:val="]"/>
                        <m:ctrlPr>
                          <a:rPr lang="en-US" altLang="zh-CN" sz="3200" b="0" i="1" dirty="0" smtClean="0">
                            <a:solidFill>
                              <a:srgbClr val="22232A"/>
                            </a:solidFill>
                            <a:latin typeface="Cambria Math" panose="02040503050406030204" pitchFamily="18" charset="0"/>
                            <a:ea typeface="KaiTi" panose="02010609060101010101" pitchFamily="49" charset="-122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en-US" altLang="zh-CN" sz="3200" b="0" i="1" dirty="0" smtClean="0">
                            <a:solidFill>
                              <a:srgbClr val="22232A"/>
                            </a:solidFill>
                            <a:latin typeface="Cambria Math" panose="02040503050406030204" pitchFamily="18" charset="0"/>
                            <a:ea typeface="KaiTi" panose="02010609060101010101" pitchFamily="49" charset="-122"/>
                            <a:cs typeface="Times New Roman" panose="02020603050405020304" pitchFamily="18" charset="0"/>
                          </a:rPr>
                          <m:t>𝑛</m:t>
                        </m:r>
                      </m:e>
                    </m:d>
                    <m:r>
                      <a:rPr lang="en-US" altLang="zh-CN" sz="3200" b="0" i="1" dirty="0" smtClean="0">
                        <a:solidFill>
                          <a:srgbClr val="22232A"/>
                        </a:solidFill>
                        <a:latin typeface="Cambria Math" panose="02040503050406030204" pitchFamily="18" charset="0"/>
                        <a:ea typeface="KaiTi" panose="02010609060101010101" pitchFamily="49" charset="-122"/>
                        <a:cs typeface="Times New Roman" panose="02020603050405020304" pitchFamily="18" charset="0"/>
                      </a:rPr>
                      <m:t>=−∑</m:t>
                    </m:r>
                    <m:sSub>
                      <m:sSubPr>
                        <m:ctrlPr>
                          <a:rPr lang="en-US" altLang="zh-CN" sz="3200" b="0" i="1" dirty="0" smtClean="0">
                            <a:solidFill>
                              <a:srgbClr val="22232A"/>
                            </a:solidFill>
                            <a:latin typeface="Cambria Math" panose="02040503050406030204" pitchFamily="18" charset="0"/>
                            <a:ea typeface="KaiTi" panose="02010609060101010101" pitchFamily="49" charset="-122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CN" sz="3200" b="0" i="1" dirty="0" smtClean="0">
                            <a:solidFill>
                              <a:srgbClr val="22232A"/>
                            </a:solidFill>
                            <a:latin typeface="Cambria Math" panose="02040503050406030204" pitchFamily="18" charset="0"/>
                            <a:ea typeface="KaiTi" panose="02010609060101010101" pitchFamily="49" charset="-122"/>
                            <a:cs typeface="Times New Roman" panose="020206030504050203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zh-CN" sz="3200" b="0" i="1" dirty="0" smtClean="0">
                            <a:solidFill>
                              <a:srgbClr val="22232A"/>
                            </a:solidFill>
                            <a:latin typeface="Cambria Math" panose="02040503050406030204" pitchFamily="18" charset="0"/>
                            <a:ea typeface="KaiTi" panose="02010609060101010101" pitchFamily="49" charset="-122"/>
                            <a:cs typeface="Times New Roman" panose="02020603050405020304" pitchFamily="18" charset="0"/>
                          </a:rPr>
                          <m:t>𝑖</m:t>
                        </m:r>
                      </m:sub>
                    </m:sSub>
                    <m:sSub>
                      <m:sSubPr>
                        <m:ctrlPr>
                          <a:rPr lang="en-US" altLang="zh-CN" sz="3200" b="0" i="1" dirty="0" smtClean="0">
                            <a:solidFill>
                              <a:srgbClr val="22232A"/>
                            </a:solidFill>
                            <a:latin typeface="Cambria Math" panose="02040503050406030204" pitchFamily="18" charset="0"/>
                            <a:ea typeface="KaiTi" panose="02010609060101010101" pitchFamily="49" charset="-122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CN" sz="3200" b="0" i="1" dirty="0" smtClean="0">
                            <a:solidFill>
                              <a:srgbClr val="22232A"/>
                            </a:solidFill>
                            <a:latin typeface="Cambria Math" panose="02040503050406030204" pitchFamily="18" charset="0"/>
                            <a:ea typeface="KaiTi" panose="02010609060101010101" pitchFamily="49" charset="-122"/>
                            <a:cs typeface="Times New Roman" panose="02020603050405020304" pitchFamily="18" charset="0"/>
                          </a:rPr>
                          <m:t>𝑝</m:t>
                        </m:r>
                      </m:e>
                      <m:sub>
                        <m:r>
                          <a:rPr lang="en-US" altLang="zh-CN" sz="3200" b="0" i="1" dirty="0" smtClean="0">
                            <a:solidFill>
                              <a:srgbClr val="22232A"/>
                            </a:solidFill>
                            <a:latin typeface="Cambria Math" panose="02040503050406030204" pitchFamily="18" charset="0"/>
                            <a:ea typeface="KaiTi" panose="02010609060101010101" pitchFamily="49" charset="-122"/>
                            <a:cs typeface="Times New Roman" panose="02020603050405020304" pitchFamily="18" charset="0"/>
                          </a:rPr>
                          <m:t>𝑖</m:t>
                        </m:r>
                      </m:sub>
                    </m:sSub>
                    <m:r>
                      <a:rPr lang="en-US" altLang="zh-CN" sz="3200" b="0" i="1" dirty="0" smtClean="0">
                        <a:solidFill>
                          <a:srgbClr val="22232A"/>
                        </a:solidFill>
                        <a:latin typeface="Cambria Math" panose="02040503050406030204" pitchFamily="18" charset="0"/>
                        <a:ea typeface="KaiTi" panose="02010609060101010101" pitchFamily="49" charset="-122"/>
                        <a:cs typeface="Times New Roman" panose="02020603050405020304" pitchFamily="18" charset="0"/>
                      </a:rPr>
                      <m:t>+∑</m:t>
                    </m:r>
                    <m:sSub>
                      <m:sSubPr>
                        <m:ctrlPr>
                          <a:rPr lang="en-US" altLang="zh-CN" sz="3200" b="0" i="1" dirty="0" smtClean="0">
                            <a:solidFill>
                              <a:srgbClr val="22232A"/>
                            </a:solidFill>
                            <a:latin typeface="Cambria Math" panose="02040503050406030204" pitchFamily="18" charset="0"/>
                            <a:ea typeface="KaiTi" panose="02010609060101010101" pitchFamily="49" charset="-122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CN" sz="3200" b="0" i="1" dirty="0" smtClean="0">
                            <a:solidFill>
                              <a:srgbClr val="22232A"/>
                            </a:solidFill>
                            <a:latin typeface="Cambria Math" panose="02040503050406030204" pitchFamily="18" charset="0"/>
                            <a:ea typeface="KaiTi" panose="02010609060101010101" pitchFamily="49" charset="-122"/>
                            <a:cs typeface="Times New Roman" panose="02020603050405020304" pitchFamily="18" charset="0"/>
                          </a:rPr>
                          <m:t>𝑦</m:t>
                        </m:r>
                      </m:e>
                      <m:sub>
                        <m:r>
                          <a:rPr lang="en-US" altLang="zh-CN" sz="3200" b="0" i="1" dirty="0" smtClean="0">
                            <a:solidFill>
                              <a:srgbClr val="22232A"/>
                            </a:solidFill>
                            <a:latin typeface="Cambria Math" panose="02040503050406030204" pitchFamily="18" charset="0"/>
                            <a:ea typeface="KaiTi" panose="02010609060101010101" pitchFamily="49" charset="-122"/>
                            <a:cs typeface="Times New Roman" panose="02020603050405020304" pitchFamily="18" charset="0"/>
                          </a:rPr>
                          <m:t>𝑖</m:t>
                        </m:r>
                      </m:sub>
                    </m:sSub>
                    <m:sSub>
                      <m:sSubPr>
                        <m:ctrlPr>
                          <a:rPr lang="en-US" altLang="zh-CN" sz="3200" b="0" i="1" dirty="0" smtClean="0">
                            <a:solidFill>
                              <a:srgbClr val="22232A"/>
                            </a:solidFill>
                            <a:latin typeface="Cambria Math" panose="02040503050406030204" pitchFamily="18" charset="0"/>
                            <a:ea typeface="KaiTi" panose="02010609060101010101" pitchFamily="49" charset="-122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CN" sz="3200" b="0" i="1" dirty="0" smtClean="0">
                            <a:solidFill>
                              <a:srgbClr val="22232A"/>
                            </a:solidFill>
                            <a:latin typeface="Cambria Math" panose="02040503050406030204" pitchFamily="18" charset="0"/>
                            <a:ea typeface="KaiTi" panose="02010609060101010101" pitchFamily="49" charset="-122"/>
                            <a:cs typeface="Times New Roman" panose="02020603050405020304" pitchFamily="18" charset="0"/>
                          </a:rPr>
                          <m:t>𝑞</m:t>
                        </m:r>
                      </m:e>
                      <m:sub>
                        <m:r>
                          <a:rPr lang="en-US" altLang="zh-CN" sz="3200" b="0" i="1" dirty="0" smtClean="0">
                            <a:solidFill>
                              <a:srgbClr val="22232A"/>
                            </a:solidFill>
                            <a:latin typeface="Cambria Math" panose="02040503050406030204" pitchFamily="18" charset="0"/>
                            <a:ea typeface="KaiTi" panose="02010609060101010101" pitchFamily="49" charset="-122"/>
                            <a:cs typeface="Times New Roman" panose="02020603050405020304" pitchFamily="18" charset="0"/>
                          </a:rPr>
                          <m:t>𝑖</m:t>
                        </m:r>
                      </m:sub>
                    </m:sSub>
                    <m:r>
                      <a:rPr lang="en-US" altLang="zh-CN" sz="3200" b="0" i="1" dirty="0" smtClean="0">
                        <a:solidFill>
                          <a:srgbClr val="22232A"/>
                        </a:solidFill>
                        <a:latin typeface="Cambria Math" panose="02040503050406030204" pitchFamily="18" charset="0"/>
                        <a:ea typeface="KaiTi" panose="02010609060101010101" pitchFamily="49" charset="-122"/>
                        <a:cs typeface="Times New Roman" panose="02020603050405020304" pitchFamily="18" charset="0"/>
                      </a:rPr>
                      <m:t>−</m:t>
                    </m:r>
                    <m:d>
                      <m:dPr>
                        <m:ctrlPr>
                          <a:rPr lang="en-US" altLang="zh-CN" sz="3200" b="0" i="1" dirty="0" smtClean="0">
                            <a:solidFill>
                              <a:srgbClr val="22232A"/>
                            </a:solidFill>
                            <a:latin typeface="Cambria Math" panose="02040503050406030204" pitchFamily="18" charset="0"/>
                            <a:ea typeface="KaiTi" panose="02010609060101010101" pitchFamily="49" charset="-122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en-US" altLang="zh-CN" sz="3200" b="0" i="1" dirty="0" smtClean="0">
                            <a:solidFill>
                              <a:srgbClr val="22232A"/>
                            </a:solidFill>
                            <a:latin typeface="Cambria Math" panose="02040503050406030204" pitchFamily="18" charset="0"/>
                            <a:ea typeface="KaiTi" panose="02010609060101010101" pitchFamily="49" charset="-122"/>
                            <a:cs typeface="Times New Roman" panose="02020603050405020304" pitchFamily="18" charset="0"/>
                          </a:rPr>
                          <m:t>∑</m:t>
                        </m:r>
                        <m:sSub>
                          <m:sSubPr>
                            <m:ctrlPr>
                              <a:rPr lang="en-US" altLang="zh-CN" sz="3200" b="0" i="1" dirty="0" smtClean="0">
                                <a:solidFill>
                                  <a:srgbClr val="22232A"/>
                                </a:solidFill>
                                <a:latin typeface="Cambria Math" panose="02040503050406030204" pitchFamily="18" charset="0"/>
                                <a:ea typeface="KaiTi" panose="02010609060101010101" pitchFamily="49" charset="-122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3200" b="0" i="1" dirty="0" smtClean="0">
                                <a:solidFill>
                                  <a:srgbClr val="22232A"/>
                                </a:solidFill>
                                <a:latin typeface="Cambria Math" panose="02040503050406030204" pitchFamily="18" charset="0"/>
                                <a:ea typeface="KaiTi" panose="02010609060101010101" pitchFamily="49" charset="-122"/>
                                <a:cs typeface="Times New Roman" panose="020206030504050203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altLang="zh-CN" sz="3200" b="0" i="1" dirty="0" smtClean="0">
                                <a:solidFill>
                                  <a:srgbClr val="22232A"/>
                                </a:solidFill>
                                <a:latin typeface="Cambria Math" panose="02040503050406030204" pitchFamily="18" charset="0"/>
                                <a:ea typeface="KaiTi" panose="02010609060101010101" pitchFamily="49" charset="-122"/>
                                <a:cs typeface="Times New Roman" panose="02020603050405020304" pitchFamily="18" charset="0"/>
                              </a:rPr>
                              <m:t>𝑖</m:t>
                            </m:r>
                          </m:sub>
                        </m:sSub>
                        <m:r>
                          <a:rPr lang="en-US" altLang="zh-CN" sz="3200" b="0" i="1" dirty="0" smtClean="0">
                            <a:solidFill>
                              <a:srgbClr val="22232A"/>
                            </a:solidFill>
                            <a:latin typeface="Cambria Math" panose="02040503050406030204" pitchFamily="18" charset="0"/>
                            <a:ea typeface="KaiTi" panose="02010609060101010101" pitchFamily="49" charset="-122"/>
                            <a:cs typeface="Times New Roman" panose="02020603050405020304" pitchFamily="18" charset="0"/>
                          </a:rPr>
                          <m:t>+∑</m:t>
                        </m:r>
                        <m:sSub>
                          <m:sSubPr>
                            <m:ctrlPr>
                              <a:rPr lang="en-US" altLang="zh-CN" sz="3200" b="0" i="1" dirty="0" smtClean="0">
                                <a:solidFill>
                                  <a:srgbClr val="22232A"/>
                                </a:solidFill>
                                <a:latin typeface="Cambria Math" panose="02040503050406030204" pitchFamily="18" charset="0"/>
                                <a:ea typeface="KaiTi" panose="02010609060101010101" pitchFamily="49" charset="-122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3200" b="0" i="1" dirty="0" smtClean="0">
                                <a:solidFill>
                                  <a:srgbClr val="22232A"/>
                                </a:solidFill>
                                <a:latin typeface="Cambria Math" panose="02040503050406030204" pitchFamily="18" charset="0"/>
                                <a:ea typeface="KaiTi" panose="02010609060101010101" pitchFamily="49" charset="-122"/>
                                <a:cs typeface="Times New Roman" panose="02020603050405020304" pitchFamily="18" charset="0"/>
                              </a:rPr>
                              <m:t>𝑦</m:t>
                            </m:r>
                          </m:e>
                          <m:sub>
                            <m:r>
                              <a:rPr lang="en-US" altLang="zh-CN" sz="3200" b="0" i="1" dirty="0" smtClean="0">
                                <a:solidFill>
                                  <a:srgbClr val="22232A"/>
                                </a:solidFill>
                                <a:latin typeface="Cambria Math" panose="02040503050406030204" pitchFamily="18" charset="0"/>
                                <a:ea typeface="KaiTi" panose="02010609060101010101" pitchFamily="49" charset="-122"/>
                                <a:cs typeface="Times New Roman" panose="02020603050405020304" pitchFamily="18" charset="0"/>
                              </a:rPr>
                              <m:t>𝑖</m:t>
                            </m:r>
                          </m:sub>
                        </m:sSub>
                      </m:e>
                    </m:d>
                    <m:r>
                      <a:rPr lang="en-US" altLang="zh-CN" sz="3200" b="0" i="1" dirty="0" smtClean="0">
                        <a:solidFill>
                          <a:srgbClr val="22232A"/>
                        </a:solidFill>
                        <a:latin typeface="Cambria Math" panose="02040503050406030204" pitchFamily="18" charset="0"/>
                        <a:ea typeface="KaiTi" panose="02010609060101010101" pitchFamily="49" charset="-122"/>
                        <a:cs typeface="Times New Roman" panose="02020603050405020304" pitchFamily="18" charset="0"/>
                      </a:rPr>
                      <m:t>⋅</m:t>
                    </m:r>
                    <m:r>
                      <a:rPr lang="en-US" altLang="zh-CN" sz="3200" b="0" i="1" dirty="0" smtClean="0">
                        <a:solidFill>
                          <a:srgbClr val="22232A"/>
                        </a:solidFill>
                        <a:latin typeface="Cambria Math" panose="02040503050406030204" pitchFamily="18" charset="0"/>
                        <a:ea typeface="KaiTi" panose="02010609060101010101" pitchFamily="49" charset="-122"/>
                        <a:cs typeface="Times New Roman" panose="02020603050405020304" pitchFamily="18" charset="0"/>
                      </a:rPr>
                      <m:t>𝑓𝑒𝑒</m:t>
                    </m:r>
                    <m:r>
                      <a:rPr lang="en-US" altLang="zh-CN" sz="3200" b="0" i="1" dirty="0" smtClean="0">
                        <a:solidFill>
                          <a:srgbClr val="22232A"/>
                        </a:solidFill>
                        <a:latin typeface="Cambria Math" panose="02040503050406030204" pitchFamily="18" charset="0"/>
                        <a:ea typeface="KaiTi" panose="02010609060101010101" pitchFamily="49" charset="-122"/>
                        <a:cs typeface="Times New Roman" panose="02020603050405020304" pitchFamily="18" charset="0"/>
                      </a:rPr>
                      <m:t>+</m:t>
                    </m:r>
                    <m:d>
                      <m:dPr>
                        <m:ctrlPr>
                          <a:rPr lang="en-US" altLang="zh-CN" sz="3200" b="0" i="1" dirty="0" smtClean="0">
                            <a:solidFill>
                              <a:srgbClr val="22232A"/>
                            </a:solidFill>
                            <a:latin typeface="Cambria Math" panose="02040503050406030204" pitchFamily="18" charset="0"/>
                            <a:ea typeface="KaiTi" panose="02010609060101010101" pitchFamily="49" charset="-122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en-US" altLang="zh-CN" sz="3200" i="1" dirty="0">
                            <a:solidFill>
                              <a:srgbClr val="22232A"/>
                            </a:solidFill>
                            <a:latin typeface="Cambria Math" panose="02040503050406030204" pitchFamily="18" charset="0"/>
                            <a:ea typeface="KaiTi" panose="02010609060101010101" pitchFamily="49" charset="-122"/>
                            <a:cs typeface="Times New Roman" panose="02020603050405020304" pitchFamily="18" charset="0"/>
                          </a:rPr>
                          <m:t>∑</m:t>
                        </m:r>
                        <m:sSub>
                          <m:sSubPr>
                            <m:ctrlPr>
                              <a:rPr lang="en-US" altLang="zh-CN" sz="3200" i="1" dirty="0">
                                <a:solidFill>
                                  <a:srgbClr val="22232A"/>
                                </a:solidFill>
                                <a:latin typeface="Cambria Math" panose="02040503050406030204" pitchFamily="18" charset="0"/>
                                <a:ea typeface="KaiTi" panose="02010609060101010101" pitchFamily="49" charset="-122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3200" i="1" dirty="0">
                                <a:solidFill>
                                  <a:srgbClr val="22232A"/>
                                </a:solidFill>
                                <a:latin typeface="Cambria Math" panose="02040503050406030204" pitchFamily="18" charset="0"/>
                                <a:ea typeface="KaiTi" panose="02010609060101010101" pitchFamily="49" charset="-122"/>
                                <a:cs typeface="Times New Roman" panose="020206030504050203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altLang="zh-CN" sz="3200" i="1" dirty="0">
                                <a:solidFill>
                                  <a:srgbClr val="22232A"/>
                                </a:solidFill>
                                <a:latin typeface="Cambria Math" panose="02040503050406030204" pitchFamily="18" charset="0"/>
                                <a:ea typeface="KaiTi" panose="02010609060101010101" pitchFamily="49" charset="-122"/>
                                <a:cs typeface="Times New Roman" panose="02020603050405020304" pitchFamily="18" charset="0"/>
                              </a:rPr>
                              <m:t>𝑖</m:t>
                            </m:r>
                          </m:sub>
                        </m:sSub>
                        <m:r>
                          <a:rPr lang="en-US" altLang="zh-CN" sz="3200" b="0" i="1" dirty="0" smtClean="0">
                            <a:solidFill>
                              <a:srgbClr val="22232A"/>
                            </a:solidFill>
                            <a:latin typeface="Cambria Math" panose="02040503050406030204" pitchFamily="18" charset="0"/>
                            <a:ea typeface="KaiTi" panose="02010609060101010101" pitchFamily="49" charset="-122"/>
                            <a:cs typeface="Times New Roman" panose="02020603050405020304" pitchFamily="18" charset="0"/>
                          </a:rPr>
                          <m:t>−</m:t>
                        </m:r>
                        <m:r>
                          <a:rPr lang="en-US" altLang="zh-CN" sz="3200" i="1" dirty="0">
                            <a:solidFill>
                              <a:srgbClr val="22232A"/>
                            </a:solidFill>
                            <a:latin typeface="Cambria Math" panose="02040503050406030204" pitchFamily="18" charset="0"/>
                            <a:ea typeface="KaiTi" panose="02010609060101010101" pitchFamily="49" charset="-122"/>
                            <a:cs typeface="Times New Roman" panose="02020603050405020304" pitchFamily="18" charset="0"/>
                          </a:rPr>
                          <m:t>∑</m:t>
                        </m:r>
                        <m:sSub>
                          <m:sSubPr>
                            <m:ctrlPr>
                              <a:rPr lang="en-US" altLang="zh-CN" sz="3200" i="1" dirty="0">
                                <a:solidFill>
                                  <a:srgbClr val="22232A"/>
                                </a:solidFill>
                                <a:latin typeface="Cambria Math" panose="02040503050406030204" pitchFamily="18" charset="0"/>
                                <a:ea typeface="KaiTi" panose="02010609060101010101" pitchFamily="49" charset="-122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3200" i="1" dirty="0">
                                <a:solidFill>
                                  <a:srgbClr val="22232A"/>
                                </a:solidFill>
                                <a:latin typeface="Cambria Math" panose="02040503050406030204" pitchFamily="18" charset="0"/>
                                <a:ea typeface="KaiTi" panose="02010609060101010101" pitchFamily="49" charset="-122"/>
                                <a:cs typeface="Times New Roman" panose="02020603050405020304" pitchFamily="18" charset="0"/>
                              </a:rPr>
                              <m:t>𝑦</m:t>
                            </m:r>
                          </m:e>
                          <m:sub>
                            <m:r>
                              <a:rPr lang="en-US" altLang="zh-CN" sz="3200" i="1" dirty="0">
                                <a:solidFill>
                                  <a:srgbClr val="22232A"/>
                                </a:solidFill>
                                <a:latin typeface="Cambria Math" panose="02040503050406030204" pitchFamily="18" charset="0"/>
                                <a:ea typeface="KaiTi" panose="02010609060101010101" pitchFamily="49" charset="-122"/>
                                <a:cs typeface="Times New Roman" panose="02020603050405020304" pitchFamily="18" charset="0"/>
                              </a:rPr>
                              <m:t>𝑖</m:t>
                            </m:r>
                          </m:sub>
                        </m:sSub>
                      </m:e>
                    </m:d>
                    <m:r>
                      <a:rPr lang="en-US" altLang="zh-CN" sz="3200" b="0" i="1" dirty="0" smtClean="0">
                        <a:solidFill>
                          <a:srgbClr val="22232A"/>
                        </a:solidFill>
                        <a:latin typeface="Cambria Math" panose="02040503050406030204" pitchFamily="18" charset="0"/>
                        <a:ea typeface="KaiTi" panose="02010609060101010101" pitchFamily="49" charset="-122"/>
                        <a:cs typeface="Times New Roman" panose="02020603050405020304" pitchFamily="18" charset="0"/>
                      </a:rPr>
                      <m:t>∗</m:t>
                    </m:r>
                    <m:r>
                      <a:rPr lang="en-US" altLang="zh-CN" sz="3200" b="0" i="1" dirty="0" smtClean="0">
                        <a:solidFill>
                          <a:srgbClr val="22232A"/>
                        </a:solidFill>
                        <a:latin typeface="Cambria Math" panose="02040503050406030204" pitchFamily="18" charset="0"/>
                        <a:ea typeface="KaiTi" panose="02010609060101010101" pitchFamily="49" charset="-122"/>
                        <a:cs typeface="Times New Roman" panose="02020603050405020304" pitchFamily="18" charset="0"/>
                      </a:rPr>
                      <m:t>𝑝</m:t>
                    </m:r>
                  </m:oMath>
                </a14:m>
                <a:endParaRPr lang="en-US" altLang="zh-CN" sz="3200" b="0" i="1" dirty="0">
                  <a:solidFill>
                    <a:srgbClr val="22232A"/>
                  </a:solidFill>
                  <a:latin typeface="Cambria Math" panose="02040503050406030204" pitchFamily="18" charset="0"/>
                  <a:ea typeface="KaiTi" panose="02010609060101010101" pitchFamily="49" charset="-122"/>
                  <a:cs typeface="Times New Roman" panose="02020603050405020304" pitchFamily="18" charset="0"/>
                </a:endParaRPr>
              </a:p>
              <a:p>
                <a:pPr algn="just">
                  <a:lnSpc>
                    <a:spcPct val="150000"/>
                  </a:lnSpc>
                  <a:buClrTx/>
                  <a:buSzTx/>
                  <a:buFontTx/>
                </a:pPr>
                <a:r>
                  <a:rPr lang="en-US" altLang="zh-CN" sz="3200" b="0" dirty="0">
                    <a:solidFill>
                      <a:srgbClr val="22232A"/>
                    </a:solidFill>
                    <a:ea typeface="KaiTi" panose="02010609060101010101" pitchFamily="49" charset="-122"/>
                    <a:cs typeface="Times New Roman" panose="02020603050405020304" pitchFamily="18" charset="0"/>
                  </a:rPr>
                  <a:t>			</a:t>
                </a:r>
                <a14:m>
                  <m:oMath xmlns:m="http://schemas.openxmlformats.org/officeDocument/2006/math">
                    <m:r>
                      <a:rPr lang="en-US" altLang="zh-CN" sz="3200" b="0" i="1" dirty="0" smtClean="0">
                        <a:solidFill>
                          <a:srgbClr val="22232A"/>
                        </a:solidFill>
                        <a:latin typeface="Cambria Math" panose="02040503050406030204" pitchFamily="18" charset="0"/>
                        <a:ea typeface="KaiTi" panose="02010609060101010101" pitchFamily="49" charset="-122"/>
                        <a:cs typeface="Times New Roman" panose="02020603050405020304" pitchFamily="18" charset="0"/>
                      </a:rPr>
                      <m:t>=∑</m:t>
                    </m:r>
                    <m:sSub>
                      <m:sSubPr>
                        <m:ctrlPr>
                          <a:rPr lang="en-US" altLang="zh-CN" sz="3200" b="0" i="1" dirty="0" smtClean="0">
                            <a:solidFill>
                              <a:srgbClr val="22232A"/>
                            </a:solidFill>
                            <a:latin typeface="Cambria Math" panose="02040503050406030204" pitchFamily="18" charset="0"/>
                            <a:ea typeface="KaiTi" panose="02010609060101010101" pitchFamily="49" charset="-122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CN" sz="3200" b="0" i="1" dirty="0" smtClean="0">
                            <a:solidFill>
                              <a:srgbClr val="22232A"/>
                            </a:solidFill>
                            <a:latin typeface="Cambria Math" panose="02040503050406030204" pitchFamily="18" charset="0"/>
                            <a:ea typeface="KaiTi" panose="02010609060101010101" pitchFamily="49" charset="-122"/>
                            <a:cs typeface="Times New Roman" panose="020206030504050203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zh-CN" sz="3200" b="0" i="1" dirty="0" smtClean="0">
                            <a:solidFill>
                              <a:srgbClr val="22232A"/>
                            </a:solidFill>
                            <a:latin typeface="Cambria Math" panose="02040503050406030204" pitchFamily="18" charset="0"/>
                            <a:ea typeface="KaiTi" panose="02010609060101010101" pitchFamily="49" charset="-122"/>
                            <a:cs typeface="Times New Roman" panose="02020603050405020304" pitchFamily="18" charset="0"/>
                          </a:rPr>
                          <m:t>𝑖</m:t>
                        </m:r>
                      </m:sub>
                    </m:sSub>
                    <m:d>
                      <m:dPr>
                        <m:ctrlPr>
                          <a:rPr lang="en-US" altLang="zh-CN" sz="3200" b="0" i="1" dirty="0" smtClean="0">
                            <a:solidFill>
                              <a:srgbClr val="22232A"/>
                            </a:solidFill>
                            <a:latin typeface="Cambria Math" panose="02040503050406030204" pitchFamily="18" charset="0"/>
                            <a:ea typeface="KaiTi" panose="02010609060101010101" pitchFamily="49" charset="-122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en-US" altLang="zh-CN" sz="3200" b="0" i="1" dirty="0" smtClean="0">
                            <a:solidFill>
                              <a:srgbClr val="22232A"/>
                            </a:solidFill>
                            <a:latin typeface="Cambria Math" panose="02040503050406030204" pitchFamily="18" charset="0"/>
                            <a:ea typeface="KaiTi" panose="02010609060101010101" pitchFamily="49" charset="-122"/>
                            <a:cs typeface="Times New Roman" panose="02020603050405020304" pitchFamily="18" charset="0"/>
                          </a:rPr>
                          <m:t>𝑝</m:t>
                        </m:r>
                        <m:r>
                          <a:rPr lang="en-US" altLang="zh-CN" sz="3200" b="0" i="1" dirty="0" smtClean="0">
                            <a:solidFill>
                              <a:srgbClr val="22232A"/>
                            </a:solidFill>
                            <a:latin typeface="Cambria Math" panose="02040503050406030204" pitchFamily="18" charset="0"/>
                            <a:ea typeface="KaiTi" panose="02010609060101010101" pitchFamily="49" charset="-122"/>
                            <a:cs typeface="Times New Roman" panose="02020603050405020304" pitchFamily="18" charset="0"/>
                          </a:rPr>
                          <m:t>−</m:t>
                        </m:r>
                        <m:sSub>
                          <m:sSubPr>
                            <m:ctrlPr>
                              <a:rPr lang="en-US" altLang="zh-CN" sz="3200" b="0" i="1" dirty="0" smtClean="0">
                                <a:solidFill>
                                  <a:srgbClr val="22232A"/>
                                </a:solidFill>
                                <a:latin typeface="Cambria Math" panose="02040503050406030204" pitchFamily="18" charset="0"/>
                                <a:ea typeface="KaiTi" panose="02010609060101010101" pitchFamily="49" charset="-122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3200" b="0" i="1" dirty="0" smtClean="0">
                                <a:solidFill>
                                  <a:srgbClr val="22232A"/>
                                </a:solidFill>
                                <a:latin typeface="Cambria Math" panose="02040503050406030204" pitchFamily="18" charset="0"/>
                                <a:ea typeface="KaiTi" panose="02010609060101010101" pitchFamily="49" charset="-122"/>
                                <a:cs typeface="Times New Roman" panose="02020603050405020304" pitchFamily="18" charset="0"/>
                              </a:rPr>
                              <m:t>𝑝</m:t>
                            </m:r>
                          </m:e>
                          <m:sub>
                            <m:r>
                              <a:rPr lang="en-US" altLang="zh-CN" sz="3200" b="0" i="1" dirty="0" smtClean="0">
                                <a:solidFill>
                                  <a:srgbClr val="22232A"/>
                                </a:solidFill>
                                <a:latin typeface="Cambria Math" panose="02040503050406030204" pitchFamily="18" charset="0"/>
                                <a:ea typeface="KaiTi" panose="02010609060101010101" pitchFamily="49" charset="-122"/>
                                <a:cs typeface="Times New Roman" panose="02020603050405020304" pitchFamily="18" charset="0"/>
                              </a:rPr>
                              <m:t>𝑖</m:t>
                            </m:r>
                          </m:sub>
                        </m:sSub>
                        <m:r>
                          <a:rPr lang="en-US" altLang="zh-CN" sz="3200" b="0" i="1" dirty="0" smtClean="0">
                            <a:solidFill>
                              <a:srgbClr val="22232A"/>
                            </a:solidFill>
                            <a:latin typeface="Cambria Math" panose="02040503050406030204" pitchFamily="18" charset="0"/>
                            <a:ea typeface="KaiTi" panose="02010609060101010101" pitchFamily="49" charset="-122"/>
                            <a:cs typeface="Times New Roman" panose="02020603050405020304" pitchFamily="18" charset="0"/>
                          </a:rPr>
                          <m:t>−</m:t>
                        </m:r>
                        <m:r>
                          <a:rPr lang="en-US" altLang="zh-CN" sz="3200" b="0" i="1" dirty="0" smtClean="0">
                            <a:solidFill>
                              <a:srgbClr val="22232A"/>
                            </a:solidFill>
                            <a:latin typeface="Cambria Math" panose="02040503050406030204" pitchFamily="18" charset="0"/>
                            <a:ea typeface="KaiTi" panose="02010609060101010101" pitchFamily="49" charset="-122"/>
                            <a:cs typeface="Times New Roman" panose="02020603050405020304" pitchFamily="18" charset="0"/>
                          </a:rPr>
                          <m:t>𝑓𝑒𝑒</m:t>
                        </m:r>
                      </m:e>
                    </m:d>
                    <m:r>
                      <a:rPr lang="en-US" altLang="zh-CN" sz="3200" b="0" i="1" dirty="0" smtClean="0">
                        <a:solidFill>
                          <a:srgbClr val="22232A"/>
                        </a:solidFill>
                        <a:latin typeface="Cambria Math" panose="02040503050406030204" pitchFamily="18" charset="0"/>
                        <a:ea typeface="KaiTi" panose="02010609060101010101" pitchFamily="49" charset="-122"/>
                        <a:cs typeface="Times New Roman" panose="02020603050405020304" pitchFamily="18" charset="0"/>
                      </a:rPr>
                      <m:t>+∑</m:t>
                    </m:r>
                    <m:sSub>
                      <m:sSubPr>
                        <m:ctrlPr>
                          <a:rPr lang="en-US" altLang="zh-CN" sz="3200" b="0" i="1" dirty="0" smtClean="0">
                            <a:solidFill>
                              <a:srgbClr val="22232A"/>
                            </a:solidFill>
                            <a:latin typeface="Cambria Math" panose="02040503050406030204" pitchFamily="18" charset="0"/>
                            <a:ea typeface="KaiTi" panose="02010609060101010101" pitchFamily="49" charset="-122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CN" sz="3200" b="0" i="1" dirty="0" smtClean="0">
                            <a:solidFill>
                              <a:srgbClr val="22232A"/>
                            </a:solidFill>
                            <a:latin typeface="Cambria Math" panose="02040503050406030204" pitchFamily="18" charset="0"/>
                            <a:ea typeface="KaiTi" panose="02010609060101010101" pitchFamily="49" charset="-122"/>
                            <a:cs typeface="Times New Roman" panose="02020603050405020304" pitchFamily="18" charset="0"/>
                          </a:rPr>
                          <m:t>𝑦</m:t>
                        </m:r>
                      </m:e>
                      <m:sub>
                        <m:r>
                          <a:rPr lang="en-US" altLang="zh-CN" sz="3200" b="0" i="1" dirty="0" smtClean="0">
                            <a:solidFill>
                              <a:srgbClr val="22232A"/>
                            </a:solidFill>
                            <a:latin typeface="Cambria Math" panose="02040503050406030204" pitchFamily="18" charset="0"/>
                            <a:ea typeface="KaiTi" panose="02010609060101010101" pitchFamily="49" charset="-122"/>
                            <a:cs typeface="Times New Roman" panose="02020603050405020304" pitchFamily="18" charset="0"/>
                          </a:rPr>
                          <m:t>𝑖</m:t>
                        </m:r>
                      </m:sub>
                    </m:sSub>
                    <m:r>
                      <a:rPr lang="en-US" altLang="zh-CN" sz="3200" b="0" i="1" dirty="0" smtClean="0">
                        <a:solidFill>
                          <a:srgbClr val="22232A"/>
                        </a:solidFill>
                        <a:latin typeface="Cambria Math" panose="02040503050406030204" pitchFamily="18" charset="0"/>
                        <a:ea typeface="KaiTi" panose="02010609060101010101" pitchFamily="49" charset="-122"/>
                        <a:cs typeface="Times New Roman" panose="02020603050405020304" pitchFamily="18" charset="0"/>
                      </a:rPr>
                      <m:t>(</m:t>
                    </m:r>
                    <m:sSub>
                      <m:sSubPr>
                        <m:ctrlPr>
                          <a:rPr lang="en-US" altLang="zh-CN" sz="3200" b="0" i="1" dirty="0" smtClean="0">
                            <a:solidFill>
                              <a:srgbClr val="22232A"/>
                            </a:solidFill>
                            <a:latin typeface="Cambria Math" panose="02040503050406030204" pitchFamily="18" charset="0"/>
                            <a:ea typeface="KaiTi" panose="02010609060101010101" pitchFamily="49" charset="-122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CN" sz="3200" b="0" i="1" dirty="0" smtClean="0">
                            <a:solidFill>
                              <a:srgbClr val="22232A"/>
                            </a:solidFill>
                            <a:latin typeface="Cambria Math" panose="02040503050406030204" pitchFamily="18" charset="0"/>
                            <a:ea typeface="KaiTi" panose="02010609060101010101" pitchFamily="49" charset="-122"/>
                            <a:cs typeface="Times New Roman" panose="02020603050405020304" pitchFamily="18" charset="0"/>
                          </a:rPr>
                          <m:t>𝑞</m:t>
                        </m:r>
                      </m:e>
                      <m:sub>
                        <m:r>
                          <a:rPr lang="en-US" altLang="zh-CN" sz="3200" b="0" i="1" dirty="0" smtClean="0">
                            <a:solidFill>
                              <a:srgbClr val="22232A"/>
                            </a:solidFill>
                            <a:latin typeface="Cambria Math" panose="02040503050406030204" pitchFamily="18" charset="0"/>
                            <a:ea typeface="KaiTi" panose="02010609060101010101" pitchFamily="49" charset="-122"/>
                            <a:cs typeface="Times New Roman" panose="02020603050405020304" pitchFamily="18" charset="0"/>
                          </a:rPr>
                          <m:t>𝑖</m:t>
                        </m:r>
                      </m:sub>
                    </m:sSub>
                    <m:r>
                      <a:rPr lang="en-US" altLang="zh-CN" sz="3200" b="0" i="1" dirty="0" smtClean="0">
                        <a:solidFill>
                          <a:srgbClr val="22232A"/>
                        </a:solidFill>
                        <a:latin typeface="Cambria Math" panose="02040503050406030204" pitchFamily="18" charset="0"/>
                        <a:ea typeface="KaiTi" panose="02010609060101010101" pitchFamily="49" charset="-122"/>
                        <a:cs typeface="Times New Roman" panose="02020603050405020304" pitchFamily="18" charset="0"/>
                      </a:rPr>
                      <m:t>−</m:t>
                    </m:r>
                    <m:r>
                      <a:rPr lang="en-US" altLang="zh-CN" sz="3200" b="0" i="1" dirty="0" smtClean="0">
                        <a:solidFill>
                          <a:srgbClr val="22232A"/>
                        </a:solidFill>
                        <a:latin typeface="Cambria Math" panose="02040503050406030204" pitchFamily="18" charset="0"/>
                        <a:ea typeface="KaiTi" panose="02010609060101010101" pitchFamily="49" charset="-122"/>
                        <a:cs typeface="Times New Roman" panose="02020603050405020304" pitchFamily="18" charset="0"/>
                      </a:rPr>
                      <m:t>𝑓𝑒𝑒</m:t>
                    </m:r>
                    <m:r>
                      <a:rPr lang="en-US" altLang="zh-CN" sz="3200" b="0" i="1" dirty="0" smtClean="0">
                        <a:solidFill>
                          <a:srgbClr val="22232A"/>
                        </a:solidFill>
                        <a:latin typeface="Cambria Math" panose="02040503050406030204" pitchFamily="18" charset="0"/>
                        <a:ea typeface="KaiTi" panose="02010609060101010101" pitchFamily="49" charset="-122"/>
                        <a:cs typeface="Times New Roman" panose="02020603050405020304" pitchFamily="18" charset="0"/>
                      </a:rPr>
                      <m:t>−</m:t>
                    </m:r>
                    <m:r>
                      <a:rPr lang="en-US" altLang="zh-CN" sz="3200" b="0" i="1" dirty="0" smtClean="0">
                        <a:solidFill>
                          <a:srgbClr val="22232A"/>
                        </a:solidFill>
                        <a:latin typeface="Cambria Math" panose="02040503050406030204" pitchFamily="18" charset="0"/>
                        <a:ea typeface="KaiTi" panose="02010609060101010101" pitchFamily="49" charset="-122"/>
                        <a:cs typeface="Times New Roman" panose="02020603050405020304" pitchFamily="18" charset="0"/>
                      </a:rPr>
                      <m:t>𝑝</m:t>
                    </m:r>
                    <m:r>
                      <a:rPr lang="en-US" altLang="zh-CN" sz="3200" b="0" i="1" dirty="0" smtClean="0">
                        <a:solidFill>
                          <a:srgbClr val="22232A"/>
                        </a:solidFill>
                        <a:latin typeface="Cambria Math" panose="02040503050406030204" pitchFamily="18" charset="0"/>
                        <a:ea typeface="KaiTi" panose="02010609060101010101" pitchFamily="49" charset="-122"/>
                        <a:cs typeface="Times New Roman" panose="02020603050405020304" pitchFamily="18" charset="0"/>
                      </a:rPr>
                      <m:t>)</m:t>
                    </m:r>
                  </m:oMath>
                </a14:m>
                <a:endParaRPr lang="en-US" altLang="zh-CN" sz="3200" b="0" dirty="0">
                  <a:solidFill>
                    <a:srgbClr val="22232A"/>
                  </a:solidFill>
                  <a:latin typeface="Times New Roman" panose="02020603050405020304" pitchFamily="18" charset="0"/>
                  <a:ea typeface="KaiTi" panose="02010609060101010101" pitchFamily="49" charset="-122"/>
                  <a:cs typeface="Times New Roman" panose="02020603050405020304" pitchFamily="18" charset="0"/>
                </a:endParaRPr>
              </a:p>
              <a:p>
                <a:pPr algn="just">
                  <a:lnSpc>
                    <a:spcPct val="150000"/>
                  </a:lnSpc>
                  <a:buClrTx/>
                  <a:buSzTx/>
                  <a:buFontTx/>
                </a:pPr>
                <a:r>
                  <a:rPr lang="zh-CN" altLang="en-US" sz="3200" dirty="0">
                    <a:solidFill>
                      <a:srgbClr val="22232A"/>
                    </a:solidFill>
                    <a:latin typeface="Times New Roman" panose="02020603050405020304" pitchFamily="18" charset="0"/>
                    <a:ea typeface="KaiTi" panose="02010609060101010101" pitchFamily="49" charset="-122"/>
                    <a:cs typeface="Times New Roman" panose="02020603050405020304" pitchFamily="18" charset="0"/>
                  </a:rPr>
                  <a:t>即对于同一天来说，同操作必然达到合法上限，因为当天的买</a:t>
                </a:r>
                <a:r>
                  <a:rPr lang="en-US" altLang="zh-CN" sz="3200" dirty="0">
                    <a:solidFill>
                      <a:srgbClr val="22232A"/>
                    </a:solidFill>
                    <a:latin typeface="Times New Roman" panose="02020603050405020304" pitchFamily="18" charset="0"/>
                    <a:ea typeface="KaiTi" panose="02010609060101010101" pitchFamily="49" charset="-122"/>
                    <a:cs typeface="Times New Roman" panose="02020603050405020304" pitchFamily="18" charset="0"/>
                  </a:rPr>
                  <a:t>/</a:t>
                </a:r>
                <a:r>
                  <a:rPr lang="zh-CN" altLang="en-US" sz="3200" dirty="0">
                    <a:solidFill>
                      <a:srgbClr val="22232A"/>
                    </a:solidFill>
                    <a:latin typeface="Times New Roman" panose="02020603050405020304" pitchFamily="18" charset="0"/>
                    <a:ea typeface="KaiTi" panose="02010609060101010101" pitchFamily="49" charset="-122"/>
                    <a:cs typeface="Times New Roman" panose="02020603050405020304" pitchFamily="18" charset="0"/>
                  </a:rPr>
                  <a:t>卖一定对最后是赚钱。</a:t>
                </a:r>
                <a:endParaRPr lang="en-US" altLang="zh-CN" sz="3200" dirty="0">
                  <a:solidFill>
                    <a:srgbClr val="22232A"/>
                  </a:solidFill>
                  <a:latin typeface="Times New Roman" panose="02020603050405020304" pitchFamily="18" charset="0"/>
                  <a:ea typeface="KaiTi" panose="02010609060101010101" pitchFamily="49" charset="-122"/>
                  <a:cs typeface="Times New Roman" panose="02020603050405020304" pitchFamily="18" charset="0"/>
                </a:endParaRPr>
              </a:p>
              <a:p>
                <a:pPr algn="just">
                  <a:lnSpc>
                    <a:spcPct val="150000"/>
                  </a:lnSpc>
                  <a:buClrTx/>
                  <a:buSzTx/>
                  <a:buFontTx/>
                </a:pPr>
                <a:r>
                  <a:rPr lang="zh-CN" altLang="en-US" sz="3200" b="0" dirty="0">
                    <a:solidFill>
                      <a:srgbClr val="22232A"/>
                    </a:solidFill>
                    <a:latin typeface="Times New Roman" panose="02020603050405020304" pitchFamily="18" charset="0"/>
                    <a:ea typeface="KaiTi" panose="02010609060101010101" pitchFamily="49" charset="-122"/>
                    <a:cs typeface="Times New Roman" panose="02020603050405020304" pitchFamily="18" charset="0"/>
                  </a:rPr>
                  <a:t>下证：合法上限必然为</a:t>
                </a:r>
                <a:r>
                  <a:rPr lang="en-US" altLang="zh-CN" sz="3200" b="0" dirty="0">
                    <a:solidFill>
                      <a:srgbClr val="22232A"/>
                    </a:solidFill>
                    <a:latin typeface="Times New Roman" panose="02020603050405020304" pitchFamily="18" charset="0"/>
                    <a:ea typeface="KaiTi" panose="02010609060101010101" pitchFamily="49" charset="-122"/>
                    <a:cs typeface="Times New Roman" panose="02020603050405020304" pitchFamily="18" charset="0"/>
                  </a:rPr>
                  <a:t>10</a:t>
                </a:r>
                <a:r>
                  <a:rPr lang="zh-CN" altLang="en-US" sz="3200" b="0" dirty="0">
                    <a:solidFill>
                      <a:srgbClr val="22232A"/>
                    </a:solidFill>
                    <a:latin typeface="Times New Roman" panose="02020603050405020304" pitchFamily="18" charset="0"/>
                    <a:ea typeface="KaiTi" panose="02010609060101010101" pitchFamily="49" charset="-122"/>
                    <a:cs typeface="Times New Roman" panose="02020603050405020304" pitchFamily="18" charset="0"/>
                  </a:rPr>
                  <a:t>。</a:t>
                </a:r>
                <a:endParaRPr lang="en-US" altLang="zh-CN" sz="3200" b="0" dirty="0">
                  <a:solidFill>
                    <a:srgbClr val="22232A"/>
                  </a:solidFill>
                  <a:latin typeface="Times New Roman" panose="02020603050405020304" pitchFamily="18" charset="0"/>
                  <a:ea typeface="KaiTi" panose="02010609060101010101" pitchFamily="49" charset="-122"/>
                  <a:cs typeface="Times New Roman" panose="02020603050405020304" pitchFamily="18" charset="0"/>
                </a:endParaRPr>
              </a:p>
              <a:p>
                <a:pPr algn="just">
                  <a:lnSpc>
                    <a:spcPct val="150000"/>
                  </a:lnSpc>
                </a:pPr>
                <a:r>
                  <a:rPr lang="zh-CN" altLang="en-US" sz="3200" dirty="0">
                    <a:solidFill>
                      <a:srgbClr val="22232A"/>
                    </a:solidFill>
                    <a:latin typeface="Times New Roman" panose="02020603050405020304" pitchFamily="18" charset="0"/>
                    <a:ea typeface="KaiTi" panose="02010609060101010101" pitchFamily="49" charset="-122"/>
                    <a:cs typeface="Times New Roman" panose="02020603050405020304" pitchFamily="18" charset="0"/>
                  </a:rPr>
                  <a:t>从前往后分析，由于开始为</a:t>
                </a:r>
                <a:r>
                  <a:rPr lang="en-US" altLang="zh-CN" sz="3200" dirty="0">
                    <a:solidFill>
                      <a:srgbClr val="22232A"/>
                    </a:solidFill>
                    <a:latin typeface="Times New Roman" panose="02020603050405020304" pitchFamily="18" charset="0"/>
                    <a:ea typeface="KaiTi" panose="02010609060101010101" pitchFamily="49" charset="-122"/>
                    <a:cs typeface="Times New Roman" panose="02020603050405020304" pitchFamily="18" charset="0"/>
                  </a:rPr>
                  <a:t>0</a:t>
                </a:r>
                <a:r>
                  <a:rPr lang="zh-CN" altLang="en-US" sz="3200" dirty="0">
                    <a:solidFill>
                      <a:srgbClr val="22232A"/>
                    </a:solidFill>
                    <a:latin typeface="Times New Roman" panose="02020603050405020304" pitchFamily="18" charset="0"/>
                    <a:ea typeface="KaiTi" panose="02010609060101010101" pitchFamily="49" charset="-122"/>
                    <a:cs typeface="Times New Roman" panose="02020603050405020304" pitchFamily="18" charset="0"/>
                  </a:rPr>
                  <a:t>，持股上限为</a:t>
                </a:r>
                <a:r>
                  <a:rPr lang="en-US" altLang="zh-CN" sz="3200" dirty="0">
                    <a:solidFill>
                      <a:srgbClr val="22232A"/>
                    </a:solidFill>
                    <a:latin typeface="Times New Roman" panose="02020603050405020304" pitchFamily="18" charset="0"/>
                    <a:ea typeface="KaiTi" panose="02010609060101010101" pitchFamily="49" charset="-122"/>
                    <a:cs typeface="Times New Roman" panose="02020603050405020304" pitchFamily="18" charset="0"/>
                  </a:rPr>
                  <a:t>20</a:t>
                </a:r>
                <a:r>
                  <a:rPr lang="zh-CN" altLang="en-US" sz="3200" dirty="0">
                    <a:solidFill>
                      <a:srgbClr val="22232A"/>
                    </a:solidFill>
                    <a:latin typeface="Times New Roman" panose="02020603050405020304" pitchFamily="18" charset="0"/>
                    <a:ea typeface="KaiTi" panose="02010609060101010101" pitchFamily="49" charset="-122"/>
                    <a:cs typeface="Times New Roman" panose="02020603050405020304" pitchFamily="18" charset="0"/>
                  </a:rPr>
                  <a:t>，均为</a:t>
                </a:r>
                <a:r>
                  <a:rPr lang="en-US" altLang="zh-CN" sz="3200" dirty="0">
                    <a:solidFill>
                      <a:srgbClr val="22232A"/>
                    </a:solidFill>
                    <a:latin typeface="Times New Roman" panose="02020603050405020304" pitchFamily="18" charset="0"/>
                    <a:ea typeface="KaiTi" panose="02010609060101010101" pitchFamily="49" charset="-122"/>
                    <a:cs typeface="Times New Roman" panose="02020603050405020304" pitchFamily="18" charset="0"/>
                  </a:rPr>
                  <a:t>10</a:t>
                </a:r>
                <a:r>
                  <a:rPr lang="zh-CN" altLang="en-US" sz="3200" dirty="0">
                    <a:solidFill>
                      <a:srgbClr val="22232A"/>
                    </a:solidFill>
                    <a:latin typeface="Times New Roman" panose="02020603050405020304" pitchFamily="18" charset="0"/>
                    <a:ea typeface="KaiTi" panose="02010609060101010101" pitchFamily="49" charset="-122"/>
                    <a:cs typeface="Times New Roman" panose="02020603050405020304" pitchFamily="18" charset="0"/>
                  </a:rPr>
                  <a:t>的倍数，所以不可能出现“已持</a:t>
                </a:r>
                <a:r>
                  <a:rPr lang="en-US" altLang="zh-CN" sz="3200" dirty="0">
                    <a:solidFill>
                      <a:srgbClr val="22232A"/>
                    </a:solidFill>
                    <a:latin typeface="Times New Roman" panose="02020603050405020304" pitchFamily="18" charset="0"/>
                    <a:ea typeface="KaiTi" panose="02010609060101010101" pitchFamily="49" charset="-122"/>
                    <a:cs typeface="Times New Roman" panose="02020603050405020304" pitchFamily="18" charset="0"/>
                  </a:rPr>
                  <a:t>15</a:t>
                </a:r>
                <a:r>
                  <a:rPr lang="zh-CN" altLang="en-US" sz="3200" dirty="0">
                    <a:solidFill>
                      <a:srgbClr val="22232A"/>
                    </a:solidFill>
                    <a:latin typeface="Times New Roman" panose="02020603050405020304" pitchFamily="18" charset="0"/>
                    <a:ea typeface="KaiTi" panose="02010609060101010101" pitchFamily="49" charset="-122"/>
                    <a:cs typeface="Times New Roman" panose="02020603050405020304" pitchFamily="18" charset="0"/>
                  </a:rPr>
                  <a:t>股，最多再买</a:t>
                </a:r>
                <a:r>
                  <a:rPr lang="en-US" altLang="zh-CN" sz="3200" dirty="0">
                    <a:solidFill>
                      <a:srgbClr val="22232A"/>
                    </a:solidFill>
                    <a:latin typeface="Times New Roman" panose="02020603050405020304" pitchFamily="18" charset="0"/>
                    <a:ea typeface="KaiTi" panose="02010609060101010101" pitchFamily="49" charset="-122"/>
                    <a:cs typeface="Times New Roman" panose="02020603050405020304" pitchFamily="18" charset="0"/>
                  </a:rPr>
                  <a:t>5</a:t>
                </a:r>
                <a:r>
                  <a:rPr lang="zh-CN" altLang="en-US" sz="3200" dirty="0">
                    <a:solidFill>
                      <a:srgbClr val="22232A"/>
                    </a:solidFill>
                    <a:latin typeface="Times New Roman" panose="02020603050405020304" pitchFamily="18" charset="0"/>
                    <a:ea typeface="KaiTi" panose="02010609060101010101" pitchFamily="49" charset="-122"/>
                    <a:cs typeface="Times New Roman" panose="02020603050405020304" pitchFamily="18" charset="0"/>
                  </a:rPr>
                  <a:t>股”的类似情况，即，每次操作后结果必为</a:t>
                </a:r>
                <a:r>
                  <a:rPr lang="en-US" altLang="zh-CN" sz="3200" dirty="0">
                    <a:solidFill>
                      <a:srgbClr val="22232A"/>
                    </a:solidFill>
                    <a:latin typeface="Times New Roman" panose="02020603050405020304" pitchFamily="18" charset="0"/>
                    <a:ea typeface="KaiTi" panose="02010609060101010101" pitchFamily="49" charset="-122"/>
                    <a:cs typeface="Times New Roman" panose="02020603050405020304" pitchFamily="18" charset="0"/>
                  </a:rPr>
                  <a:t>10</a:t>
                </a:r>
                <a:r>
                  <a:rPr lang="zh-CN" altLang="en-US" sz="3200" dirty="0">
                    <a:solidFill>
                      <a:srgbClr val="22232A"/>
                    </a:solidFill>
                    <a:latin typeface="Times New Roman" panose="02020603050405020304" pitchFamily="18" charset="0"/>
                    <a:ea typeface="KaiTi" panose="02010609060101010101" pitchFamily="49" charset="-122"/>
                    <a:cs typeface="Times New Roman" panose="02020603050405020304" pitchFamily="18" charset="0"/>
                  </a:rPr>
                  <a:t>的倍数。</a:t>
                </a:r>
                <a:endParaRPr lang="en-US" altLang="zh-CN" sz="3200" dirty="0">
                  <a:solidFill>
                    <a:srgbClr val="22232A"/>
                  </a:solidFill>
                  <a:latin typeface="Times New Roman" panose="02020603050405020304" pitchFamily="18" charset="0"/>
                  <a:ea typeface="KaiTi" panose="02010609060101010101" pitchFamily="49" charset="-122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8" name="TextBox 14">
                <a:extLst>
                  <a:ext uri="{FF2B5EF4-FFF2-40B4-BE49-F238E27FC236}">
                    <a16:creationId xmlns:a16="http://schemas.microsoft.com/office/drawing/2014/main" id="{5EFC3A1C-526D-5A46-B1BD-0A583531DF1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>
                <p:custDataLst>
                  <p:tags r:id="rId7"/>
                </p:custDataLst>
              </p:nvPr>
            </p:nvSpPr>
            <p:spPr>
              <a:xfrm>
                <a:off x="749321" y="1028700"/>
                <a:ext cx="17081478" cy="8770478"/>
              </a:xfrm>
              <a:prstGeom prst="rect">
                <a:avLst/>
              </a:prstGeom>
              <a:blipFill>
                <a:blip r:embed="rId8"/>
                <a:stretch>
                  <a:fillRect l="-1487" r="-1487" b="-188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" name="TextBox 14">
            <a:extLst>
              <a:ext uri="{FF2B5EF4-FFF2-40B4-BE49-F238E27FC236}">
                <a16:creationId xmlns:a16="http://schemas.microsoft.com/office/drawing/2014/main" id="{44CB8A84-AF81-DD4F-9E97-A5FDF6F008D2}"/>
              </a:ext>
            </a:extLst>
          </p:cNvPr>
          <p:cNvSpPr txBox="1"/>
          <p:nvPr>
            <p:custDataLst>
              <p:tags r:id="rId3"/>
            </p:custDataLst>
          </p:nvPr>
        </p:nvSpPr>
        <p:spPr>
          <a:xfrm>
            <a:off x="13639800" y="9237407"/>
            <a:ext cx="1384279" cy="64517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just">
              <a:lnSpc>
                <a:spcPct val="150000"/>
              </a:lnSpc>
              <a:buClrTx/>
              <a:buSzTx/>
              <a:buFontTx/>
            </a:pPr>
            <a:r>
              <a:rPr lang="en-US" altLang="zh-CN" sz="3200" dirty="0">
                <a:solidFill>
                  <a:srgbClr val="22232A"/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Q.E.D.</a:t>
            </a:r>
          </a:p>
        </p:txBody>
      </p:sp>
    </p:spTree>
    <p:extLst>
      <p:ext uri="{BB962C8B-B14F-4D97-AF65-F5344CB8AC3E}">
        <p14:creationId xmlns:p14="http://schemas.microsoft.com/office/powerpoint/2010/main" val="188246496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3"/>
          <p:cNvGrpSpPr/>
          <p:nvPr/>
        </p:nvGrpSpPr>
        <p:grpSpPr>
          <a:xfrm>
            <a:off x="685821" y="723971"/>
            <a:ext cx="16852858" cy="8818737"/>
            <a:chOff x="0" y="0"/>
            <a:chExt cx="3657498" cy="1913890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3657498" cy="1913890"/>
            </a:xfrm>
            <a:custGeom>
              <a:avLst/>
              <a:gdLst/>
              <a:ahLst/>
              <a:cxnLst/>
              <a:rect l="l" t="t" r="r" b="b"/>
              <a:pathLst>
                <a:path w="3657498" h="1913890">
                  <a:moveTo>
                    <a:pt x="3533038" y="1913890"/>
                  </a:moveTo>
                  <a:lnTo>
                    <a:pt x="124460" y="1913890"/>
                  </a:lnTo>
                  <a:cubicBezTo>
                    <a:pt x="55880" y="1913890"/>
                    <a:pt x="0" y="1858010"/>
                    <a:pt x="0" y="1789430"/>
                  </a:cubicBezTo>
                  <a:lnTo>
                    <a:pt x="0" y="124460"/>
                  </a:lnTo>
                  <a:cubicBezTo>
                    <a:pt x="0" y="55880"/>
                    <a:pt x="55880" y="0"/>
                    <a:pt x="124460" y="0"/>
                  </a:cubicBezTo>
                  <a:lnTo>
                    <a:pt x="3533038" y="0"/>
                  </a:lnTo>
                  <a:cubicBezTo>
                    <a:pt x="3601618" y="0"/>
                    <a:pt x="3657498" y="55880"/>
                    <a:pt x="3657498" y="124460"/>
                  </a:cubicBezTo>
                  <a:lnTo>
                    <a:pt x="3657498" y="1789430"/>
                  </a:lnTo>
                  <a:cubicBezTo>
                    <a:pt x="3657498" y="1858010"/>
                    <a:pt x="3601618" y="1913890"/>
                    <a:pt x="3533038" y="191389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</p:grpSp>
      <p:sp>
        <p:nvSpPr>
          <p:cNvPr id="2" name="文本框 1"/>
          <p:cNvSpPr txBox="1"/>
          <p:nvPr/>
        </p:nvSpPr>
        <p:spPr>
          <a:xfrm>
            <a:off x="1905000" y="60352"/>
            <a:ext cx="60960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600" dirty="0">
                <a:solidFill>
                  <a:schemeClr val="accent1">
                    <a:lumMod val="75000"/>
                  </a:schemeClr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回到问题分析</a:t>
            </a:r>
          </a:p>
        </p:txBody>
      </p:sp>
      <p:sp>
        <p:nvSpPr>
          <p:cNvPr id="8" name="TextBox 14">
            <a:extLst>
              <a:ext uri="{FF2B5EF4-FFF2-40B4-BE49-F238E27FC236}">
                <a16:creationId xmlns:a16="http://schemas.microsoft.com/office/drawing/2014/main" id="{5EFC3A1C-526D-5A46-B1BD-0A583531DF1D}"/>
              </a:ext>
            </a:extLst>
          </p:cNvPr>
          <p:cNvSpPr txBox="1"/>
          <p:nvPr>
            <p:custDataLst>
              <p:tags r:id="rId1"/>
            </p:custDataLst>
          </p:nvPr>
        </p:nvSpPr>
        <p:spPr>
          <a:xfrm>
            <a:off x="1411839" y="1638300"/>
            <a:ext cx="8089879" cy="212250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just">
              <a:lnSpc>
                <a:spcPct val="150000"/>
              </a:lnSpc>
              <a:buClrTx/>
              <a:buSzTx/>
              <a:buFontTx/>
            </a:pPr>
            <a:r>
              <a:rPr lang="zh-CN" altLang="en-US" sz="3200" dirty="0">
                <a:solidFill>
                  <a:srgbClr val="22232A"/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为了最大收益，我们断言：</a:t>
            </a:r>
            <a:endParaRPr lang="en-US" altLang="zh-CN" sz="3200" dirty="0">
              <a:solidFill>
                <a:srgbClr val="22232A"/>
              </a:solidFill>
              <a:latin typeface="Times New Roman" panose="02020603050405020304" pitchFamily="18" charset="0"/>
              <a:ea typeface="KaiTi" panose="02010609060101010101" pitchFamily="49" charset="-122"/>
              <a:cs typeface="Times New Roman" panose="02020603050405020304" pitchFamily="18" charset="0"/>
            </a:endParaRPr>
          </a:p>
          <a:p>
            <a:pPr algn="just">
              <a:lnSpc>
                <a:spcPct val="150000"/>
              </a:lnSpc>
              <a:buClrTx/>
              <a:buSzTx/>
              <a:buFontTx/>
            </a:pPr>
            <a:r>
              <a:rPr lang="en-US" altLang="zh-CN" sz="3200" dirty="0">
                <a:solidFill>
                  <a:srgbClr val="22232A"/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2.</a:t>
            </a:r>
            <a:r>
              <a:rPr lang="zh-CN" altLang="en-US" sz="3200" dirty="0">
                <a:solidFill>
                  <a:srgbClr val="22232A"/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一天之内，要么不操作，要么操作</a:t>
            </a:r>
            <a:r>
              <a:rPr lang="en-US" altLang="zh-CN" sz="3200" dirty="0">
                <a:solidFill>
                  <a:srgbClr val="22232A"/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10</a:t>
            </a:r>
            <a:r>
              <a:rPr lang="zh-CN" altLang="en-US" sz="3200" dirty="0">
                <a:solidFill>
                  <a:srgbClr val="22232A"/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股。</a:t>
            </a:r>
            <a:endParaRPr lang="en-US" altLang="zh-CN" sz="3200" dirty="0">
              <a:solidFill>
                <a:srgbClr val="22232A"/>
              </a:solidFill>
              <a:latin typeface="Times New Roman" panose="02020603050405020304" pitchFamily="18" charset="0"/>
              <a:ea typeface="KaiTi" panose="02010609060101010101" pitchFamily="49" charset="-122"/>
              <a:cs typeface="Times New Roman" panose="02020603050405020304" pitchFamily="18" charset="0"/>
            </a:endParaRPr>
          </a:p>
          <a:p>
            <a:pPr algn="just">
              <a:lnSpc>
                <a:spcPct val="150000"/>
              </a:lnSpc>
              <a:buClrTx/>
              <a:buSzTx/>
              <a:buFontTx/>
            </a:pPr>
            <a:r>
              <a:rPr lang="zh-CN" altLang="en-US" sz="3200" dirty="0">
                <a:solidFill>
                  <a:srgbClr val="22232A"/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不可能出现其他情况。</a:t>
            </a:r>
            <a:endParaRPr lang="en-US" altLang="zh-CN" sz="3200" dirty="0">
              <a:solidFill>
                <a:srgbClr val="22232A"/>
              </a:solidFill>
              <a:latin typeface="Times New Roman" panose="02020603050405020304" pitchFamily="18" charset="0"/>
              <a:ea typeface="KaiTi" panose="02010609060101010101" pitchFamily="49" charset="-122"/>
              <a:cs typeface="Times New Roman" panose="02020603050405020304" pitchFamily="18" charset="0"/>
            </a:endParaRPr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01CA12C6-46D6-894F-9FC7-0104066A795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78535" y="413150"/>
            <a:ext cx="6915150" cy="90612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2819558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Freeform 8"/>
          <p:cNvSpPr/>
          <p:nvPr/>
        </p:nvSpPr>
        <p:spPr>
          <a:xfrm>
            <a:off x="9601200" y="3103880"/>
            <a:ext cx="6899910" cy="3573780"/>
          </a:xfrm>
          <a:custGeom>
            <a:avLst/>
            <a:gdLst/>
            <a:ahLst/>
            <a:cxnLst/>
            <a:rect l="l" t="t" r="r" b="b"/>
            <a:pathLst>
              <a:path w="5877912" h="6376236">
                <a:moveTo>
                  <a:pt x="5573112" y="0"/>
                </a:moveTo>
                <a:lnTo>
                  <a:pt x="304800" y="0"/>
                </a:lnTo>
                <a:cubicBezTo>
                  <a:pt x="135890" y="0"/>
                  <a:pt x="0" y="135890"/>
                  <a:pt x="0" y="304800"/>
                </a:cubicBezTo>
                <a:lnTo>
                  <a:pt x="0" y="6071436"/>
                </a:lnTo>
                <a:cubicBezTo>
                  <a:pt x="0" y="6240346"/>
                  <a:pt x="135890" y="6376236"/>
                  <a:pt x="304800" y="6376236"/>
                </a:cubicBezTo>
                <a:lnTo>
                  <a:pt x="5573112" y="6376236"/>
                </a:lnTo>
                <a:cubicBezTo>
                  <a:pt x="5742022" y="6376236"/>
                  <a:pt x="5877912" y="6240346"/>
                  <a:pt x="5877912" y="6071436"/>
                </a:cubicBezTo>
                <a:lnTo>
                  <a:pt x="5877912" y="304800"/>
                </a:lnTo>
                <a:cubicBezTo>
                  <a:pt x="5877912" y="135890"/>
                  <a:pt x="5742022" y="0"/>
                  <a:pt x="5573112" y="0"/>
                </a:cubicBezTo>
                <a:close/>
              </a:path>
            </a:pathLst>
          </a:custGeom>
          <a:solidFill>
            <a:srgbClr val="F0F7F8"/>
          </a:solidFill>
        </p:spPr>
      </p:sp>
      <p:sp>
        <p:nvSpPr>
          <p:cNvPr id="2" name="TextBox 2"/>
          <p:cNvSpPr txBox="1"/>
          <p:nvPr/>
        </p:nvSpPr>
        <p:spPr>
          <a:xfrm>
            <a:off x="2572385" y="2444115"/>
            <a:ext cx="7692390" cy="534479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41680"/>
              </a:lnSpc>
            </a:pPr>
            <a:r>
              <a:rPr lang="en-US" sz="36500" b="1" spc="2413" dirty="0">
                <a:solidFill>
                  <a:srgbClr val="D8E6E5"/>
                </a:solidFill>
                <a:latin typeface="+mn-ea"/>
              </a:rPr>
              <a:t>0</a:t>
            </a:r>
            <a:r>
              <a:rPr lang="en-US" altLang="zh-CN" sz="36500" b="1" spc="2413" dirty="0">
                <a:solidFill>
                  <a:srgbClr val="D8E6E5"/>
                </a:solidFill>
                <a:latin typeface="+mn-ea"/>
              </a:rPr>
              <a:t>3</a:t>
            </a:r>
            <a:endParaRPr lang="en-US" sz="36500" b="1" spc="2413" dirty="0">
              <a:solidFill>
                <a:srgbClr val="D8E6E5"/>
              </a:solidFill>
              <a:latin typeface="+mn-ea"/>
            </a:endParaRPr>
          </a:p>
        </p:txBody>
      </p:sp>
      <p:grpSp>
        <p:nvGrpSpPr>
          <p:cNvPr id="7" name="组合 6"/>
          <p:cNvGrpSpPr/>
          <p:nvPr/>
        </p:nvGrpSpPr>
        <p:grpSpPr>
          <a:xfrm>
            <a:off x="3392170" y="5734050"/>
            <a:ext cx="3969385" cy="941070"/>
            <a:chOff x="5019" y="8913"/>
            <a:chExt cx="6251" cy="1482"/>
          </a:xfrm>
        </p:grpSpPr>
        <p:grpSp>
          <p:nvGrpSpPr>
            <p:cNvPr id="3" name="Group 3"/>
            <p:cNvGrpSpPr/>
            <p:nvPr/>
          </p:nvGrpSpPr>
          <p:grpSpPr>
            <a:xfrm>
              <a:off x="5019" y="8913"/>
              <a:ext cx="6251" cy="1482"/>
              <a:chOff x="0" y="0"/>
              <a:chExt cx="1106344" cy="336509"/>
            </a:xfrm>
          </p:grpSpPr>
          <p:sp>
            <p:nvSpPr>
              <p:cNvPr id="4" name="Freeform 4"/>
              <p:cNvSpPr/>
              <p:nvPr/>
            </p:nvSpPr>
            <p:spPr>
              <a:xfrm>
                <a:off x="0" y="0"/>
                <a:ext cx="1106344" cy="336509"/>
              </a:xfrm>
              <a:custGeom>
                <a:avLst/>
                <a:gdLst/>
                <a:ahLst/>
                <a:cxnLst/>
                <a:rect l="l" t="t" r="r" b="b"/>
                <a:pathLst>
                  <a:path w="1106344" h="336509">
                    <a:moveTo>
                      <a:pt x="0" y="0"/>
                    </a:moveTo>
                    <a:lnTo>
                      <a:pt x="1106344" y="0"/>
                    </a:lnTo>
                    <a:lnTo>
                      <a:pt x="1106344" y="336509"/>
                    </a:lnTo>
                    <a:lnTo>
                      <a:pt x="0" y="336509"/>
                    </a:lnTo>
                    <a:close/>
                  </a:path>
                </a:pathLst>
              </a:custGeom>
              <a:solidFill>
                <a:srgbClr val="70ADB2"/>
              </a:solidFill>
            </p:spPr>
          </p:sp>
          <p:sp>
            <p:nvSpPr>
              <p:cNvPr id="5" name="TextBox 5"/>
              <p:cNvSpPr txBox="1"/>
              <p:nvPr/>
            </p:nvSpPr>
            <p:spPr>
              <a:xfrm>
                <a:off x="0" y="-47625"/>
                <a:ext cx="812800" cy="860425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940"/>
                  </a:lnSpc>
                </a:pPr>
                <a:endParaRPr sz="1400"/>
              </a:p>
            </p:txBody>
          </p:sp>
        </p:grpSp>
        <p:sp>
          <p:nvSpPr>
            <p:cNvPr id="6" name="TextBox 6"/>
            <p:cNvSpPr txBox="1"/>
            <p:nvPr/>
          </p:nvSpPr>
          <p:spPr>
            <a:xfrm>
              <a:off x="5200" y="8976"/>
              <a:ext cx="5888" cy="116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6440"/>
                </a:lnSpc>
              </a:pPr>
              <a:r>
                <a:rPr lang="zh-CN" altLang="en-US" sz="4000" dirty="0">
                  <a:solidFill>
                    <a:srgbClr val="FFFFFF"/>
                  </a:solidFill>
                  <a:ea typeface="字由点字典黑 55J" panose="00020600040101010101" charset="-122"/>
                </a:rPr>
                <a:t>算法分析</a:t>
              </a:r>
            </a:p>
          </p:txBody>
        </p:sp>
      </p:grpSp>
      <p:sp>
        <p:nvSpPr>
          <p:cNvPr id="9" name="TextBox 9"/>
          <p:cNvSpPr txBox="1"/>
          <p:nvPr/>
        </p:nvSpPr>
        <p:spPr>
          <a:xfrm>
            <a:off x="10058400" y="4579146"/>
            <a:ext cx="5985510" cy="62324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zh-CN" altLang="en-US" sz="3200" dirty="0">
                <a:solidFill>
                  <a:srgbClr val="22232A"/>
                </a:solidFill>
                <a:latin typeface="楷体" panose="02010609060101010101" pitchFamily="49" charset="-122"/>
                <a:ea typeface="楷体" panose="02010609060101010101" pitchFamily="49" charset="-122"/>
                <a:sym typeface="+mn-ea"/>
              </a:rPr>
              <a:t>简化的意义</a:t>
            </a:r>
            <a:endParaRPr lang="zh-CN" altLang="en-US" sz="3200" dirty="0">
              <a:solidFill>
                <a:srgbClr val="22232A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55429345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3"/>
          <p:cNvGrpSpPr/>
          <p:nvPr/>
        </p:nvGrpSpPr>
        <p:grpSpPr>
          <a:xfrm>
            <a:off x="685821" y="723971"/>
            <a:ext cx="16852858" cy="8818737"/>
            <a:chOff x="0" y="0"/>
            <a:chExt cx="3657498" cy="1913890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3657498" cy="1913890"/>
            </a:xfrm>
            <a:custGeom>
              <a:avLst/>
              <a:gdLst/>
              <a:ahLst/>
              <a:cxnLst/>
              <a:rect l="l" t="t" r="r" b="b"/>
              <a:pathLst>
                <a:path w="3657498" h="1913890">
                  <a:moveTo>
                    <a:pt x="3533038" y="1913890"/>
                  </a:moveTo>
                  <a:lnTo>
                    <a:pt x="124460" y="1913890"/>
                  </a:lnTo>
                  <a:cubicBezTo>
                    <a:pt x="55880" y="1913890"/>
                    <a:pt x="0" y="1858010"/>
                    <a:pt x="0" y="1789430"/>
                  </a:cubicBezTo>
                  <a:lnTo>
                    <a:pt x="0" y="124460"/>
                  </a:lnTo>
                  <a:cubicBezTo>
                    <a:pt x="0" y="55880"/>
                    <a:pt x="55880" y="0"/>
                    <a:pt x="124460" y="0"/>
                  </a:cubicBezTo>
                  <a:lnTo>
                    <a:pt x="3533038" y="0"/>
                  </a:lnTo>
                  <a:cubicBezTo>
                    <a:pt x="3601618" y="0"/>
                    <a:pt x="3657498" y="55880"/>
                    <a:pt x="3657498" y="124460"/>
                  </a:cubicBezTo>
                  <a:lnTo>
                    <a:pt x="3657498" y="1789430"/>
                  </a:lnTo>
                  <a:cubicBezTo>
                    <a:pt x="3657498" y="1858010"/>
                    <a:pt x="3601618" y="1913890"/>
                    <a:pt x="3533038" y="191389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</p:grpSp>
      <p:sp>
        <p:nvSpPr>
          <p:cNvPr id="2" name="文本框 1"/>
          <p:cNvSpPr txBox="1"/>
          <p:nvPr/>
        </p:nvSpPr>
        <p:spPr>
          <a:xfrm>
            <a:off x="1905000" y="60352"/>
            <a:ext cx="60960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600" dirty="0">
                <a:solidFill>
                  <a:schemeClr val="accent1">
                    <a:lumMod val="75000"/>
                  </a:schemeClr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时空复杂度分析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14">
                <a:extLst>
                  <a:ext uri="{FF2B5EF4-FFF2-40B4-BE49-F238E27FC236}">
                    <a16:creationId xmlns:a16="http://schemas.microsoft.com/office/drawing/2014/main" id="{A9EAF641-3245-F440-B809-872F92BEDED9}"/>
                  </a:ext>
                </a:extLst>
              </p:cNvPr>
              <p:cNvSpPr txBox="1"/>
              <p:nvPr>
                <p:custDataLst>
                  <p:tags r:id="rId1"/>
                </p:custDataLst>
              </p:nvPr>
            </p:nvSpPr>
            <p:spPr>
              <a:xfrm>
                <a:off x="785417" y="1333500"/>
                <a:ext cx="5996383" cy="5077159"/>
              </a:xfrm>
              <a:prstGeom prst="rect">
                <a:avLst/>
              </a:prstGeom>
            </p:spPr>
            <p:txBody>
              <a:bodyPr wrap="square" lIns="0" tIns="0" rIns="0" bIns="0" rtlCol="0" anchor="t">
                <a:spAutoFit/>
              </a:bodyPr>
              <a:lstStyle/>
              <a:p>
                <a:pPr algn="just">
                  <a:lnSpc>
                    <a:spcPct val="150000"/>
                  </a:lnSpc>
                  <a:buClrTx/>
                  <a:buSzTx/>
                  <a:buFontTx/>
                </a:pPr>
                <a:r>
                  <a:rPr lang="zh-CN" altLang="en-US" sz="3200" dirty="0">
                    <a:solidFill>
                      <a:srgbClr val="22232A"/>
                    </a:solidFill>
                    <a:latin typeface="Times New Roman" panose="02020603050405020304" pitchFamily="18" charset="0"/>
                    <a:ea typeface="KaiTi" panose="02010609060101010101" pitchFamily="49" charset="-122"/>
                    <a:cs typeface="Times New Roman" panose="02020603050405020304" pitchFamily="18" charset="0"/>
                  </a:rPr>
                  <a:t>动态规划填表</a:t>
                </a:r>
                <a:endParaRPr lang="en-US" altLang="zh-CN" sz="3200" dirty="0">
                  <a:solidFill>
                    <a:srgbClr val="22232A"/>
                  </a:solidFill>
                  <a:latin typeface="Times New Roman" panose="02020603050405020304" pitchFamily="18" charset="0"/>
                  <a:ea typeface="KaiTi" panose="02010609060101010101" pitchFamily="49" charset="-122"/>
                  <a:cs typeface="Times New Roman" panose="02020603050405020304" pitchFamily="18" charset="0"/>
                </a:endParaRPr>
              </a:p>
              <a:p>
                <a:pPr algn="just">
                  <a:lnSpc>
                    <a:spcPct val="150000"/>
                  </a:lnSpc>
                  <a:buClrTx/>
                  <a:buSzTx/>
                  <a:buFontTx/>
                </a:pPr>
                <a:r>
                  <a:rPr lang="zh-CN" altLang="en-US" sz="3200" dirty="0">
                    <a:solidFill>
                      <a:srgbClr val="22232A"/>
                    </a:solidFill>
                    <a:latin typeface="Times New Roman" panose="02020603050405020304" pitchFamily="18" charset="0"/>
                    <a:ea typeface="KaiTi" panose="02010609060101010101" pitchFamily="49" charset="-122"/>
                    <a:cs typeface="Times New Roman" panose="02020603050405020304" pitchFamily="18" charset="0"/>
                  </a:rPr>
                  <a:t>每一列要基于上一列计算</a:t>
                </a:r>
                <a:r>
                  <a:rPr lang="en-US" altLang="zh-CN" sz="3200" dirty="0">
                    <a:solidFill>
                      <a:srgbClr val="22232A"/>
                    </a:solidFill>
                    <a:latin typeface="Times New Roman" panose="02020603050405020304" pitchFamily="18" charset="0"/>
                    <a:ea typeface="KaiTi" panose="02010609060101010101" pitchFamily="49" charset="-122"/>
                    <a:cs typeface="Times New Roman" panose="02020603050405020304" pitchFamily="18" charset="0"/>
                  </a:rPr>
                  <a:t>7</a:t>
                </a:r>
                <a:r>
                  <a:rPr lang="zh-CN" altLang="en-US" sz="3200" dirty="0">
                    <a:solidFill>
                      <a:srgbClr val="22232A"/>
                    </a:solidFill>
                    <a:latin typeface="Times New Roman" panose="02020603050405020304" pitchFamily="18" charset="0"/>
                    <a:ea typeface="KaiTi" panose="02010609060101010101" pitchFamily="49" charset="-122"/>
                    <a:cs typeface="Times New Roman" panose="02020603050405020304" pitchFamily="18" charset="0"/>
                  </a:rPr>
                  <a:t>个值（若</a:t>
                </a:r>
                <a:r>
                  <a:rPr lang="en-US" altLang="zh-CN" sz="3200" dirty="0">
                    <a:solidFill>
                      <a:srgbClr val="22232A"/>
                    </a:solidFill>
                    <a:latin typeface="Times New Roman" panose="02020603050405020304" pitchFamily="18" charset="0"/>
                    <a:ea typeface="KaiTi" panose="02010609060101010101" pitchFamily="49" charset="-122"/>
                    <a:cs typeface="Times New Roman" panose="02020603050405020304" pitchFamily="18" charset="0"/>
                  </a:rPr>
                  <a:t>21</a:t>
                </a:r>
                <a:r>
                  <a:rPr lang="zh-CN" altLang="en-US" sz="3200" dirty="0">
                    <a:solidFill>
                      <a:srgbClr val="22232A"/>
                    </a:solidFill>
                    <a:latin typeface="Times New Roman" panose="02020603050405020304" pitchFamily="18" charset="0"/>
                    <a:ea typeface="KaiTi" panose="02010609060101010101" pitchFamily="49" charset="-122"/>
                    <a:cs typeface="Times New Roman" panose="02020603050405020304" pitchFamily="18" charset="0"/>
                  </a:rPr>
                  <a:t>行则</a:t>
                </a:r>
                <a:r>
                  <a:rPr lang="en-US" altLang="zh-CN" sz="3200" dirty="0">
                    <a:solidFill>
                      <a:srgbClr val="22232A"/>
                    </a:solidFill>
                    <a:latin typeface="Times New Roman" panose="02020603050405020304" pitchFamily="18" charset="0"/>
                    <a:ea typeface="KaiTi" panose="02010609060101010101" pitchFamily="49" charset="-122"/>
                    <a:cs typeface="Times New Roman" panose="02020603050405020304" pitchFamily="18" charset="0"/>
                  </a:rPr>
                  <a:t>331</a:t>
                </a:r>
                <a:r>
                  <a:rPr lang="zh-CN" altLang="en-US" sz="3200" dirty="0">
                    <a:solidFill>
                      <a:srgbClr val="22232A"/>
                    </a:solidFill>
                    <a:latin typeface="Times New Roman" panose="02020603050405020304" pitchFamily="18" charset="0"/>
                    <a:ea typeface="KaiTi" panose="02010609060101010101" pitchFamily="49" charset="-122"/>
                    <a:cs typeface="Times New Roman" panose="02020603050405020304" pitchFamily="18" charset="0"/>
                  </a:rPr>
                  <a:t>个，复杂</a:t>
                </a:r>
                <a:r>
                  <a:rPr lang="en-US" altLang="zh-CN" sz="3200" dirty="0">
                    <a:solidFill>
                      <a:srgbClr val="22232A"/>
                    </a:solidFill>
                    <a:latin typeface="Times New Roman" panose="02020603050405020304" pitchFamily="18" charset="0"/>
                    <a:ea typeface="KaiTi" panose="02010609060101010101" pitchFamily="49" charset="-122"/>
                    <a:cs typeface="Times New Roman" panose="02020603050405020304" pitchFamily="18" charset="0"/>
                  </a:rPr>
                  <a:t>47</a:t>
                </a:r>
                <a:r>
                  <a:rPr lang="zh-CN" altLang="en-US" sz="3200" dirty="0">
                    <a:solidFill>
                      <a:srgbClr val="22232A"/>
                    </a:solidFill>
                    <a:latin typeface="Times New Roman" panose="02020603050405020304" pitchFamily="18" charset="0"/>
                    <a:ea typeface="KaiTi" panose="02010609060101010101" pitchFamily="49" charset="-122"/>
                    <a:cs typeface="Times New Roman" panose="02020603050405020304" pitchFamily="18" charset="0"/>
                  </a:rPr>
                  <a:t>倍），共计算</a:t>
                </a:r>
                <a:r>
                  <a:rPr lang="en-US" altLang="zh-CN" sz="3200" dirty="0">
                    <a:solidFill>
                      <a:srgbClr val="22232A"/>
                    </a:solidFill>
                    <a:latin typeface="Times New Roman" panose="02020603050405020304" pitchFamily="18" charset="0"/>
                    <a:ea typeface="KaiTi" panose="02010609060101010101" pitchFamily="49" charset="-122"/>
                    <a:cs typeface="Times New Roman" panose="02020603050405020304" pitchFamily="18" charset="0"/>
                  </a:rPr>
                  <a:t>N</a:t>
                </a:r>
                <a:r>
                  <a:rPr lang="zh-CN" altLang="en-US" sz="3200" dirty="0">
                    <a:solidFill>
                      <a:srgbClr val="22232A"/>
                    </a:solidFill>
                    <a:latin typeface="Times New Roman" panose="02020603050405020304" pitchFamily="18" charset="0"/>
                    <a:ea typeface="KaiTi" panose="02010609060101010101" pitchFamily="49" charset="-122"/>
                    <a:cs typeface="Times New Roman" panose="02020603050405020304" pitchFamily="18" charset="0"/>
                  </a:rPr>
                  <a:t>列</a:t>
                </a:r>
                <a:endParaRPr lang="en-US" altLang="zh-CN" sz="3200" dirty="0">
                  <a:solidFill>
                    <a:srgbClr val="22232A"/>
                  </a:solidFill>
                  <a:latin typeface="Times New Roman" panose="02020603050405020304" pitchFamily="18" charset="0"/>
                  <a:ea typeface="KaiTi" panose="02010609060101010101" pitchFamily="49" charset="-122"/>
                  <a:cs typeface="Times New Roman" panose="02020603050405020304" pitchFamily="18" charset="0"/>
                </a:endParaRPr>
              </a:p>
              <a:p>
                <a:pPr algn="just">
                  <a:lnSpc>
                    <a:spcPct val="150000"/>
                  </a:lnSpc>
                  <a:buClrTx/>
                  <a:buSzTx/>
                  <a:buFontTx/>
                </a:pPr>
                <a:r>
                  <a:rPr lang="zh-CN" altLang="en-US" sz="3200" dirty="0">
                    <a:solidFill>
                      <a:srgbClr val="22232A"/>
                    </a:solidFill>
                    <a:latin typeface="Times New Roman" panose="02020603050405020304" pitchFamily="18" charset="0"/>
                    <a:ea typeface="KaiTi" panose="02010609060101010101" pitchFamily="49" charset="-122"/>
                    <a:cs typeface="Times New Roman" panose="02020603050405020304" pitchFamily="18" charset="0"/>
                  </a:rPr>
                  <a:t>时间复杂度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zh-CN" sz="3200" b="0" i="0" smtClean="0">
                        <a:solidFill>
                          <a:srgbClr val="22232A"/>
                        </a:solidFill>
                        <a:latin typeface="Cambria Math" panose="02040503050406030204" pitchFamily="18" charset="0"/>
                        <a:ea typeface="KaiTi" panose="02010609060101010101" pitchFamily="49" charset="-122"/>
                        <a:cs typeface="Times New Roman" panose="02020603050405020304" pitchFamily="18" charset="0"/>
                      </a:rPr>
                      <m:t>Θ</m:t>
                    </m:r>
                    <m:r>
                      <a:rPr lang="en-US" altLang="zh-CN" sz="3200" b="0" i="1" smtClean="0">
                        <a:solidFill>
                          <a:srgbClr val="22232A"/>
                        </a:solidFill>
                        <a:latin typeface="Cambria Math" panose="02040503050406030204" pitchFamily="18" charset="0"/>
                        <a:ea typeface="KaiTi" panose="02010609060101010101" pitchFamily="49" charset="-122"/>
                        <a:cs typeface="Times New Roman" panose="02020603050405020304" pitchFamily="18" charset="0"/>
                      </a:rPr>
                      <m:t>(7</m:t>
                    </m:r>
                    <m:r>
                      <a:rPr lang="en-US" altLang="zh-CN" sz="3200" b="0" i="1" smtClean="0">
                        <a:solidFill>
                          <a:srgbClr val="22232A"/>
                        </a:solidFill>
                        <a:latin typeface="Cambria Math" panose="02040503050406030204" pitchFamily="18" charset="0"/>
                        <a:ea typeface="KaiTi" panose="02010609060101010101" pitchFamily="49" charset="-122"/>
                        <a:cs typeface="Times New Roman" panose="02020603050405020304" pitchFamily="18" charset="0"/>
                      </a:rPr>
                      <m:t>𝑁</m:t>
                    </m:r>
                    <m:r>
                      <a:rPr lang="en-US" altLang="zh-CN" sz="3200" b="0" i="1" smtClean="0">
                        <a:solidFill>
                          <a:srgbClr val="22232A"/>
                        </a:solidFill>
                        <a:latin typeface="Cambria Math" panose="02040503050406030204" pitchFamily="18" charset="0"/>
                        <a:ea typeface="KaiTi" panose="02010609060101010101" pitchFamily="49" charset="-122"/>
                        <a:cs typeface="Times New Roman" panose="02020603050405020304" pitchFamily="18" charset="0"/>
                      </a:rPr>
                      <m:t>)</m:t>
                    </m:r>
                  </m:oMath>
                </a14:m>
                <a:endParaRPr lang="en-US" altLang="zh-CN" sz="3200" dirty="0">
                  <a:solidFill>
                    <a:srgbClr val="22232A"/>
                  </a:solidFill>
                  <a:latin typeface="Times New Roman" panose="02020603050405020304" pitchFamily="18" charset="0"/>
                  <a:ea typeface="KaiTi" panose="02010609060101010101" pitchFamily="49" charset="-122"/>
                  <a:cs typeface="Times New Roman" panose="02020603050405020304" pitchFamily="18" charset="0"/>
                </a:endParaRPr>
              </a:p>
              <a:p>
                <a:pPr algn="just">
                  <a:lnSpc>
                    <a:spcPct val="150000"/>
                  </a:lnSpc>
                </a:pPr>
                <a:r>
                  <a:rPr lang="zh-CN" altLang="en-US" sz="3200" dirty="0">
                    <a:solidFill>
                      <a:srgbClr val="22232A"/>
                    </a:solidFill>
                    <a:latin typeface="Times New Roman" panose="02020603050405020304" pitchFamily="18" charset="0"/>
                    <a:ea typeface="KaiTi" panose="02010609060101010101" pitchFamily="49" charset="-122"/>
                    <a:cs typeface="Times New Roman" panose="02020603050405020304" pitchFamily="18" charset="0"/>
                  </a:rPr>
                  <a:t>空间复杂度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zh-CN" sz="3200" b="0" i="0" smtClean="0">
                        <a:solidFill>
                          <a:srgbClr val="22232A"/>
                        </a:solidFill>
                        <a:latin typeface="Cambria Math" panose="02040503050406030204" pitchFamily="18" charset="0"/>
                        <a:ea typeface="KaiTi" panose="02010609060101010101" pitchFamily="49" charset="-122"/>
                        <a:cs typeface="Times New Roman" panose="02020603050405020304" pitchFamily="18" charset="0"/>
                      </a:rPr>
                      <m:t>Θ</m:t>
                    </m:r>
                    <m:r>
                      <a:rPr lang="en-US" altLang="zh-CN" sz="3200" b="0" i="1" smtClean="0">
                        <a:solidFill>
                          <a:srgbClr val="22232A"/>
                        </a:solidFill>
                        <a:latin typeface="Cambria Math" panose="02040503050406030204" pitchFamily="18" charset="0"/>
                        <a:ea typeface="KaiTi" panose="02010609060101010101" pitchFamily="49" charset="-122"/>
                        <a:cs typeface="Times New Roman" panose="02020603050405020304" pitchFamily="18" charset="0"/>
                      </a:rPr>
                      <m:t>(3</m:t>
                    </m:r>
                    <m:r>
                      <a:rPr lang="en-US" altLang="zh-CN" sz="3200" b="0" i="1" smtClean="0">
                        <a:solidFill>
                          <a:srgbClr val="22232A"/>
                        </a:solidFill>
                        <a:latin typeface="Cambria Math" panose="02040503050406030204" pitchFamily="18" charset="0"/>
                        <a:ea typeface="KaiTi" panose="02010609060101010101" pitchFamily="49" charset="-122"/>
                        <a:cs typeface="Times New Roman" panose="02020603050405020304" pitchFamily="18" charset="0"/>
                      </a:rPr>
                      <m:t>𝑁</m:t>
                    </m:r>
                    <m:r>
                      <a:rPr lang="en-US" altLang="zh-CN" sz="3200" b="0" i="1" smtClean="0">
                        <a:solidFill>
                          <a:srgbClr val="22232A"/>
                        </a:solidFill>
                        <a:latin typeface="Cambria Math" panose="02040503050406030204" pitchFamily="18" charset="0"/>
                        <a:ea typeface="KaiTi" panose="02010609060101010101" pitchFamily="49" charset="-122"/>
                        <a:cs typeface="Times New Roman" panose="02020603050405020304" pitchFamily="18" charset="0"/>
                      </a:rPr>
                      <m:t>)</m:t>
                    </m:r>
                  </m:oMath>
                </a14:m>
                <a:r>
                  <a:rPr lang="zh-CN" altLang="en-US" sz="3200" dirty="0">
                    <a:solidFill>
                      <a:srgbClr val="22232A"/>
                    </a:solidFill>
                    <a:latin typeface="Times New Roman" panose="02020603050405020304" pitchFamily="18" charset="0"/>
                    <a:ea typeface="KaiTi" panose="02010609060101010101" pitchFamily="49" charset="-122"/>
                    <a:cs typeface="Times New Roman" panose="02020603050405020304" pitchFamily="18" charset="0"/>
                  </a:rPr>
                  <a:t>（如回溯，</a:t>
                </a:r>
                <a:r>
                  <a:rPr lang="en-US" altLang="zh-CN" sz="3200" dirty="0">
                    <a:solidFill>
                      <a:srgbClr val="22232A"/>
                    </a:solidFill>
                    <a:latin typeface="Times New Roman" panose="02020603050405020304" pitchFamily="18" charset="0"/>
                    <a:ea typeface="KaiTi" panose="02010609060101010101" pitchFamily="49" charset="-122"/>
                    <a:cs typeface="Times New Roman" panose="02020603050405020304" pitchFamily="18" charset="0"/>
                  </a:rPr>
                  <a:t>6N</a:t>
                </a:r>
                <a:r>
                  <a:rPr lang="zh-CN" altLang="en-US" sz="3200" dirty="0">
                    <a:solidFill>
                      <a:srgbClr val="22232A"/>
                    </a:solidFill>
                    <a:latin typeface="Times New Roman" panose="02020603050405020304" pitchFamily="18" charset="0"/>
                    <a:ea typeface="KaiTi" panose="02010609060101010101" pitchFamily="49" charset="-122"/>
                    <a:cs typeface="Times New Roman" panose="02020603050405020304" pitchFamily="18" charset="0"/>
                  </a:rPr>
                  <a:t>；如覆盖，</a:t>
                </a:r>
                <a:r>
                  <a:rPr lang="en-US" altLang="zh-CN" sz="3200" dirty="0">
                    <a:solidFill>
                      <a:srgbClr val="22232A"/>
                    </a:solidFill>
                    <a:latin typeface="Times New Roman" panose="02020603050405020304" pitchFamily="18" charset="0"/>
                    <a:ea typeface="KaiTi" panose="02010609060101010101" pitchFamily="49" charset="-122"/>
                    <a:cs typeface="Times New Roman" panose="02020603050405020304" pitchFamily="18" charset="0"/>
                  </a:rPr>
                  <a:t>6</a:t>
                </a:r>
                <a:r>
                  <a:rPr lang="zh-CN" altLang="en-US" sz="3200" dirty="0">
                    <a:solidFill>
                      <a:srgbClr val="22232A"/>
                    </a:solidFill>
                    <a:latin typeface="Times New Roman" panose="02020603050405020304" pitchFamily="18" charset="0"/>
                    <a:ea typeface="KaiTi" panose="02010609060101010101" pitchFamily="49" charset="-122"/>
                    <a:cs typeface="Times New Roman" panose="02020603050405020304" pitchFamily="18" charset="0"/>
                  </a:rPr>
                  <a:t>）</a:t>
                </a:r>
                <a:endParaRPr lang="en-US" altLang="zh-CN" sz="3200" dirty="0">
                  <a:solidFill>
                    <a:srgbClr val="22232A"/>
                  </a:solidFill>
                  <a:latin typeface="Times New Roman" panose="02020603050405020304" pitchFamily="18" charset="0"/>
                  <a:ea typeface="KaiTi" panose="02010609060101010101" pitchFamily="49" charset="-122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9" name="TextBox 14">
                <a:extLst>
                  <a:ext uri="{FF2B5EF4-FFF2-40B4-BE49-F238E27FC236}">
                    <a16:creationId xmlns:a16="http://schemas.microsoft.com/office/drawing/2014/main" id="{A9EAF641-3245-F440-B809-872F92BEDED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>
                <p:custDataLst>
                  <p:tags r:id="rId3"/>
                </p:custDataLst>
              </p:nvPr>
            </p:nvSpPr>
            <p:spPr>
              <a:xfrm>
                <a:off x="785417" y="1333500"/>
                <a:ext cx="5996383" cy="5077159"/>
              </a:xfrm>
              <a:prstGeom prst="rect">
                <a:avLst/>
              </a:prstGeom>
              <a:blipFill>
                <a:blip r:embed="rId4"/>
                <a:stretch>
                  <a:fillRect l="-4008" r="-10759" b="-400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6" name="图片 5">
            <a:extLst>
              <a:ext uri="{FF2B5EF4-FFF2-40B4-BE49-F238E27FC236}">
                <a16:creationId xmlns:a16="http://schemas.microsoft.com/office/drawing/2014/main" id="{A36B001C-0FDF-DC45-91DA-DA996C6CCABC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14643" y="744292"/>
            <a:ext cx="10873357" cy="75878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9270768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B8D6D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852753" y="1250785"/>
            <a:ext cx="14582495" cy="3892715"/>
            <a:chOff x="0" y="0"/>
            <a:chExt cx="5319734" cy="1420073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5319734" cy="1420073"/>
            </a:xfrm>
            <a:custGeom>
              <a:avLst/>
              <a:gdLst/>
              <a:ahLst/>
              <a:cxnLst/>
              <a:rect l="l" t="t" r="r" b="b"/>
              <a:pathLst>
                <a:path w="5319734" h="1420073">
                  <a:moveTo>
                    <a:pt x="5195274" y="1420073"/>
                  </a:moveTo>
                  <a:lnTo>
                    <a:pt x="124460" y="1420073"/>
                  </a:lnTo>
                  <a:cubicBezTo>
                    <a:pt x="55880" y="1420073"/>
                    <a:pt x="0" y="1364193"/>
                    <a:pt x="0" y="1295613"/>
                  </a:cubicBezTo>
                  <a:lnTo>
                    <a:pt x="0" y="124460"/>
                  </a:lnTo>
                  <a:cubicBezTo>
                    <a:pt x="0" y="55880"/>
                    <a:pt x="55880" y="0"/>
                    <a:pt x="124460" y="0"/>
                  </a:cubicBezTo>
                  <a:lnTo>
                    <a:pt x="5195274" y="0"/>
                  </a:lnTo>
                  <a:cubicBezTo>
                    <a:pt x="5263854" y="0"/>
                    <a:pt x="5319734" y="55880"/>
                    <a:pt x="5319734" y="124460"/>
                  </a:cubicBezTo>
                  <a:lnTo>
                    <a:pt x="5319734" y="1295613"/>
                  </a:lnTo>
                  <a:cubicBezTo>
                    <a:pt x="5319734" y="1364193"/>
                    <a:pt x="5263854" y="1420073"/>
                    <a:pt x="5195274" y="1420073"/>
                  </a:cubicBezTo>
                  <a:close/>
                </a:path>
              </a:pathLst>
            </a:custGeom>
            <a:solidFill>
              <a:srgbClr val="F0F7F8"/>
            </a:solidFill>
          </p:spPr>
        </p:sp>
      </p:grpSp>
      <p:grpSp>
        <p:nvGrpSpPr>
          <p:cNvPr id="4" name="Group 4"/>
          <p:cNvGrpSpPr/>
          <p:nvPr/>
        </p:nvGrpSpPr>
        <p:grpSpPr>
          <a:xfrm>
            <a:off x="12563298" y="6931341"/>
            <a:ext cx="3983178" cy="835068"/>
            <a:chOff x="0" y="0"/>
            <a:chExt cx="5310904" cy="1113424"/>
          </a:xfrm>
        </p:grpSpPr>
        <p:grpSp>
          <p:nvGrpSpPr>
            <p:cNvPr id="5" name="Group 5"/>
            <p:cNvGrpSpPr/>
            <p:nvPr/>
          </p:nvGrpSpPr>
          <p:grpSpPr>
            <a:xfrm rot="-10800000">
              <a:off x="0" y="0"/>
              <a:ext cx="5310904" cy="1113424"/>
              <a:chOff x="0" y="0"/>
              <a:chExt cx="901137" cy="188922"/>
            </a:xfrm>
          </p:grpSpPr>
          <p:sp>
            <p:nvSpPr>
              <p:cNvPr id="6" name="Freeform 6"/>
              <p:cNvSpPr/>
              <p:nvPr/>
            </p:nvSpPr>
            <p:spPr>
              <a:xfrm>
                <a:off x="0" y="0"/>
                <a:ext cx="901137" cy="188922"/>
              </a:xfrm>
              <a:custGeom>
                <a:avLst/>
                <a:gdLst/>
                <a:ahLst/>
                <a:cxnLst/>
                <a:rect l="l" t="t" r="r" b="b"/>
                <a:pathLst>
                  <a:path w="901137" h="188922">
                    <a:moveTo>
                      <a:pt x="0" y="0"/>
                    </a:moveTo>
                    <a:lnTo>
                      <a:pt x="901137" y="0"/>
                    </a:lnTo>
                    <a:lnTo>
                      <a:pt x="901137" y="188922"/>
                    </a:lnTo>
                    <a:lnTo>
                      <a:pt x="0" y="188922"/>
                    </a:lnTo>
                    <a:close/>
                  </a:path>
                </a:pathLst>
              </a:custGeom>
              <a:solidFill>
                <a:srgbClr val="F0F7F8"/>
              </a:solidFill>
            </p:spPr>
          </p:sp>
          <p:sp>
            <p:nvSpPr>
              <p:cNvPr id="7" name="TextBox 7"/>
              <p:cNvSpPr txBox="1"/>
              <p:nvPr/>
            </p:nvSpPr>
            <p:spPr>
              <a:xfrm>
                <a:off x="0" y="-47625"/>
                <a:ext cx="812800" cy="860425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940"/>
                  </a:lnSpc>
                </a:pPr>
                <a:endParaRPr>
                  <a:latin typeface="楷体" panose="02010609060101010101" pitchFamily="49" charset="-122"/>
                  <a:ea typeface="楷体" panose="02010609060101010101" pitchFamily="49" charset="-122"/>
                </a:endParaRPr>
              </a:p>
            </p:txBody>
          </p:sp>
        </p:grpSp>
        <p:sp>
          <p:nvSpPr>
            <p:cNvPr id="8" name="TextBox 8"/>
            <p:cNvSpPr txBox="1"/>
            <p:nvPr/>
          </p:nvSpPr>
          <p:spPr>
            <a:xfrm>
              <a:off x="238639" y="83132"/>
              <a:ext cx="4788600" cy="77431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5215"/>
                </a:lnSpc>
              </a:pPr>
              <a:r>
                <a:rPr lang="en-US" sz="3725" dirty="0" err="1">
                  <a:solidFill>
                    <a:srgbClr val="456148"/>
                  </a:solidFill>
                  <a:latin typeface="楷体" panose="02010609060101010101" pitchFamily="49" charset="-122"/>
                  <a:ea typeface="楷体" panose="02010609060101010101" pitchFamily="49" charset="-122"/>
                </a:rPr>
                <a:t>汇报人：杨博文</a:t>
              </a:r>
              <a:endParaRPr lang="zh-CN" altLang="en-US" sz="3725" dirty="0">
                <a:solidFill>
                  <a:srgbClr val="456148"/>
                </a:solidFill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12563298" y="5403798"/>
            <a:ext cx="8597720" cy="3803228"/>
            <a:chOff x="0" y="-3697186"/>
            <a:chExt cx="11463626" cy="5070970"/>
          </a:xfrm>
        </p:grpSpPr>
        <p:grpSp>
          <p:nvGrpSpPr>
            <p:cNvPr id="10" name="Group 10"/>
            <p:cNvGrpSpPr/>
            <p:nvPr/>
          </p:nvGrpSpPr>
          <p:grpSpPr>
            <a:xfrm rot="-10800000">
              <a:off x="0" y="-3697186"/>
              <a:ext cx="11463626" cy="5070970"/>
              <a:chOff x="-1043974" y="-44177"/>
              <a:chExt cx="1945111" cy="860425"/>
            </a:xfrm>
          </p:grpSpPr>
          <p:sp>
            <p:nvSpPr>
              <p:cNvPr id="11" name="Freeform 11"/>
              <p:cNvSpPr/>
              <p:nvPr/>
            </p:nvSpPr>
            <p:spPr>
              <a:xfrm>
                <a:off x="0" y="0"/>
                <a:ext cx="901137" cy="188922"/>
              </a:xfrm>
              <a:custGeom>
                <a:avLst/>
                <a:gdLst/>
                <a:ahLst/>
                <a:cxnLst/>
                <a:rect l="l" t="t" r="r" b="b"/>
                <a:pathLst>
                  <a:path w="901137" h="188922">
                    <a:moveTo>
                      <a:pt x="0" y="0"/>
                    </a:moveTo>
                    <a:lnTo>
                      <a:pt x="901137" y="0"/>
                    </a:lnTo>
                    <a:lnTo>
                      <a:pt x="901137" y="188922"/>
                    </a:lnTo>
                    <a:lnTo>
                      <a:pt x="0" y="188922"/>
                    </a:lnTo>
                    <a:close/>
                  </a:path>
                </a:pathLst>
              </a:custGeom>
              <a:solidFill>
                <a:srgbClr val="F0F7F8"/>
              </a:solidFill>
            </p:spPr>
          </p:sp>
          <p:sp>
            <p:nvSpPr>
              <p:cNvPr id="12" name="TextBox 12"/>
              <p:cNvSpPr txBox="1"/>
              <p:nvPr/>
            </p:nvSpPr>
            <p:spPr>
              <a:xfrm>
                <a:off x="-1043974" y="-44177"/>
                <a:ext cx="812800" cy="860425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940"/>
                  </a:lnSpc>
                </a:pPr>
                <a:endParaRPr>
                  <a:latin typeface="楷体" panose="02010609060101010101" pitchFamily="49" charset="-122"/>
                  <a:ea typeface="楷体" panose="02010609060101010101" pitchFamily="49" charset="-122"/>
                </a:endParaRPr>
              </a:p>
            </p:txBody>
          </p:sp>
        </p:grpSp>
        <p:sp>
          <p:nvSpPr>
            <p:cNvPr id="13" name="TextBox 13"/>
            <p:cNvSpPr txBox="1"/>
            <p:nvPr/>
          </p:nvSpPr>
          <p:spPr>
            <a:xfrm>
              <a:off x="127767" y="140592"/>
              <a:ext cx="5072265" cy="774315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algn="ctr">
                <a:lnSpc>
                  <a:spcPts val="5215"/>
                </a:lnSpc>
              </a:pPr>
              <a:r>
                <a:rPr lang="en-US" sz="3725" dirty="0">
                  <a:solidFill>
                    <a:srgbClr val="456148"/>
                  </a:solidFill>
                  <a:latin typeface="楷体" panose="02010609060101010101" pitchFamily="49" charset="-122"/>
                  <a:ea typeface="楷体" panose="02010609060101010101" pitchFamily="49" charset="-122"/>
                </a:rPr>
                <a:t>时间：</a:t>
              </a:r>
              <a:r>
                <a:rPr lang="en-US" altLang="zh-CN" sz="3725" dirty="0">
                  <a:solidFill>
                    <a:srgbClr val="456148"/>
                  </a:solidFill>
                  <a:latin typeface="楷体" panose="02010609060101010101" pitchFamily="49" charset="-122"/>
                  <a:ea typeface="楷体" panose="02010609060101010101" pitchFamily="49" charset="-122"/>
                </a:rPr>
                <a:t>2025.5.19</a:t>
              </a:r>
              <a:endParaRPr lang="en-US" sz="3725" dirty="0">
                <a:solidFill>
                  <a:srgbClr val="456148"/>
                </a:solidFill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</p:grpSp>
      <p:sp>
        <p:nvSpPr>
          <p:cNvPr id="16" name="TextBox 16"/>
          <p:cNvSpPr txBox="1"/>
          <p:nvPr/>
        </p:nvSpPr>
        <p:spPr>
          <a:xfrm>
            <a:off x="1852752" y="1714500"/>
            <a:ext cx="14937017" cy="266579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0750"/>
              </a:lnSpc>
            </a:pPr>
            <a:r>
              <a:rPr lang="zh-CN" altLang="en-US" sz="8000" spc="220" dirty="0">
                <a:solidFill>
                  <a:srgbClr val="0C698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感谢聆听！</a:t>
            </a:r>
            <a:endParaRPr lang="en-US" altLang="zh-CN" sz="8000" spc="220" dirty="0">
              <a:solidFill>
                <a:srgbClr val="0C6980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 algn="ctr">
              <a:lnSpc>
                <a:spcPts val="10750"/>
              </a:lnSpc>
            </a:pPr>
            <a:r>
              <a:rPr lang="zh-CN" altLang="en-US" sz="8000" spc="220" dirty="0">
                <a:solidFill>
                  <a:srgbClr val="0C698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感谢老师同学们指正！</a:t>
            </a:r>
            <a:endParaRPr lang="en-US" sz="8000" spc="220" dirty="0">
              <a:solidFill>
                <a:srgbClr val="0C6980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PP_MARK_KEY" val="0dde8010-7bfc-430b-aa5e-e457f7619da0"/>
  <p:tag name="COMMONDATA" val="eyJoZGlkIjoiNGFiYThkNzc5MzIxODc3NThlNjQzNDc1ZWFlMDc1MWUifQ==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EMPLATE_THUMBS_INDEX" val="1、4、7、12、13、14、15、16、17、18、20、24、25、28、33、36、40、43、44"/>
  <p:tag name="KSO_WM_TEMPLATE_SUBCATEGORY" val="19"/>
  <p:tag name="KSO_WM_TAG_VERSION" val="1.0"/>
  <p:tag name="KSO_WM_BEAUTIFY_FLAG" val="#wm#"/>
  <p:tag name="KSO_WM_TEMPLATE_CATEGORY" val="custom"/>
  <p:tag name="KSO_WM_TEMPLATE_INDEX" val="20205081"/>
  <p:tag name="KSO_WM_TEMPLATE_MASTER_TYPE" val="0"/>
  <p:tag name="KSO_WM_TEMPLATE_COLOR_TYPE" val="1"/>
  <p:tag name="KSO_WM_UNIT_SHOW_EDIT_AREA_INDICATION" val="1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EMPLATE_THUMBS_INDEX" val="1、4、7、12、13、14、15、16、17、18、20、24、25、28、33、36、40、43、44"/>
  <p:tag name="KSO_WM_TEMPLATE_SUBCATEGORY" val="19"/>
  <p:tag name="KSO_WM_TAG_VERSION" val="1.0"/>
  <p:tag name="KSO_WM_BEAUTIFY_FLAG" val="#wm#"/>
  <p:tag name="KSO_WM_TEMPLATE_CATEGORY" val="custom"/>
  <p:tag name="KSO_WM_TEMPLATE_INDEX" val="20205081"/>
  <p:tag name="KSO_WM_TEMPLATE_MASTER_TYPE" val="0"/>
  <p:tag name="KSO_WM_TEMPLATE_COLOR_TYPE" val="1"/>
  <p:tag name="KSO_WM_UNIT_SHOW_EDIT_AREA_INDICATION" val="1"/>
</p:tagLst>
</file>

<file path=ppt/tags/tag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  <p:tag name="KSO_WM_UNIT_PLACING_PICTURE_USER_VIEWPORT" val="{&quot;height&quot;:7297.929133858268,&quot;width&quot;:12094.826771653543}"/>
</p:tagLst>
</file>

<file path=ppt/tags/tag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8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8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8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8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8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8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8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8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9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9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9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9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9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9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9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9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9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9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10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10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10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10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10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10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10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10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10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10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1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1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1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1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1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1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1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1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1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1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1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1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1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1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1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1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1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1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1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1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1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1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EMPLATE_THUMBS_INDEX" val="1、4、7、12、13、14、15、16、17、18、20、24、25、28、33、36、40、43、44"/>
  <p:tag name="KSO_WM_TEMPLATE_SUBCATEGORY" val="19"/>
  <p:tag name="KSO_WM_TAG_VERSION" val="1.0"/>
  <p:tag name="KSO_WM_BEAUTIFY_FLAG" val="#wm#"/>
  <p:tag name="KSO_WM_TEMPLATE_CATEGORY" val="custom"/>
  <p:tag name="KSO_WM_TEMPLATE_INDEX" val="20205081"/>
  <p:tag name="KSO_WM_TEMPLATE_MASTER_TYPE" val="0"/>
  <p:tag name="KSO_WM_TEMPLATE_COLOR_TYPE" val="1"/>
  <p:tag name="KSO_WM_UNIT_SHOW_EDIT_AREA_INDICATION" val="1"/>
</p:tagLst>
</file>

<file path=ppt/tags/tag1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1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1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1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1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1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1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1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1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1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1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1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1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1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1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1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1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1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1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1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1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1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1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1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1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1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18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18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18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18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18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18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18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18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19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19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19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19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19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19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19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EMPLATE_THUMBS_INDEX" val="1、4、7、12、13、14、15、16、17、18、20、24、25、28、33、36、40、43、44"/>
  <p:tag name="KSO_WM_TEMPLATE_SUBCATEGORY" val="19"/>
  <p:tag name="KSO_WM_TAG_VERSION" val="1.0"/>
  <p:tag name="KSO_WM_BEAUTIFY_FLAG" val="#wm#"/>
  <p:tag name="KSO_WM_TEMPLATE_CATEGORY" val="custom"/>
  <p:tag name="KSO_WM_TEMPLATE_INDEX" val="20205081"/>
  <p:tag name="KSO_WM_TEMPLATE_MASTER_TYPE" val="0"/>
  <p:tag name="KSO_WM_TEMPLATE_COLOR_TYPE" val="1"/>
  <p:tag name="KSO_WM_UNIT_SHOW_EDIT_AREA_INDICATION" val="1"/>
</p:tagLst>
</file>

<file path=ppt/tags/tag19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19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19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20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20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20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0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0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0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0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20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20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20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2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2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2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2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2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2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2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2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2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2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2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2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2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2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2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2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2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2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2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2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2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2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2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2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2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2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2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2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2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2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2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2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2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2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2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EMPLATE_THUMBS_INDEX" val="1、4、7、12、13、14、15、16、17、18、20、24、25、28、33、36、40、43、44"/>
  <p:tag name="KSO_WM_TEMPLATE_SUBCATEGORY" val="19"/>
  <p:tag name="KSO_WM_TAG_VERSION" val="1.0"/>
  <p:tag name="KSO_WM_BEAUTIFY_FLAG" val="#wm#"/>
  <p:tag name="KSO_WM_TEMPLATE_CATEGORY" val="custom"/>
  <p:tag name="KSO_WM_TEMPLATE_INDEX" val="20205081"/>
  <p:tag name="KSO_WM_TEMPLATE_MASTER_TYPE" val="0"/>
  <p:tag name="KSO_WM_TEMPLATE_COLOR_TYPE" val="1"/>
  <p:tag name="KSO_WM_UNIT_SHOW_EDIT_AREA_INDICATION" val="1"/>
</p:tagLst>
</file>

<file path=ppt/tags/tag2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2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2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2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2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2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2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2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2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2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2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2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2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2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2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2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28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28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28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28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28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8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8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8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9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9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9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9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9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9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9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9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9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9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0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0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0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0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0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0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0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0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0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0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3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3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3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3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3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3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3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3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3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EMPLATE_THUMBS_INDEX" val="1、4、7、12、13、14、15、16、17、18、20、24、25、28、33、36、40、43、44"/>
  <p:tag name="KSO_WM_TEMPLATE_SUBCATEGORY" val="19"/>
  <p:tag name="KSO_WM_TAG_VERSION" val="1.0"/>
  <p:tag name="KSO_WM_BEAUTIFY_FLAG" val="#wm#"/>
  <p:tag name="KSO_WM_TEMPLATE_CATEGORY" val="custom"/>
  <p:tag name="KSO_WM_TEMPLATE_INDEX" val="20205081"/>
  <p:tag name="KSO_WM_TEMPLATE_MASTER_TYPE" val="0"/>
  <p:tag name="KSO_WM_TEMPLATE_COLOR_TYPE" val="1"/>
  <p:tag name="KSO_WM_UNIT_SHOW_EDIT_AREA_INDICATION" val="1"/>
</p:tagLst>
</file>

<file path=ppt/tags/tag3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3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3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3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3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3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3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3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3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3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3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3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3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3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3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3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3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3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3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3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3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3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3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3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3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3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3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3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3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3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3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3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38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38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38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38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8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8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8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8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9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EMPLATE_THUMBS_INDEX" val="1、4、7、12、13、14、15、16、17、18、20、24、25、28、33、36、40、43、44"/>
  <p:tag name="KSO_WM_TEMPLATE_SUBCATEGORY" val="19"/>
  <p:tag name="KSO_WM_TAG_VERSION" val="1.0"/>
  <p:tag name="KSO_WM_BEAUTIFY_FLAG" val="#wm#"/>
  <p:tag name="KSO_WM_TEMPLATE_CATEGORY" val="custom"/>
  <p:tag name="KSO_WM_TEMPLATE_INDEX" val="20205081"/>
  <p:tag name="KSO_WM_TEMPLATE_MASTER_TYPE" val="0"/>
  <p:tag name="KSO_WM_TEMPLATE_COLOR_TYPE" val="1"/>
  <p:tag name="KSO_WM_UNIT_SHOW_EDIT_AREA_INDICATION" val="1"/>
</p:tagLst>
</file>

<file path=ppt/tags/tag39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39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39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39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39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39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9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9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9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0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40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40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40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40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40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40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40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40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40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4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4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4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4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4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4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4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4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4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4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4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4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4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4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4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4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4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4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4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4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4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4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4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4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4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4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4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4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4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4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4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4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4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4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4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4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784.9226515444178,&quot;left&quot;:311.97966571801345,&quot;top&quot;:97.49133858267717,&quot;width&quot;:1046.9552752268687}"/>
</p:tagLst>
</file>

<file path=ppt/tags/tag4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784.9226515444178,&quot;left&quot;:311.97966571801345,&quot;top&quot;:97.49133858267717,&quot;width&quot;:1046.9552752268687}"/>
</p:tagLst>
</file>

<file path=ppt/tags/tag4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784.9226515444178,&quot;left&quot;:311.97966571801345,&quot;top&quot;:97.49133858267717,&quot;width&quot;:1046.9552752268687}"/>
</p:tagLst>
</file>

<file path=ppt/tags/tag4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784.9226515444178,&quot;left&quot;:311.97966571801345,&quot;top&quot;:97.49133858267717,&quot;width&quot;:1046.9552752268687}"/>
</p:tagLst>
</file>

<file path=ppt/tags/tag4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784.9226515444178,&quot;left&quot;:311.97966571801345,&quot;top&quot;:97.49133858267717,&quot;width&quot;:1046.9552752268687}"/>
</p:tagLst>
</file>

<file path=ppt/tags/tag4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784.9226515444178,&quot;left&quot;:311.97966571801345,&quot;top&quot;:97.49133858267717,&quot;width&quot;:1046.9552752268687}"/>
</p:tagLst>
</file>

<file path=ppt/tags/tag4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784.9226515444178,&quot;left&quot;:311.97966571801345,&quot;top&quot;:97.49133858267717,&quot;width&quot;:1046.9552752268687}"/>
</p:tagLst>
</file>

<file path=ppt/tags/tag4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784.9226515444178,&quot;left&quot;:311.97966571801345,&quot;top&quot;:97.49133858267717,&quot;width&quot;:1046.9552752268687}"/>
</p:tagLst>
</file>

<file path=ppt/tags/tag4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784.9226515444178,&quot;left&quot;:311.97966571801345,&quot;top&quot;:97.49133858267717,&quot;width&quot;:1046.9552752268687}"/>
</p:tagLst>
</file>

<file path=ppt/tags/tag4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784.9226515444178,&quot;left&quot;:311.97966571801345,&quot;top&quot;:97.49133858267717,&quot;width&quot;:1046.9552752268687}"/>
</p:tagLst>
</file>

<file path=ppt/tags/tag4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784.9226515444178,&quot;left&quot;:311.97966571801345,&quot;top&quot;:97.49133858267717,&quot;width&quot;:1046.9552752268687}"/>
</p:tagLst>
</file>

<file path=ppt/tags/tag4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784.9226515444178,&quot;left&quot;:311.97966571801345,&quot;top&quot;:97.49133858267717,&quot;width&quot;:1046.9552752268687}"/>
</p:tagLst>
</file>

<file path=ppt/tags/tag4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784.9226515444178,&quot;left&quot;:311.97966571801345,&quot;top&quot;:97.49133858267717,&quot;width&quot;:1046.9552752268687}"/>
</p:tagLst>
</file>

<file path=ppt/tags/tag4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784.9226515444178,&quot;left&quot;:311.97966571801345,&quot;top&quot;:97.49133858267717,&quot;width&quot;:1046.9552752268687}"/>
</p:tagLst>
</file>

<file path=ppt/tags/tag4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784.9226515444178,&quot;left&quot;:311.97966571801345,&quot;top&quot;:97.49133858267717,&quot;width&quot;:1046.9552752268687}"/>
</p:tagLst>
</file>

<file path=ppt/tags/tag4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784.9226515444178,&quot;left&quot;:311.97966571801345,&quot;top&quot;:97.49133858267717,&quot;width&quot;:1046.9552752268687}"/>
</p:tagLst>
</file>

<file path=ppt/tags/tag4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784.9226515444178,&quot;left&quot;:311.97966571801345,&quot;top&quot;:97.49133858267717,&quot;width&quot;:1046.9552752268687}"/>
</p:tagLst>
</file>

<file path=ppt/tags/tag4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784.9226515444178,&quot;left&quot;:311.97966571801345,&quot;top&quot;:97.49133858267717,&quot;width&quot;:1046.9552752268687}"/>
</p:tagLst>
</file>

<file path=ppt/tags/tag4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784.9226515444178,&quot;left&quot;:311.97966571801345,&quot;top&quot;:97.49133858267717,&quot;width&quot;:1046.9552752268687}"/>
</p:tagLst>
</file>

<file path=ppt/tags/tag4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784.9226515444178,&quot;left&quot;:311.97966571801345,&quot;top&quot;:97.49133858267717,&quot;width&quot;:1046.9552752268687}"/>
</p:tagLst>
</file>

<file path=ppt/tags/tag4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784.9226515444178,&quot;left&quot;:311.97966571801345,&quot;top&quot;:97.49133858267717,&quot;width&quot;:1046.9552752268687}"/>
</p:tagLst>
</file>

<file path=ppt/tags/tag4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784.9226515444178,&quot;left&quot;:311.97966571801345,&quot;top&quot;:97.49133858267717,&quot;width&quot;:1046.9552752268687}"/>
</p:tagLst>
</file>

<file path=ppt/tags/tag4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784.9226515444178,&quot;left&quot;:311.97966571801345,&quot;top&quot;:97.49133858267717,&quot;width&quot;:1046.9552752268687}"/>
</p:tagLst>
</file>

<file path=ppt/tags/tag4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784.9226515444178,&quot;left&quot;:311.97966571801345,&quot;top&quot;:97.49133858267717,&quot;width&quot;:1046.9552752268687}"/>
</p:tagLst>
</file>

<file path=ppt/tags/tag4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784.9226515444178,&quot;left&quot;:311.97966571801345,&quot;top&quot;:97.49133858267717,&quot;width&quot;:1046.9552752268687}"/>
</p:tagLst>
</file>

<file path=ppt/tags/tag4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784.9226515444178,&quot;left&quot;:311.97966571801345,&quot;top&quot;:97.49133858267717,&quot;width&quot;:1046.9552752268687}"/>
</p:tagLst>
</file>

<file path=ppt/tags/tag48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784.9226515444178,&quot;left&quot;:311.97966571801345,&quot;top&quot;:97.49133858267717,&quot;width&quot;:1046.9552752268687}"/>
</p:tagLst>
</file>

<file path=ppt/tags/tag48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784.9226515444178,&quot;left&quot;:311.97966571801345,&quot;top&quot;:97.49133858267717,&quot;width&quot;:1046.9552752268687}"/>
</p:tagLst>
</file>

<file path=ppt/tags/tag48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784.9226515444178,&quot;left&quot;:311.97966571801345,&quot;top&quot;:97.49133858267717,&quot;width&quot;:1046.9552752268687}"/>
</p:tagLst>
</file>

<file path=ppt/tags/tag48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784.9226515444178,&quot;left&quot;:311.97966571801345,&quot;top&quot;:97.49133858267717,&quot;width&quot;:1046.9552752268687}"/>
</p:tagLst>
</file>

<file path=ppt/tags/tag48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784.9226515444178,&quot;left&quot;:311.97966571801345,&quot;top&quot;:97.49133858267717,&quot;width&quot;:1046.9552752268687}"/>
</p:tagLst>
</file>

<file path=ppt/tags/tag48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784.9226515444178,&quot;left&quot;:311.97966571801345,&quot;top&quot;:97.49133858267717,&quot;width&quot;:1046.9552752268687}"/>
</p:tagLst>
</file>

<file path=ppt/theme/theme1.xml><?xml version="1.0" encoding="utf-8"?>
<a:theme xmlns:a="http://schemas.openxmlformats.org/drawingml/2006/main" name="4_自定义设计方案">
  <a:themeElements>
    <a:clrScheme name="新版空白演示配色">
      <a:dk1>
        <a:sysClr val="windowText" lastClr="000000"/>
      </a:dk1>
      <a:lt1>
        <a:sysClr val="window" lastClr="FFFFFF"/>
      </a:lt1>
      <a:dk2>
        <a:srgbClr val="0F1423"/>
      </a:dk2>
      <a:lt2>
        <a:srgbClr val="FFFFFF"/>
      </a:lt2>
      <a:accent1>
        <a:srgbClr val="6096E6"/>
      </a:accent1>
      <a:accent2>
        <a:srgbClr val="58B6E5"/>
      </a:accent2>
      <a:accent3>
        <a:srgbClr val="56CA95"/>
      </a:accent3>
      <a:accent4>
        <a:srgbClr val="FFBA55"/>
      </a:accent4>
      <a:accent5>
        <a:srgbClr val="F18870"/>
      </a:accent5>
      <a:accent6>
        <a:srgbClr val="EC5F74"/>
      </a:accent6>
      <a:hlink>
        <a:srgbClr val="0563C1"/>
      </a:hlink>
      <a:folHlink>
        <a:srgbClr val="954D72"/>
      </a:folHlink>
    </a:clrScheme>
    <a:fontScheme name="自定义 9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7_自定义设计方案">
  <a:themeElements>
    <a:clrScheme name="新版空白演示配色">
      <a:dk1>
        <a:sysClr val="windowText" lastClr="000000"/>
      </a:dk1>
      <a:lt1>
        <a:sysClr val="window" lastClr="FFFFFF"/>
      </a:lt1>
      <a:dk2>
        <a:srgbClr val="0F1423"/>
      </a:dk2>
      <a:lt2>
        <a:srgbClr val="FFFFFF"/>
      </a:lt2>
      <a:accent1>
        <a:srgbClr val="6096E6"/>
      </a:accent1>
      <a:accent2>
        <a:srgbClr val="58B6E5"/>
      </a:accent2>
      <a:accent3>
        <a:srgbClr val="56CA95"/>
      </a:accent3>
      <a:accent4>
        <a:srgbClr val="FFBA55"/>
      </a:accent4>
      <a:accent5>
        <a:srgbClr val="F18870"/>
      </a:accent5>
      <a:accent6>
        <a:srgbClr val="EC5F74"/>
      </a:accent6>
      <a:hlink>
        <a:srgbClr val="0563C1"/>
      </a:hlink>
      <a:folHlink>
        <a:srgbClr val="954D72"/>
      </a:folHlink>
    </a:clrScheme>
    <a:fontScheme name="自定义 9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3_自定义设计方案">
  <a:themeElements>
    <a:clrScheme name="新版空白演示配色">
      <a:dk1>
        <a:sysClr val="windowText" lastClr="000000"/>
      </a:dk1>
      <a:lt1>
        <a:sysClr val="window" lastClr="FFFFFF"/>
      </a:lt1>
      <a:dk2>
        <a:srgbClr val="0F1423"/>
      </a:dk2>
      <a:lt2>
        <a:srgbClr val="FFFFFF"/>
      </a:lt2>
      <a:accent1>
        <a:srgbClr val="6096E6"/>
      </a:accent1>
      <a:accent2>
        <a:srgbClr val="58B6E5"/>
      </a:accent2>
      <a:accent3>
        <a:srgbClr val="56CA95"/>
      </a:accent3>
      <a:accent4>
        <a:srgbClr val="FFBA55"/>
      </a:accent4>
      <a:accent5>
        <a:srgbClr val="F18870"/>
      </a:accent5>
      <a:accent6>
        <a:srgbClr val="EC5F74"/>
      </a:accent6>
      <a:hlink>
        <a:srgbClr val="0563C1"/>
      </a:hlink>
      <a:folHlink>
        <a:srgbClr val="954D72"/>
      </a:folHlink>
    </a:clrScheme>
    <a:fontScheme name="自定义 9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2_自定义设计方案">
  <a:themeElements>
    <a:clrScheme name="新版空白演示配色">
      <a:dk1>
        <a:sysClr val="windowText" lastClr="000000"/>
      </a:dk1>
      <a:lt1>
        <a:sysClr val="window" lastClr="FFFFFF"/>
      </a:lt1>
      <a:dk2>
        <a:srgbClr val="0F1423"/>
      </a:dk2>
      <a:lt2>
        <a:srgbClr val="FFFFFF"/>
      </a:lt2>
      <a:accent1>
        <a:srgbClr val="6096E6"/>
      </a:accent1>
      <a:accent2>
        <a:srgbClr val="58B6E5"/>
      </a:accent2>
      <a:accent3>
        <a:srgbClr val="56CA95"/>
      </a:accent3>
      <a:accent4>
        <a:srgbClr val="FFBA55"/>
      </a:accent4>
      <a:accent5>
        <a:srgbClr val="F18870"/>
      </a:accent5>
      <a:accent6>
        <a:srgbClr val="EC5F74"/>
      </a:accent6>
      <a:hlink>
        <a:srgbClr val="0563C1"/>
      </a:hlink>
      <a:folHlink>
        <a:srgbClr val="954D72"/>
      </a:folHlink>
    </a:clrScheme>
    <a:fontScheme name="自定义 9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5.xml><?xml version="1.0" encoding="utf-8"?>
<a:theme xmlns:a="http://schemas.openxmlformats.org/drawingml/2006/main" name="5_自定义设计方案">
  <a:themeElements>
    <a:clrScheme name="新版空白演示配色">
      <a:dk1>
        <a:sysClr val="windowText" lastClr="000000"/>
      </a:dk1>
      <a:lt1>
        <a:sysClr val="window" lastClr="FFFFFF"/>
      </a:lt1>
      <a:dk2>
        <a:srgbClr val="0F1423"/>
      </a:dk2>
      <a:lt2>
        <a:srgbClr val="FFFFFF"/>
      </a:lt2>
      <a:accent1>
        <a:srgbClr val="6096E6"/>
      </a:accent1>
      <a:accent2>
        <a:srgbClr val="58B6E5"/>
      </a:accent2>
      <a:accent3>
        <a:srgbClr val="56CA95"/>
      </a:accent3>
      <a:accent4>
        <a:srgbClr val="FFBA55"/>
      </a:accent4>
      <a:accent5>
        <a:srgbClr val="F18870"/>
      </a:accent5>
      <a:accent6>
        <a:srgbClr val="EC5F74"/>
      </a:accent6>
      <a:hlink>
        <a:srgbClr val="0563C1"/>
      </a:hlink>
      <a:folHlink>
        <a:srgbClr val="954D72"/>
      </a:folHlink>
    </a:clrScheme>
    <a:fontScheme name="自定义 9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6.xml><?xml version="1.0" encoding="utf-8"?>
<a:theme xmlns:a="http://schemas.openxmlformats.org/drawingml/2006/main" name="6_自定义设计方案">
  <a:themeElements>
    <a:clrScheme name="新版空白演示配色">
      <a:dk1>
        <a:sysClr val="windowText" lastClr="000000"/>
      </a:dk1>
      <a:lt1>
        <a:sysClr val="window" lastClr="FFFFFF"/>
      </a:lt1>
      <a:dk2>
        <a:srgbClr val="0F1423"/>
      </a:dk2>
      <a:lt2>
        <a:srgbClr val="FFFFFF"/>
      </a:lt2>
      <a:accent1>
        <a:srgbClr val="6096E6"/>
      </a:accent1>
      <a:accent2>
        <a:srgbClr val="58B6E5"/>
      </a:accent2>
      <a:accent3>
        <a:srgbClr val="56CA95"/>
      </a:accent3>
      <a:accent4>
        <a:srgbClr val="FFBA55"/>
      </a:accent4>
      <a:accent5>
        <a:srgbClr val="F18870"/>
      </a:accent5>
      <a:accent6>
        <a:srgbClr val="EC5F74"/>
      </a:accent6>
      <a:hlink>
        <a:srgbClr val="0563C1"/>
      </a:hlink>
      <a:folHlink>
        <a:srgbClr val="954D72"/>
      </a:folHlink>
    </a:clrScheme>
    <a:fontScheme name="自定义 9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7.xml><?xml version="1.0" encoding="utf-8"?>
<a:theme xmlns:a="http://schemas.openxmlformats.org/drawingml/2006/main" name="1_自定义设计方案">
  <a:themeElements>
    <a:clrScheme name="新版空白演示配色">
      <a:dk1>
        <a:sysClr val="windowText" lastClr="000000"/>
      </a:dk1>
      <a:lt1>
        <a:sysClr val="window" lastClr="FFFFFF"/>
      </a:lt1>
      <a:dk2>
        <a:srgbClr val="0F1423"/>
      </a:dk2>
      <a:lt2>
        <a:srgbClr val="FFFFFF"/>
      </a:lt2>
      <a:accent1>
        <a:srgbClr val="6096E6"/>
      </a:accent1>
      <a:accent2>
        <a:srgbClr val="58B6E5"/>
      </a:accent2>
      <a:accent3>
        <a:srgbClr val="56CA95"/>
      </a:accent3>
      <a:accent4>
        <a:srgbClr val="FFBA55"/>
      </a:accent4>
      <a:accent5>
        <a:srgbClr val="F18870"/>
      </a:accent5>
      <a:accent6>
        <a:srgbClr val="EC5F74"/>
      </a:accent6>
      <a:hlink>
        <a:srgbClr val="0563C1"/>
      </a:hlink>
      <a:folHlink>
        <a:srgbClr val="954D72"/>
      </a:folHlink>
    </a:clrScheme>
    <a:fontScheme name="自定义 9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8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9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1384</TotalTime>
  <Words>1803</Words>
  <Application>Microsoft Macintosh PowerPoint</Application>
  <PresentationFormat>自定义</PresentationFormat>
  <Paragraphs>143</Paragraphs>
  <Slides>18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8</vt:i4>
      </vt:variant>
      <vt:variant>
        <vt:lpstr>主题</vt:lpstr>
      </vt:variant>
      <vt:variant>
        <vt:i4>7</vt:i4>
      </vt:variant>
      <vt:variant>
        <vt:lpstr>幻灯片标题</vt:lpstr>
      </vt:variant>
      <vt:variant>
        <vt:i4>18</vt:i4>
      </vt:variant>
    </vt:vector>
  </HeadingPairs>
  <TitlesOfParts>
    <vt:vector size="33" baseType="lpstr">
      <vt:lpstr>楷体</vt:lpstr>
      <vt:lpstr>Times New Roman</vt:lpstr>
      <vt:lpstr>Cambria Math</vt:lpstr>
      <vt:lpstr>Calibri</vt:lpstr>
      <vt:lpstr>Arial</vt:lpstr>
      <vt:lpstr>Wingdings</vt:lpstr>
      <vt:lpstr>微软雅黑</vt:lpstr>
      <vt:lpstr>楷体</vt:lpstr>
      <vt:lpstr>4_自定义设计方案</vt:lpstr>
      <vt:lpstr>7_自定义设计方案</vt:lpstr>
      <vt:lpstr>3_自定义设计方案</vt:lpstr>
      <vt:lpstr>2_自定义设计方案</vt:lpstr>
      <vt:lpstr>5_自定义设计方案</vt:lpstr>
      <vt:lpstr>6_自定义设计方案</vt:lpstr>
      <vt:lpstr>1_自定义设计方案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蓝粉色简约插画年度总结会议演示文稿	</dc:title>
  <dc:creator/>
  <cp:lastModifiedBy>Microsoft Office User</cp:lastModifiedBy>
  <cp:revision>55</cp:revision>
  <dcterms:created xsi:type="dcterms:W3CDTF">2006-08-16T00:00:00Z</dcterms:created>
  <dcterms:modified xsi:type="dcterms:W3CDTF">2025-06-04T10:17:04Z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82F18F4F6AF747E4B54D768375FFC0B3_12</vt:lpwstr>
  </property>
  <property fmtid="{D5CDD505-2E9C-101B-9397-08002B2CF9AE}" pid="3" name="KSOProductBuildVer">
    <vt:lpwstr>2052-12.1.0.18912</vt:lpwstr>
  </property>
</Properties>
</file>