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54544-C1A8-4E18-B75F-95EEDB5A29C7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D738E-25B5-4011-AF4A-9A5BEB474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445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要调用</a:t>
            </a:r>
            <a:r>
              <a:rPr lang="en-US" altLang="zh-CN" dirty="0" err="1"/>
              <a:t>deepseek</a:t>
            </a:r>
            <a:r>
              <a:rPr lang="zh-CN" altLang="en-US" dirty="0"/>
              <a:t>的</a:t>
            </a:r>
            <a:r>
              <a:rPr lang="en-US" altLang="zh-CN" dirty="0" err="1"/>
              <a:t>api</a:t>
            </a:r>
            <a:r>
              <a:rPr lang="zh-CN" altLang="en-US" dirty="0"/>
              <a:t>，首先需要进入</a:t>
            </a:r>
            <a:r>
              <a:rPr lang="en-US" altLang="zh-CN" dirty="0" err="1"/>
              <a:t>deepseek</a:t>
            </a:r>
            <a:r>
              <a:rPr lang="zh-CN" altLang="en-US" dirty="0"/>
              <a:t>的开放平台，这个是链接。进入开放平台后，首先注册，注册完成后，点击创建</a:t>
            </a:r>
            <a:r>
              <a:rPr lang="en-US" altLang="zh-CN" dirty="0"/>
              <a:t>API key</a:t>
            </a:r>
            <a:r>
              <a:rPr lang="zh-CN" altLang="en-US" dirty="0"/>
              <a:t>，会得到一个</a:t>
            </a:r>
            <a:r>
              <a:rPr lang="en-US" altLang="zh-CN" dirty="0"/>
              <a:t>API key</a:t>
            </a:r>
            <a:r>
              <a:rPr lang="zh-CN" altLang="en-US" dirty="0"/>
              <a:t>，它是一个字符串，相当于一个秘钥。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D738E-25B5-4011-AF4A-9A5BEB474D1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840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这个是</a:t>
            </a:r>
            <a:r>
              <a:rPr lang="en-US" altLang="zh-CN" dirty="0" err="1"/>
              <a:t>deepseek</a:t>
            </a:r>
            <a:r>
              <a:rPr lang="zh-CN" altLang="en-US" dirty="0"/>
              <a:t>的收费标准，分为</a:t>
            </a:r>
            <a:r>
              <a:rPr lang="en-US" altLang="zh-CN" dirty="0"/>
              <a:t>chat</a:t>
            </a:r>
            <a:r>
              <a:rPr lang="zh-CN" altLang="en-US" dirty="0"/>
              <a:t>模型和推理模型。标准情况下是一百万个</a:t>
            </a:r>
            <a:r>
              <a:rPr lang="en-US" altLang="zh-CN" dirty="0"/>
              <a:t>token</a:t>
            </a:r>
            <a:r>
              <a:rPr lang="zh-CN" altLang="en-US" dirty="0"/>
              <a:t>收费</a:t>
            </a:r>
            <a:r>
              <a:rPr lang="en-US" altLang="zh-CN" dirty="0"/>
              <a:t>0.5</a:t>
            </a:r>
            <a:r>
              <a:rPr lang="zh-CN" altLang="en-US" dirty="0"/>
              <a:t>元，推理模型的收费是</a:t>
            </a:r>
            <a:r>
              <a:rPr lang="en-US" altLang="zh-CN" dirty="0"/>
              <a:t>chat</a:t>
            </a:r>
            <a:r>
              <a:rPr lang="zh-CN" altLang="en-US" dirty="0"/>
              <a:t>模型的</a:t>
            </a:r>
            <a:r>
              <a:rPr lang="en-US" altLang="zh-CN" dirty="0"/>
              <a:t>2</a:t>
            </a:r>
            <a:r>
              <a:rPr lang="zh-CN" altLang="en-US" dirty="0"/>
              <a:t>倍。夜间是</a:t>
            </a:r>
            <a:r>
              <a:rPr lang="en-US" altLang="zh-CN" dirty="0"/>
              <a:t>5</a:t>
            </a:r>
            <a:r>
              <a:rPr lang="zh-CN" altLang="en-US" dirty="0"/>
              <a:t>折的价格。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D738E-25B5-4011-AF4A-9A5BEB474D1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865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API</a:t>
            </a:r>
            <a:r>
              <a:rPr lang="zh-CN" altLang="en-US" dirty="0"/>
              <a:t>的调用，这里是官方给的代码。首先需要安装</a:t>
            </a:r>
            <a:r>
              <a:rPr lang="en-US" altLang="zh-CN" dirty="0" err="1"/>
              <a:t>OpenAI</a:t>
            </a:r>
            <a:r>
              <a:rPr lang="zh-CN" altLang="en-US" dirty="0"/>
              <a:t>的包，安装完之后，这里</a:t>
            </a:r>
            <a:r>
              <a:rPr lang="en-US" altLang="zh-CN" dirty="0" err="1"/>
              <a:t>api_key</a:t>
            </a:r>
            <a:r>
              <a:rPr lang="zh-CN" altLang="en-US" dirty="0"/>
              <a:t>的部分就把刚才生成的</a:t>
            </a:r>
            <a:r>
              <a:rPr lang="en-US" altLang="zh-CN" dirty="0"/>
              <a:t>API key</a:t>
            </a:r>
            <a:r>
              <a:rPr lang="zh-CN" altLang="en-US" dirty="0"/>
              <a:t>填进来，</a:t>
            </a:r>
            <a:r>
              <a:rPr lang="en-US" altLang="zh-CN" dirty="0" err="1"/>
              <a:t>base_url</a:t>
            </a:r>
            <a:r>
              <a:rPr lang="zh-CN" altLang="en-US" dirty="0"/>
              <a:t>为</a:t>
            </a:r>
            <a:r>
              <a:rPr lang="en-US" altLang="zh-CN" dirty="0" err="1"/>
              <a:t>deepseek</a:t>
            </a:r>
            <a:r>
              <a:rPr lang="zh-CN" altLang="en-US" dirty="0"/>
              <a:t>的网址。</a:t>
            </a:r>
            <a:endParaRPr lang="en-US" altLang="zh-CN" dirty="0"/>
          </a:p>
          <a:p>
            <a:r>
              <a:rPr lang="en-US" altLang="zh-CN" dirty="0"/>
              <a:t>Model</a:t>
            </a:r>
            <a:r>
              <a:rPr lang="zh-CN" altLang="en-US" dirty="0"/>
              <a:t>这里可以选择</a:t>
            </a:r>
            <a:r>
              <a:rPr lang="en-US" altLang="zh-CN" dirty="0"/>
              <a:t>chat</a:t>
            </a:r>
            <a:r>
              <a:rPr lang="zh-CN" altLang="en-US" dirty="0"/>
              <a:t>模型或者推理模型。重要的是</a:t>
            </a:r>
            <a:r>
              <a:rPr lang="en-US" altLang="zh-CN" dirty="0"/>
              <a:t>messages</a:t>
            </a:r>
            <a:r>
              <a:rPr lang="zh-CN" altLang="en-US" dirty="0"/>
              <a:t>部分。</a:t>
            </a:r>
            <a:r>
              <a:rPr lang="en-US" altLang="zh-CN" dirty="0"/>
              <a:t>System</a:t>
            </a:r>
            <a:r>
              <a:rPr lang="zh-CN" altLang="en-US" dirty="0"/>
              <a:t>相当于告诉系统，需要进入一个什么样的模式中，</a:t>
            </a:r>
            <a:r>
              <a:rPr lang="en-US" altLang="zh-CN" dirty="0"/>
              <a:t>user</a:t>
            </a:r>
            <a:r>
              <a:rPr lang="zh-CN" altLang="en-US" dirty="0"/>
              <a:t>部分为输入的指令。之后会产生一个结果。</a:t>
            </a:r>
            <a:r>
              <a:rPr lang="en-US" altLang="zh-CN" dirty="0"/>
              <a:t>Messages</a:t>
            </a:r>
            <a:r>
              <a:rPr lang="zh-CN" altLang="en-US" dirty="0"/>
              <a:t>部分的内容，根据具体的任务来改变。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D738E-25B5-4011-AF4A-9A5BEB474D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599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这里是一个事件抽取调用大模型的例子。</a:t>
            </a:r>
            <a:r>
              <a:rPr lang="en-US" altLang="zh-CN" dirty="0"/>
              <a:t>System</a:t>
            </a:r>
            <a:r>
              <a:rPr lang="zh-CN" altLang="en-US" dirty="0"/>
              <a:t>中的内容为这段话，告诉大模型，事件抽取的任务是什么，把标签也告诉大模型。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D738E-25B5-4011-AF4A-9A5BEB474D1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818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这里是</a:t>
            </a:r>
            <a:r>
              <a:rPr lang="en-US" altLang="zh-CN" dirty="0"/>
              <a:t>user</a:t>
            </a:r>
            <a:r>
              <a:rPr lang="zh-CN" altLang="en-US" dirty="0"/>
              <a:t>的内容，告诉模型，具体要生成什么格式，比如这里告诉模型输入的一个句子，然后输出需要把句子中的触发词识别出来，并标注上对应的事件类型。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D738E-25B5-4011-AF4A-9A5BEB474D1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819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通过以上操作，就完成了我们的任务，第一行为标准答案，第二行为</a:t>
            </a:r>
            <a:r>
              <a:rPr lang="en-US" altLang="zh-CN" dirty="0" err="1"/>
              <a:t>deepseek</a:t>
            </a:r>
            <a:r>
              <a:rPr lang="zh-CN" altLang="en-US" dirty="0"/>
              <a:t>完成的情况。之后就根据评价指标，来评价</a:t>
            </a:r>
            <a:r>
              <a:rPr lang="en-US" altLang="zh-CN" dirty="0" err="1"/>
              <a:t>deepseek</a:t>
            </a:r>
            <a:r>
              <a:rPr lang="zh-CN" altLang="en-US" dirty="0"/>
              <a:t>的性能如何。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D738E-25B5-4011-AF4A-9A5BEB474D1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24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57621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62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620416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288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505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30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122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35632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141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5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01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331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E7F5D6F-72ED-4A7B-B55B-8EEC2E705E83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1F99E29-3B0A-451D-B0DC-5A93A8EBAFF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93030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deepseek.com/api_key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21AA2-E22C-4334-9BF8-0AD5268D65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Deepseek</a:t>
            </a:r>
            <a:r>
              <a:rPr lang="zh-CN" altLang="en-US" dirty="0"/>
              <a:t>的</a:t>
            </a:r>
            <a:r>
              <a:rPr lang="en-US" altLang="zh-CN" dirty="0"/>
              <a:t>API</a:t>
            </a:r>
            <a:r>
              <a:rPr lang="zh-CN" altLang="en-US" dirty="0"/>
              <a:t>接口调用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A6053F-BB47-4FAA-A373-442AF1A649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740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7B247-709B-4D2D-B52C-520A884CF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API</a:t>
            </a:r>
            <a:r>
              <a:rPr lang="zh-CN" altLang="en-US" dirty="0"/>
              <a:t>的申请与使用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6ABE1A-A377-4570-B9A4-B300FBB33F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124496"/>
            <a:ext cx="10363826" cy="3424107"/>
          </a:xfrm>
        </p:spPr>
        <p:txBody>
          <a:bodyPr/>
          <a:lstStyle/>
          <a:p>
            <a:r>
              <a:rPr lang="zh-CN" altLang="en-US" dirty="0"/>
              <a:t>入口：</a:t>
            </a:r>
            <a:r>
              <a:rPr lang="en-US" altLang="zh-CN" dirty="0"/>
              <a:t>API</a:t>
            </a:r>
            <a:r>
              <a:rPr lang="zh-CN" altLang="en-US" dirty="0"/>
              <a:t>开放平台</a:t>
            </a:r>
            <a:r>
              <a:rPr lang="en-US" altLang="zh-CN" dirty="0">
                <a:hlinkClick r:id="rId3"/>
              </a:rPr>
              <a:t>DeepSeek </a:t>
            </a:r>
            <a:r>
              <a:rPr lang="zh-CN" altLang="en-US" dirty="0">
                <a:hlinkClick r:id="rId3"/>
              </a:rPr>
              <a:t>开放平台</a:t>
            </a:r>
            <a:endParaRPr lang="en-US" altLang="zh-CN" dirty="0"/>
          </a:p>
          <a:p>
            <a:r>
              <a:rPr lang="zh-CN" altLang="en-US" dirty="0"/>
              <a:t>注册，获取</a:t>
            </a:r>
            <a:r>
              <a:rPr lang="en-US" altLang="zh-CN" dirty="0"/>
              <a:t>API KEY</a:t>
            </a:r>
          </a:p>
          <a:p>
            <a:endParaRPr lang="zh-CN" altLang="en-US" dirty="0"/>
          </a:p>
        </p:txBody>
      </p:sp>
      <p:pic>
        <p:nvPicPr>
          <p:cNvPr id="1026" name="Picture 2" descr="https://cdn.explinks.com/wp-content/uploads/2024/11/image-49-1024x464.png">
            <a:extLst>
              <a:ext uri="{FF2B5EF4-FFF2-40B4-BE49-F238E27FC236}">
                <a16:creationId xmlns:a16="http://schemas.microsoft.com/office/drawing/2014/main" id="{5F122048-FA61-4787-AA1C-9990A8A57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502" y="3304346"/>
            <a:ext cx="7193902" cy="325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929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077F0-93EC-4A22-BA09-4E03FD57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收费标准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BCD1809-C4EA-4F96-BB2B-47B13CF28F9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3006818" y="1766825"/>
            <a:ext cx="5903915" cy="410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7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C9B4A-2048-4914-8007-06667129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API</a:t>
            </a:r>
            <a:r>
              <a:rPr lang="zh-CN" altLang="en-US" dirty="0"/>
              <a:t>的调用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D505D0B-41BD-4329-8571-73FA762DFBC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933106" y="2133698"/>
            <a:ext cx="7989886" cy="342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20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ECB4E-ACBB-47C5-814A-1ECD4811C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prompt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344FF8-4279-413E-BEDC-B53F96DF213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959430"/>
            <a:ext cx="10363826" cy="3831770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Description: Given an input list of words, identify all triggers in the list, and categorize each of them into the predefined set of event types. A trigger is the main word that most clearly expresses the occurrence of an event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predefined set of event types.\n Pre-defined Label Set: The predefined set of event types includes: 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Life:Be-Born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Life:Marry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Life:Divorce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Life:Injure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Life:Die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Movement:Transport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Transaction:Transfer-Ownership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Transaction:Transfer-Money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Business:Start-Org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Business:Merge-Org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Business:Declar-Bankruptcy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Business:End-Org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Conflict:Attack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Conflict:Demonstrate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Contact:Meet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Contact:Phone-Write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Personnel:Start-Position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Personnel:End-Position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Personnel:Nominate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Personnel:Elect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Justice:Arrest-Jail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Justice:Release-Parole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Justice:Trial-Hearing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Justice:Charge-Indict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Justice:Sue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Justice:Convict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Justice:Sentence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Justice:Fine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Justice:Execute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Justice:Extradite,Justice:Acquit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Justice:Appeal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Justice:Pardon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任务描述：给定一个单词输入列表，识别列表中的所有触发器，并将每个触发器分类到预定义的事件类型集中。触发器是最清楚地表达事件发生的主要词。预定义标签集：预定义的事件类型集包括：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生活：出生，生活：结婚，生活：离婚，生活：受伤，生活：死亡，运动：运输，交易：转让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所有权，交易：转移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货币，业务：启动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组织，业务：合并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组织，业务：宣布破产，业务：结束组织， 冲突：攻击， 冲突：示威， 联系人：见面， 联系人：电话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写， 人员：开始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位置， 人员：结束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位置， 人员：提名， 人员：选举， 法官：逮捕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监狱， 法官：释放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假释， 法官：审判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听证会， 法官：指控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起诉， 法官：起诉， 法官：定罪， 法官：判刑， 法官：罚款， 法官：执行， 法官：引渡，法官：无罪释放， 法官：上诉， 法官：赦免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9023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ECB4E-ACBB-47C5-814A-1ECD4811C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prompt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344FF8-4279-413E-BEDC-B53F96DF213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959430"/>
            <a:ext cx="10363826" cy="383177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and Task Requirement: Perform event detection task for the following input list: {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user_prompt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 The output of event detection task should be a list of dictionaries. Each dictionary corresponds to the occurrence of an event in the input list and should consists of "trigger", "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word_index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event_type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 Note that your answer should only contain a list of dictionaries in a line without any newline character and nothing else.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输入和任务要求：对以下输入列表执行事件检测任务：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user_prompt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。事件检测任务的输出应为字典列表。每个字典对应于输入列表中事件的出现，应由 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、“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word_index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、“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event_type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组成。请注意，您的答案应该只包含一行字典列表，没有任何换行符，没有其他任何内容。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555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27405-0097-479D-B588-774E1766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结果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08A9F82-4C04-4E4B-86C9-9468E34D922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340" y="1667167"/>
            <a:ext cx="9977691" cy="4770956"/>
          </a:xfrm>
        </p:spPr>
      </p:pic>
    </p:spTree>
    <p:extLst>
      <p:ext uri="{BB962C8B-B14F-4D97-AF65-F5344CB8AC3E}">
        <p14:creationId xmlns:p14="http://schemas.microsoft.com/office/powerpoint/2010/main" val="1145600732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裁剪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裁剪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裁剪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</TotalTime>
  <Words>960</Words>
  <Application>Microsoft Macintosh PowerPoint</Application>
  <PresentationFormat>宽屏</PresentationFormat>
  <Paragraphs>28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Franklin Gothic Book</vt:lpstr>
      <vt:lpstr>Times New Roman</vt:lpstr>
      <vt:lpstr>裁剪</vt:lpstr>
      <vt:lpstr>Deepseek的API接口调用</vt:lpstr>
      <vt:lpstr>1. API的申请与使用</vt:lpstr>
      <vt:lpstr>2. 收费标准</vt:lpstr>
      <vt:lpstr>3. API的调用</vt:lpstr>
      <vt:lpstr>4. prompt</vt:lpstr>
      <vt:lpstr>4. prompt</vt:lpstr>
      <vt:lpstr>5. 结果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Deepseek的API接口调用</dc:title>
  <dc:creator>Grace</dc:creator>
  <cp:lastModifiedBy>Microsoft Office User</cp:lastModifiedBy>
  <cp:revision>21</cp:revision>
  <dcterms:created xsi:type="dcterms:W3CDTF">2025-04-24T01:00:52Z</dcterms:created>
  <dcterms:modified xsi:type="dcterms:W3CDTF">2025-05-12T13:37:36Z</dcterms:modified>
</cp:coreProperties>
</file>