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00" r:id="rId2"/>
    <p:sldId id="402" r:id="rId3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4" autoAdjust="0"/>
    <p:restoredTop sz="94841"/>
  </p:normalViewPr>
  <p:slideViewPr>
    <p:cSldViewPr>
      <p:cViewPr varScale="1">
        <p:scale>
          <a:sx n="130" d="100"/>
          <a:sy n="130" d="100"/>
        </p:scale>
        <p:origin x="1768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">
            <a:extLst>
              <a:ext uri="{FF2B5EF4-FFF2-40B4-BE49-F238E27FC236}">
                <a16:creationId xmlns:a16="http://schemas.microsoft.com/office/drawing/2014/main" id="{36E4F44B-80F2-C54E-83AF-5E9F425DC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CF371CC4-5EDF-2849-8EDF-DF0361DD4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E4C75E4A-790A-5B49-BCB2-2063756D7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B6603CE-F110-6945-9807-4AFE1497C7FE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A694BFF7-A90E-BC43-BF7B-6FB161618A8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1143000"/>
            <a:ext cx="4111625" cy="3082925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BE2BF54-FBC5-C140-912A-8F15801FC40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400550"/>
            <a:ext cx="5483225" cy="3597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7095D3D7-C01B-E34E-B163-EA3F5C7ED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30665BA0-0036-3C4A-BF73-85748D95356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fld id="{2B0C41DA-8C65-CC4C-8831-ABF66866280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8">
            <a:extLst>
              <a:ext uri="{FF2B5EF4-FFF2-40B4-BE49-F238E27FC236}">
                <a16:creationId xmlns:a16="http://schemas.microsoft.com/office/drawing/2014/main" id="{A5703DA5-F4B3-8B4B-A2F7-6007B4D33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E512D7BB-FC17-B84D-BB0B-47086F4BA89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8963" name="Rectangle 1">
            <a:extLst>
              <a:ext uri="{FF2B5EF4-FFF2-40B4-BE49-F238E27FC236}">
                <a16:creationId xmlns:a16="http://schemas.microsoft.com/office/drawing/2014/main" id="{03DB29EC-8CB0-B941-B6E1-F9AC069C7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Text Box 2">
            <a:extLst>
              <a:ext uri="{FF2B5EF4-FFF2-40B4-BE49-F238E27FC236}">
                <a16:creationId xmlns:a16="http://schemas.microsoft.com/office/drawing/2014/main" id="{0DA11748-6C96-704B-B03D-C995F662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680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3F702A-A028-BC4E-B0F8-B6C143FFE40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1275D221-AA37-704B-88B4-1688B5C434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63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78F0B0B8-5E8C-1A4B-9707-9672C3320B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6425" cy="5256584"/>
          </a:xfrm>
        </p:spPr>
        <p:txBody>
          <a:bodyPr/>
          <a:lstStyle>
            <a:lvl1pPr marL="457200" indent="-457200"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914400" indent="-457200"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2573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7145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1717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437EAC-8895-F445-867A-7144C26ED42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E10DB18C-0AE8-8847-BD46-9446A5C5C9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67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7DEB32CC-BF48-7B47-BB96-FA76E3E552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FBF6A3-D769-CD4C-BB3F-4C20057922B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849348D-D14F-F740-A4DB-98CA86EE3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A6951BA-9433-BF4C-801D-BB874A8028F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50669944-44AD-644B-8B73-1EA606C6991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32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3BF0CCB4-96D0-8A41-B250-C63C89E54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6399213"/>
            <a:ext cx="4492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fld id="{FE3993C0-C3D0-814D-9986-31A19597D45E}" type="slidenum"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 eaLnBrk="1" hangingPunct="1"/>
              <a:t>‹#›</a:t>
            </a:fld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14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DC5D134-4F1B-BB4E-98C7-8366707B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54BA1-A8BA-8748-81F1-B556AC1FA9F2}" type="datetimeFigureOut">
              <a:rPr lang="en-US"/>
              <a:pPr>
                <a:defRPr/>
              </a:pPr>
              <a:t>5/7/25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5D60EE-FE89-DB45-BF24-34499DBB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58138E-B800-0A4D-9411-11E173A7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BE047-FB5D-9140-B980-1C7DA4089E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50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DC96FB76-0754-8545-9701-93CE99D77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3575A9AF-885D-3C45-B604-22FE8527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单击鼠标编辑大纲文字格式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第三大纲级别</a:t>
            </a:r>
          </a:p>
          <a:p>
            <a:pPr lvl="3"/>
            <a:r>
              <a:rPr lang="zh-CN" altLang="en-GB"/>
              <a:t>第四大纲级别</a:t>
            </a:r>
          </a:p>
          <a:p>
            <a:pPr lvl="4"/>
            <a:r>
              <a:rPr lang="zh-CN" altLang="en-GB"/>
              <a:t>第五大纲级别</a:t>
            </a:r>
          </a:p>
          <a:p>
            <a:pPr lvl="4"/>
            <a:r>
              <a:rPr lang="zh-CN" altLang="en-GB"/>
              <a:t>第六大纲级别</a:t>
            </a:r>
          </a:p>
          <a:p>
            <a:pPr lvl="4"/>
            <a:r>
              <a:rPr lang="zh-CN" altLang="en-GB"/>
              <a:t>第七大纲级别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A27A9DCA-4D2E-0D45-A50A-0DBD4E145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F0B4BEBD-B20D-5E40-AACF-A89F70F33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E60CA45-30B3-C740-BCD5-4C84B8EE91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86513"/>
            <a:ext cx="2130425" cy="473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708EB795-CF63-7346-8874-2B0D6A8CC83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E64DCC2F-BB53-7642-9328-34F4900D0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620713"/>
            <a:ext cx="8569325" cy="158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13FCE1B9-B1DD-6947-BC1B-EEFDA5493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2449513" cy="7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pic>
        <p:nvPicPr>
          <p:cNvPr id="1034" name="Picture 12">
            <a:extLst>
              <a:ext uri="{FF2B5EF4-FFF2-40B4-BE49-F238E27FC236}">
                <a16:creationId xmlns:a16="http://schemas.microsoft.com/office/drawing/2014/main" id="{CF0AA430-9121-C443-ADE8-345A355D96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125413"/>
            <a:ext cx="1468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1" r:id="rId2"/>
    <p:sldLayoutId id="2147483982" r:id="rId3"/>
    <p:sldLayoutId id="2147483980" r:id="rId4"/>
    <p:sldLayoutId id="2147483983" r:id="rId5"/>
    <p:sldLayoutId id="2147483984" r:id="rId6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文本框 1">
            <a:extLst>
              <a:ext uri="{FF2B5EF4-FFF2-40B4-BE49-F238E27FC236}">
                <a16:creationId xmlns:a16="http://schemas.microsoft.com/office/drawing/2014/main" id="{42BC91DC-F134-AC42-BBCD-D03505EFD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7633022" cy="2413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kumimoji="1" lang="zh-CN" altLang="en-CN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基于</a:t>
            </a:r>
            <a:r>
              <a:rPr kumimoji="1"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MQTT</a:t>
            </a:r>
            <a:r>
              <a:rPr kumimoji="1" lang="zh-CN" altLang="en-US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协议的物联网应用</a:t>
            </a:r>
            <a:endParaRPr kumimoji="1" lang="en-US" altLang="zh-CN" sz="66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>
            <a:extLst>
              <a:ext uri="{FF2B5EF4-FFF2-40B4-BE49-F238E27FC236}">
                <a16:creationId xmlns:a16="http://schemas.microsoft.com/office/drawing/2014/main" id="{F64AC33A-9268-3D41-8253-BEC84352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700808"/>
            <a:ext cx="8064500" cy="514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部署一个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MQTT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Broker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推荐使</a:t>
            </a:r>
            <a:r>
              <a:rPr lang="zh-CN" altLang="en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用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EMQX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Cloud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。用其他也可以。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514350" indent="-51435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Arduino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串口与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Broker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交互。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推荐使用在计算机端使用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上的</a:t>
            </a:r>
            <a:r>
              <a:rPr lang="en-US" altLang="zh-CN" sz="2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Paho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MQTT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包编程。用其他编程语言也可以。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交互功能包括：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(1)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Aruino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发布温度、湿度、和风扇开关状态信息。并订阅消息对风扇进行开关控制。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参考实验书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课实验的温湿度传感器和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28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课风扇的使用。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indent="0">
              <a:spcBef>
                <a:spcPct val="0"/>
              </a:spcBef>
              <a:buClrTx/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）用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MQTTX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作为客户端订阅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Arduino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发布的数据。并发布控制风扇开关的命令。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	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67938" name="Rectangle 1">
            <a:extLst>
              <a:ext uri="{FF2B5EF4-FFF2-40B4-BE49-F238E27FC236}">
                <a16:creationId xmlns:a16="http://schemas.microsoft.com/office/drawing/2014/main" id="{23F84600-17E3-E147-A022-669B2DCB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实验内容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7451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</a:spPr>
      <a:bodyPr wrap="square" rtlCol="0">
        <a:spAutoFit/>
      </a:bodyPr>
      <a:lstStyle>
        <a:defPPr eaLnBrk="1" hangingPunct="1">
          <a:lnSpc>
            <a:spcPct val="120000"/>
          </a:lnSpc>
          <a:spcBef>
            <a:spcPct val="0"/>
          </a:spcBef>
          <a:buClrTx/>
          <a:buSzTx/>
          <a:buFontTx/>
          <a:buNone/>
          <a:defRPr kumimoji="1" sz="2800" b="1" dirty="0" smtClean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tx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26177</TotalTime>
  <Words>123</Words>
  <Application>Microsoft Macintosh PowerPoint</Application>
  <PresentationFormat>On-screen Show (4:3)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华文中宋</vt:lpstr>
      <vt:lpstr>Arial</vt:lpstr>
      <vt:lpstr>Times New Roman</vt:lpstr>
      <vt:lpstr>Office 主题​​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IBM_ILY</dc:creator>
  <cp:keywords/>
  <dc:description/>
  <cp:lastModifiedBy>Microsoft Office User</cp:lastModifiedBy>
  <cp:revision>336</cp:revision>
  <cp:lastPrinted>1601-01-01T00:00:00Z</cp:lastPrinted>
  <dcterms:created xsi:type="dcterms:W3CDTF">2007-02-12T01:40:33Z</dcterms:created>
  <dcterms:modified xsi:type="dcterms:W3CDTF">2025-05-07T10:17:52Z</dcterms:modified>
</cp:coreProperties>
</file>