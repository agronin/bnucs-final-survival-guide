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95" r:id="rId2"/>
    <p:sldId id="274" r:id="rId3"/>
    <p:sldId id="396" r:id="rId4"/>
  </p:sldIdLst>
  <p:sldSz cx="9144000" cy="6858000" type="screen4x3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34" autoAdjust="0"/>
    <p:restoredTop sz="94694"/>
  </p:normalViewPr>
  <p:slideViewPr>
    <p:cSldViewPr>
      <p:cViewPr varScale="1">
        <p:scale>
          <a:sx n="109" d="100"/>
          <a:sy n="109" d="100"/>
        </p:scale>
        <p:origin x="2400" y="19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1">
            <a:extLst>
              <a:ext uri="{FF2B5EF4-FFF2-40B4-BE49-F238E27FC236}">
                <a16:creationId xmlns:a16="http://schemas.microsoft.com/office/drawing/2014/main" id="{C130CF2D-1B6F-8840-B07B-E33CC2CE7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0243" name="AutoShape 2">
            <a:extLst>
              <a:ext uri="{FF2B5EF4-FFF2-40B4-BE49-F238E27FC236}">
                <a16:creationId xmlns:a16="http://schemas.microsoft.com/office/drawing/2014/main" id="{82B1CCEE-29FF-1C4D-A54B-9B160B05B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0244" name="Text Box 3">
            <a:extLst>
              <a:ext uri="{FF2B5EF4-FFF2-40B4-BE49-F238E27FC236}">
                <a16:creationId xmlns:a16="http://schemas.microsoft.com/office/drawing/2014/main" id="{4B3AC435-3259-1F40-A811-9B93DAFFCC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133FD77-B721-5D4D-BC8E-DF61D5C83804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68625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215900" indent="-214313" algn="r" eaLnBrk="1">
              <a:buSzPct val="4500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Noto Sans CJK SC Regular"/>
                <a:cs typeface="Noto Sans CJK SC Regular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46" name="Rectangle 5">
            <a:extLst>
              <a:ext uri="{FF2B5EF4-FFF2-40B4-BE49-F238E27FC236}">
                <a16:creationId xmlns:a16="http://schemas.microsoft.com/office/drawing/2014/main" id="{48A59129-0FBB-D543-9C26-EED03B33C1C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371600" y="1143000"/>
            <a:ext cx="4111625" cy="3082925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A3CBF05B-ACFD-0F4D-B322-669762C57D7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400550"/>
            <a:ext cx="5483225" cy="3597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 noProof="0"/>
          </a:p>
        </p:txBody>
      </p:sp>
      <p:sp>
        <p:nvSpPr>
          <p:cNvPr id="10248" name="Text Box 7">
            <a:extLst>
              <a:ext uri="{FF2B5EF4-FFF2-40B4-BE49-F238E27FC236}">
                <a16:creationId xmlns:a16="http://schemas.microsoft.com/office/drawing/2014/main" id="{74A3B026-4FDA-9B4B-93D9-EBB50C16E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B230BDAE-BF16-C14A-8D10-5B6A6C1B36B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68625" cy="45561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marL="215900" indent="-214313" algn="r" eaLnBrk="1">
              <a:buSzPct val="4500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 smtClean="0">
                <a:solidFill>
                  <a:srgbClr val="000000"/>
                </a:solidFill>
                <a:latin typeface="Times New Roman" panose="02020603050405020304" pitchFamily="18" charset="0"/>
                <a:ea typeface="Noto Sans CJK SC Regular"/>
                <a:cs typeface="Noto Sans CJK SC Regular"/>
              </a:defRPr>
            </a:lvl1pPr>
          </a:lstStyle>
          <a:p>
            <a:pPr>
              <a:defRPr/>
            </a:pPr>
            <a:fld id="{D61A1BA9-CB09-C74C-AF33-E8AAF459387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8">
            <a:extLst>
              <a:ext uri="{FF2B5EF4-FFF2-40B4-BE49-F238E27FC236}">
                <a16:creationId xmlns:a16="http://schemas.microsoft.com/office/drawing/2014/main" id="{0EC240F2-69FE-5646-912A-7EE92A7DB6C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C9ACD40A-C63C-CB48-9086-5DD1A13A5E8A}" type="slidenum">
              <a:rPr lang="zh-CN" altLang="zh-CN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67587" name="Rectangle 1">
            <a:extLst>
              <a:ext uri="{FF2B5EF4-FFF2-40B4-BE49-F238E27FC236}">
                <a16:creationId xmlns:a16="http://schemas.microsoft.com/office/drawing/2014/main" id="{027825D8-19AD-D54C-8FA4-71390E761D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7588" name="Text Box 2">
            <a:extLst>
              <a:ext uri="{FF2B5EF4-FFF2-40B4-BE49-F238E27FC236}">
                <a16:creationId xmlns:a16="http://schemas.microsoft.com/office/drawing/2014/main" id="{47867DD1-070C-3C45-B5E2-3E9AEDE67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8">
            <a:extLst>
              <a:ext uri="{FF2B5EF4-FFF2-40B4-BE49-F238E27FC236}">
                <a16:creationId xmlns:a16="http://schemas.microsoft.com/office/drawing/2014/main" id="{0EC240F2-69FE-5646-912A-7EE92A7DB6C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C9ACD40A-C63C-CB48-9086-5DD1A13A5E8A}" type="slidenum">
              <a:rPr lang="zh-CN" altLang="zh-CN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67587" name="Rectangle 1">
            <a:extLst>
              <a:ext uri="{FF2B5EF4-FFF2-40B4-BE49-F238E27FC236}">
                <a16:creationId xmlns:a16="http://schemas.microsoft.com/office/drawing/2014/main" id="{027825D8-19AD-D54C-8FA4-71390E761D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7588" name="Text Box 2">
            <a:extLst>
              <a:ext uri="{FF2B5EF4-FFF2-40B4-BE49-F238E27FC236}">
                <a16:creationId xmlns:a16="http://schemas.microsoft.com/office/drawing/2014/main" id="{47867DD1-070C-3C45-B5E2-3E9AEDE67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6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61B8A3A-70A3-9F42-B81B-A5DA08690736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</a:t>
            </a:r>
            <a:fld id="{2EDAFB1F-B492-9242-8568-03115D11649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9743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1EBFE488-EC73-8546-B710-6C6B1A2C523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5288" y="1041400"/>
            <a:ext cx="8226425" cy="317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808080"/>
              </a:gs>
            </a:gsLst>
            <a:lin ang="108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333375"/>
            <a:ext cx="8226425" cy="655861"/>
          </a:xfrm>
        </p:spPr>
        <p:txBody>
          <a:bodyPr/>
          <a:lstStyle>
            <a:lvl1pPr algn="l">
              <a:defRPr sz="3600" baseline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6425" cy="5256584"/>
          </a:xfrm>
        </p:spPr>
        <p:txBody>
          <a:bodyPr/>
          <a:lstStyle>
            <a:lvl1pPr marL="457200" indent="-457200">
              <a:buClr>
                <a:srgbClr val="C00000"/>
              </a:buClr>
              <a:buSzPct val="110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914400" indent="-457200"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257300" indent="-342900">
              <a:buClr>
                <a:srgbClr val="C00000"/>
              </a:buClr>
              <a:buSzPct val="48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714500" indent="-342900">
              <a:buClr>
                <a:srgbClr val="C00000"/>
              </a:buClr>
              <a:buSzPct val="48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171700" indent="-342900">
              <a:buClr>
                <a:srgbClr val="C00000"/>
              </a:buClr>
              <a:buSzPct val="48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8A1ABD7-6F9E-8B48-9A29-A830C1E04015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xfrm>
            <a:off x="7956550" y="6432550"/>
            <a:ext cx="738188" cy="288925"/>
          </a:xfrm>
        </p:spPr>
        <p:txBody>
          <a:bodyPr/>
          <a:lstStyle>
            <a:lvl1pPr algn="r">
              <a:defRPr smtClean="0"/>
            </a:lvl1pPr>
          </a:lstStyle>
          <a:p>
            <a:pPr>
              <a:defRPr/>
            </a:pPr>
            <a:fld id="{4B9CE21A-061A-5A4B-8D7B-44AA750439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0613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无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>
            <a:extLst>
              <a:ext uri="{FF2B5EF4-FFF2-40B4-BE49-F238E27FC236}">
                <a16:creationId xmlns:a16="http://schemas.microsoft.com/office/drawing/2014/main" id="{A619D3AA-CA0A-7E4F-9EBF-DC1F03E2411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5288" y="1041400"/>
            <a:ext cx="8226425" cy="317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808080"/>
              </a:gs>
            </a:gsLst>
            <a:lin ang="108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68313" y="333375"/>
            <a:ext cx="8226425" cy="655861"/>
          </a:xfrm>
        </p:spPr>
        <p:txBody>
          <a:bodyPr/>
          <a:lstStyle>
            <a:lvl1pPr algn="l">
              <a:defRPr sz="3600" baseline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A37AE19-2343-5949-8B78-48CADC006F34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xfrm>
            <a:off x="7956550" y="6432550"/>
            <a:ext cx="738188" cy="288925"/>
          </a:xfrm>
        </p:spPr>
        <p:txBody>
          <a:bodyPr/>
          <a:lstStyle>
            <a:lvl1pPr algn="r">
              <a:defRPr smtClean="0"/>
            </a:lvl1pPr>
          </a:lstStyle>
          <a:p>
            <a:pPr>
              <a:defRPr/>
            </a:pPr>
            <a:fld id="{B35C1211-638A-2342-9A70-F36137F49B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065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EFD12D09-B5E3-064C-AE82-2965F4392877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</a:t>
            </a:r>
            <a:fld id="{31E7768D-F078-C144-BFA0-0BC8457E860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682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7">
            <a:extLst>
              <a:ext uri="{FF2B5EF4-FFF2-40B4-BE49-F238E27FC236}">
                <a16:creationId xmlns:a16="http://schemas.microsoft.com/office/drawing/2014/main" id="{5A5EF7E0-5CF6-E14F-90E0-1A0AEA553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2813" y="6399213"/>
            <a:ext cx="449262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fld id="{64F1695C-A69C-3F43-AD65-A8C7877D63AC}" type="slidenum">
              <a:rPr kumimoji="1" lang="zh-CN" altLang="en-US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pPr eaLnBrk="1" hangingPunct="1"/>
              <a:t>‹#›</a:t>
            </a:fld>
            <a:endParaRPr kumimoji="1" lang="zh-CN" altLang="en-US" sz="16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589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A2C530A-1A15-5545-AC98-C49BB79373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1E16AE-EC22-CC45-9655-BD59DD3BC63D}" type="datetimeFigureOut">
              <a:rPr lang="en-US"/>
              <a:pPr>
                <a:defRPr/>
              </a:pPr>
              <a:t>3/12/25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EC9F55D-6BD2-E142-A0D8-B29DA1EE2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3F7B1C6-DD96-6148-A596-C1717875D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3027072-0579-EE45-9EB9-729C55BC9E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5139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2958004B-D22C-EB4B-BF15-581D910FBA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333375"/>
            <a:ext cx="8226425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单击鼠标编辑标题文字格式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E57B7A53-D01F-134A-B60A-928C489CD6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6425" cy="452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单击鼠标编辑大纲文字格式</a:t>
            </a:r>
          </a:p>
          <a:p>
            <a:pPr lvl="1"/>
            <a:r>
              <a:rPr lang="zh-CN" altLang="en-GB"/>
              <a:t>第二个大纲级</a:t>
            </a:r>
          </a:p>
          <a:p>
            <a:pPr lvl="2"/>
            <a:r>
              <a:rPr lang="zh-CN" altLang="en-GB"/>
              <a:t>第三大纲级别</a:t>
            </a:r>
          </a:p>
          <a:p>
            <a:pPr lvl="3"/>
            <a:r>
              <a:rPr lang="zh-CN" altLang="en-GB"/>
              <a:t>第四大纲级别</a:t>
            </a:r>
          </a:p>
          <a:p>
            <a:pPr lvl="4"/>
            <a:r>
              <a:rPr lang="zh-CN" altLang="en-GB"/>
              <a:t>第五大纲级别</a:t>
            </a:r>
          </a:p>
          <a:p>
            <a:pPr lvl="4"/>
            <a:r>
              <a:rPr lang="zh-CN" altLang="en-GB"/>
              <a:t>第六大纲级别</a:t>
            </a:r>
          </a:p>
          <a:p>
            <a:pPr lvl="4"/>
            <a:r>
              <a:rPr lang="zh-CN" altLang="en-GB"/>
              <a:t>第七大纲级别</a:t>
            </a:r>
          </a:p>
        </p:txBody>
      </p:sp>
      <p:sp>
        <p:nvSpPr>
          <p:cNvPr id="1028" name="Text Box 3">
            <a:extLst>
              <a:ext uri="{FF2B5EF4-FFF2-40B4-BE49-F238E27FC236}">
                <a16:creationId xmlns:a16="http://schemas.microsoft.com/office/drawing/2014/main" id="{3D21A562-C927-8243-B03D-54E49FC4E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386513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029" name="Text Box 4">
            <a:extLst>
              <a:ext uri="{FF2B5EF4-FFF2-40B4-BE49-F238E27FC236}">
                <a16:creationId xmlns:a16="http://schemas.microsoft.com/office/drawing/2014/main" id="{79644520-2E78-704C-B757-5F8A5CD88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386513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3502B100-2890-F54B-8D1A-FD71F972700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86513"/>
            <a:ext cx="2130425" cy="4730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fld id="{A22D30E1-CA3E-5C4F-B1DA-47DF8846D3E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0" name="Text Box 6">
            <a:extLst>
              <a:ext uri="{FF2B5EF4-FFF2-40B4-BE49-F238E27FC236}">
                <a16:creationId xmlns:a16="http://schemas.microsoft.com/office/drawing/2014/main" id="{907467BC-D1A4-7A48-84AF-3E3F4D880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482" y="289677"/>
            <a:ext cx="4030663" cy="341313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ts val="1000"/>
              </a:spcBef>
              <a:buSzPct val="100000"/>
              <a:defRPr/>
            </a:pPr>
            <a:r>
              <a:rPr lang="zh-CN" altLang="en-US" sz="1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传感器技术与网络</a:t>
            </a:r>
            <a:r>
              <a:rPr lang="en-US" altLang="zh-CN" sz="1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1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实验</a:t>
            </a:r>
            <a:r>
              <a:rPr lang="en-US" altLang="zh-CN" sz="1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-2025</a:t>
            </a:r>
            <a:endParaRPr lang="zh-CN" altLang="zh-CN" sz="160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32" name="Line 7">
            <a:extLst>
              <a:ext uri="{FF2B5EF4-FFF2-40B4-BE49-F238E27FC236}">
                <a16:creationId xmlns:a16="http://schemas.microsoft.com/office/drawing/2014/main" id="{5ED9D794-9FDC-C04D-AF88-29D308AFDD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620713"/>
            <a:ext cx="8569325" cy="1587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CN"/>
          </a:p>
        </p:txBody>
      </p:sp>
      <p:sp>
        <p:nvSpPr>
          <p:cNvPr id="1033" name="Rectangle 8">
            <a:extLst>
              <a:ext uri="{FF2B5EF4-FFF2-40B4-BE49-F238E27FC236}">
                <a16:creationId xmlns:a16="http://schemas.microsoft.com/office/drawing/2014/main" id="{CE4284EA-B409-7A4C-9B3C-8BEF56633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33375"/>
            <a:ext cx="2449513" cy="7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pic>
        <p:nvPicPr>
          <p:cNvPr id="1034" name="Picture 12">
            <a:extLst>
              <a:ext uri="{FF2B5EF4-FFF2-40B4-BE49-F238E27FC236}">
                <a16:creationId xmlns:a16="http://schemas.microsoft.com/office/drawing/2014/main" id="{40ACECB8-DC5A-F942-930B-547ABBF992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188" y="125413"/>
            <a:ext cx="1468437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7" r:id="rId2"/>
    <p:sldLayoutId id="2147483968" r:id="rId3"/>
    <p:sldLayoutId id="2147483966" r:id="rId4"/>
    <p:sldLayoutId id="2147483969" r:id="rId5"/>
    <p:sldLayoutId id="2147483970" r:id="rId6"/>
  </p:sldLayoutIdLst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 kern="12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25146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29718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3429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3886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文本框 1">
            <a:extLst>
              <a:ext uri="{FF2B5EF4-FFF2-40B4-BE49-F238E27FC236}">
                <a16:creationId xmlns:a16="http://schemas.microsoft.com/office/drawing/2014/main" id="{00140CBC-4BC9-9940-8B51-2BE3A1F65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276475"/>
            <a:ext cx="6985000" cy="2413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>
              <a:lnSpc>
                <a:spcPct val="120000"/>
              </a:lnSpc>
            </a:pPr>
            <a:r>
              <a:rPr kumimoji="1" lang="en-US" altLang="zh-CN" sz="66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	</a:t>
            </a:r>
            <a:r>
              <a:rPr kumimoji="1" lang="zh-CN" altLang="en-US" sz="66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实验</a:t>
            </a:r>
            <a:r>
              <a:rPr kumimoji="1" lang="en-US" altLang="zh-CN" sz="66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</a:p>
          <a:p>
            <a:pPr algn="ctr" eaLnBrk="1" hangingPunct="1">
              <a:lnSpc>
                <a:spcPct val="120000"/>
              </a:lnSpc>
            </a:pPr>
            <a:r>
              <a:rPr kumimoji="1" lang="zh-CN" altLang="en-US" sz="66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雨滴传感器</a:t>
            </a:r>
            <a:endParaRPr kumimoji="1" lang="en-US" altLang="zh-CN" sz="6600" b="1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>
            <a:extLst>
              <a:ext uri="{FF2B5EF4-FFF2-40B4-BE49-F238E27FC236}">
                <a16:creationId xmlns:a16="http://schemas.microsoft.com/office/drawing/2014/main" id="{78E48490-CCC2-784B-8603-7DA8DD24D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49275"/>
            <a:ext cx="69342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实验要求</a:t>
            </a:r>
            <a:endParaRPr lang="zh-CN" altLang="zh-CN" b="1" dirty="0">
              <a:solidFill>
                <a:srgbClr val="C00000"/>
              </a:solidFill>
            </a:endParaRPr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E4BFCFC4-8B32-5C43-A0FB-6FF9204E6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196752"/>
            <a:ext cx="7559675" cy="526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雨滴传感器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（实验第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和双色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灯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（实验第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，完成以下设计。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功能要求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：没有雨滴时亮绿灯，有雨滴时亮红灯。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⚠️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安全提示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：实验室使用水滴时注意安全，请勿将水滴到电路板或者电脑设备上。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实验完成后及时擦干水滴检测器。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根据自己的物理知识，解释水滴传感器的工作原理。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：完成实验报告，希冀系统提交。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>
            <a:extLst>
              <a:ext uri="{FF2B5EF4-FFF2-40B4-BE49-F238E27FC236}">
                <a16:creationId xmlns:a16="http://schemas.microsoft.com/office/drawing/2014/main" id="{78E48490-CCC2-784B-8603-7DA8DD24D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49275"/>
            <a:ext cx="6934200" cy="1777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希冀平台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buClrTx/>
              <a:buFontTx/>
              <a:buNone/>
            </a:pPr>
            <a:r>
              <a:rPr lang="en-US" altLang="zh-CN" b="1" dirty="0">
                <a:solidFill>
                  <a:srgbClr val="C00000"/>
                </a:solidFill>
              </a:rPr>
              <a:t>http://172.22.99.190</a:t>
            </a:r>
          </a:p>
          <a:p>
            <a:pPr>
              <a:buClr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通过学校的账号密码访问</a:t>
            </a:r>
            <a:endParaRPr lang="zh-CN" altLang="zh-CN" b="1" dirty="0">
              <a:solidFill>
                <a:srgbClr val="C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ECC8A1-5DF4-364D-903E-298EEC57A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0928"/>
            <a:ext cx="9144000" cy="396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9041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dirty="0">
            <a:solidFill>
              <a:srgbClr val="C00000"/>
            </a:solidFill>
            <a:latin typeface="Times New Roman" panose="02020603050405020304" pitchFamily="18" charset="0"/>
            <a:ea typeface="楷体" panose="02010609060101010101" pitchFamily="49" charset="-122"/>
          </a:defRPr>
        </a:defPPr>
      </a:lstStyle>
    </a:spDef>
    <a:lnDef>
      <a:spPr bwMode="auto">
        <a:solidFill>
          <a:srgbClr val="00B8FF"/>
        </a:solidFill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</a:spPr>
      <a:bodyPr wrap="square" rtlCol="0">
        <a:spAutoFit/>
      </a:bodyPr>
      <a:lstStyle>
        <a:defPPr eaLnBrk="1" hangingPunct="1">
          <a:lnSpc>
            <a:spcPct val="120000"/>
          </a:lnSpc>
          <a:spcBef>
            <a:spcPct val="0"/>
          </a:spcBef>
          <a:buClrTx/>
          <a:buSzTx/>
          <a:buFontTx/>
          <a:buNone/>
          <a:defRPr kumimoji="1" sz="2800" b="1" dirty="0" smtClean="0">
            <a:solidFill>
              <a:srgbClr val="C00000"/>
            </a:solidFill>
            <a:latin typeface="Times New Roman" panose="02020603050405020304" pitchFamily="18" charset="0"/>
            <a:ea typeface="楷体" panose="02010609060101010101" pitchFamily="49" charset="-122"/>
          </a:defRPr>
        </a:defPPr>
      </a:lstStyle>
    </a:tx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26295</TotalTime>
  <Words>117</Words>
  <Application>Microsoft Macintosh PowerPoint</Application>
  <PresentationFormat>On-screen Show (4:3)</PresentationFormat>
  <Paragraphs>18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楷体_GB2312</vt:lpstr>
      <vt:lpstr>微软雅黑</vt:lpstr>
      <vt:lpstr>华文中宋</vt:lpstr>
      <vt:lpstr>Arial</vt:lpstr>
      <vt:lpstr>Times New Roman</vt:lpstr>
      <vt:lpstr>Office 主题​​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IBM_ILY</dc:creator>
  <cp:keywords/>
  <dc:description/>
  <cp:lastModifiedBy>Microsoft Office User</cp:lastModifiedBy>
  <cp:revision>319</cp:revision>
  <cp:lastPrinted>1601-01-01T00:00:00Z</cp:lastPrinted>
  <dcterms:created xsi:type="dcterms:W3CDTF">2007-02-12T01:40:33Z</dcterms:created>
  <dcterms:modified xsi:type="dcterms:W3CDTF">2025-03-12T10:05:54Z</dcterms:modified>
</cp:coreProperties>
</file>