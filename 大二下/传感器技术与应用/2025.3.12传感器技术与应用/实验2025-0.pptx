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24" r:id="rId2"/>
    <p:sldId id="396" r:id="rId3"/>
    <p:sldId id="380" r:id="rId4"/>
    <p:sldId id="257" r:id="rId5"/>
    <p:sldId id="258" r:id="rId6"/>
    <p:sldId id="370" r:id="rId7"/>
    <p:sldId id="371" r:id="rId8"/>
    <p:sldId id="379" r:id="rId9"/>
    <p:sldId id="373" r:id="rId10"/>
    <p:sldId id="260" r:id="rId11"/>
    <p:sldId id="261" r:id="rId12"/>
    <p:sldId id="262" r:id="rId13"/>
    <p:sldId id="263" r:id="rId14"/>
    <p:sldId id="264" r:id="rId15"/>
    <p:sldId id="397" r:id="rId16"/>
    <p:sldId id="266" r:id="rId17"/>
    <p:sldId id="267" r:id="rId18"/>
    <p:sldId id="268" r:id="rId19"/>
    <p:sldId id="270" r:id="rId20"/>
    <p:sldId id="271" r:id="rId21"/>
    <p:sldId id="383" r:id="rId22"/>
    <p:sldId id="381" r:id="rId23"/>
    <p:sldId id="382" r:id="rId24"/>
    <p:sldId id="384" r:id="rId25"/>
    <p:sldId id="385" r:id="rId26"/>
    <p:sldId id="386" r:id="rId27"/>
    <p:sldId id="388" r:id="rId28"/>
    <p:sldId id="389" r:id="rId29"/>
    <p:sldId id="390" r:id="rId30"/>
    <p:sldId id="392" r:id="rId31"/>
    <p:sldId id="391" r:id="rId32"/>
    <p:sldId id="393" r:id="rId33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44" autoAdjust="0"/>
    <p:restoredTop sz="94671"/>
  </p:normalViewPr>
  <p:slideViewPr>
    <p:cSldViewPr>
      <p:cViewPr varScale="1">
        <p:scale>
          <a:sx n="341" d="100"/>
          <a:sy n="341" d="100"/>
        </p:scale>
        <p:origin x="3520" y="17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03E0D3-BA5B-4D2A-85E7-845420D43071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</dgm:pt>
    <dgm:pt modelId="{80CB15F3-C0F3-4844-A117-76BC4D523BBA}">
      <dgm:prSet phldrT="[Text]"/>
      <dgm:spPr>
        <a:gradFill rotWithShape="0">
          <a:gsLst>
            <a:gs pos="0">
              <a:srgbClr val="E72D2F"/>
            </a:gs>
            <a:gs pos="0">
              <a:srgbClr val="E72D2F"/>
            </a:gs>
            <a:gs pos="100000">
              <a:srgbClr val="E72D2F">
                <a:lumMod val="68000"/>
              </a:srgbClr>
            </a:gs>
          </a:gsLst>
          <a:lin ang="0" scaled="1"/>
        </a:gradFill>
      </dgm:spPr>
      <dgm:t>
        <a:bodyPr/>
        <a:lstStyle/>
        <a:p>
          <a:r>
            <a:rPr lang="en-US" dirty="0" err="1"/>
            <a:t>digitalWrite</a:t>
          </a:r>
          <a:r>
            <a:rPr lang="en-US" dirty="0"/>
            <a:t>()</a:t>
          </a:r>
        </a:p>
      </dgm:t>
    </dgm:pt>
    <dgm:pt modelId="{1E2A9D57-DE67-4B8F-89F2-E095A49B654D}" type="parTrans" cxnId="{52099BF7-FC6F-41B2-A1C9-7781D5266225}">
      <dgm:prSet/>
      <dgm:spPr/>
      <dgm:t>
        <a:bodyPr/>
        <a:lstStyle/>
        <a:p>
          <a:endParaRPr lang="en-US"/>
        </a:p>
      </dgm:t>
    </dgm:pt>
    <dgm:pt modelId="{40A5D76D-CD6C-4CC9-8536-9C203E214E2B}" type="sibTrans" cxnId="{52099BF7-FC6F-41B2-A1C9-7781D5266225}">
      <dgm:prSet/>
      <dgm:spPr/>
      <dgm:t>
        <a:bodyPr/>
        <a:lstStyle/>
        <a:p>
          <a:endParaRPr lang="en-US"/>
        </a:p>
      </dgm:t>
    </dgm:pt>
    <dgm:pt modelId="{1ED90507-0191-4AF9-8C29-F2AFF94DD596}">
      <dgm:prSet phldrT="[Text]"/>
      <dgm:spPr>
        <a:gradFill rotWithShape="0">
          <a:gsLst>
            <a:gs pos="0">
              <a:srgbClr val="E72D2F"/>
            </a:gs>
            <a:gs pos="0">
              <a:srgbClr val="E72D2F"/>
            </a:gs>
            <a:gs pos="100000">
              <a:srgbClr val="E72D2F">
                <a:lumMod val="68000"/>
              </a:srgbClr>
            </a:gs>
          </a:gsLst>
          <a:lin ang="0" scaled="1"/>
        </a:gradFill>
      </dgm:spPr>
      <dgm:t>
        <a:bodyPr/>
        <a:lstStyle/>
        <a:p>
          <a:r>
            <a:rPr lang="en-US" dirty="0" err="1"/>
            <a:t>analogWrite</a:t>
          </a:r>
          <a:r>
            <a:rPr lang="en-US" dirty="0"/>
            <a:t>()</a:t>
          </a:r>
        </a:p>
      </dgm:t>
    </dgm:pt>
    <dgm:pt modelId="{8005C636-ABBA-44BE-B671-B93E5CA94C01}" type="parTrans" cxnId="{EB018957-DF9C-432C-97D5-B693C45257E9}">
      <dgm:prSet/>
      <dgm:spPr/>
      <dgm:t>
        <a:bodyPr/>
        <a:lstStyle/>
        <a:p>
          <a:endParaRPr lang="en-US"/>
        </a:p>
      </dgm:t>
    </dgm:pt>
    <dgm:pt modelId="{937392D9-0825-400F-A264-5FFB2A9E066C}" type="sibTrans" cxnId="{EB018957-DF9C-432C-97D5-B693C45257E9}">
      <dgm:prSet/>
      <dgm:spPr/>
      <dgm:t>
        <a:bodyPr/>
        <a:lstStyle/>
        <a:p>
          <a:endParaRPr lang="en-US"/>
        </a:p>
      </dgm:t>
    </dgm:pt>
    <dgm:pt modelId="{6C4A0894-1759-46DF-8422-60A673C00517}">
      <dgm:prSet phldrT="[Text]"/>
      <dgm:spPr>
        <a:gradFill rotWithShape="0">
          <a:gsLst>
            <a:gs pos="0">
              <a:srgbClr val="E72D2F"/>
            </a:gs>
            <a:gs pos="0">
              <a:srgbClr val="E72D2F"/>
            </a:gs>
            <a:gs pos="100000">
              <a:srgbClr val="E72D2F">
                <a:lumMod val="68000"/>
              </a:srgbClr>
            </a:gs>
          </a:gsLst>
          <a:lin ang="0" scaled="1"/>
        </a:gradFill>
      </dgm:spPr>
      <dgm:t>
        <a:bodyPr/>
        <a:lstStyle/>
        <a:p>
          <a:r>
            <a:rPr lang="en-US" dirty="0" err="1"/>
            <a:t>digitalRead</a:t>
          </a:r>
          <a:r>
            <a:rPr lang="en-US" dirty="0"/>
            <a:t>()</a:t>
          </a:r>
        </a:p>
      </dgm:t>
    </dgm:pt>
    <dgm:pt modelId="{6E0556F9-FB3B-42B4-9038-0C386EB924CA}" type="parTrans" cxnId="{B926123C-1B3E-4B35-80BD-6504A88E8A19}">
      <dgm:prSet/>
      <dgm:spPr/>
      <dgm:t>
        <a:bodyPr/>
        <a:lstStyle/>
        <a:p>
          <a:endParaRPr lang="en-US"/>
        </a:p>
      </dgm:t>
    </dgm:pt>
    <dgm:pt modelId="{5B7E479A-DF66-4F5D-9A30-975C5B11B67E}" type="sibTrans" cxnId="{B926123C-1B3E-4B35-80BD-6504A88E8A19}">
      <dgm:prSet/>
      <dgm:spPr/>
      <dgm:t>
        <a:bodyPr/>
        <a:lstStyle/>
        <a:p>
          <a:endParaRPr lang="en-US"/>
        </a:p>
      </dgm:t>
    </dgm:pt>
    <dgm:pt modelId="{F4C798C8-463E-425C-A587-EF6712209509}">
      <dgm:prSet/>
      <dgm:spPr>
        <a:gradFill rotWithShape="0">
          <a:gsLst>
            <a:gs pos="0">
              <a:srgbClr val="E72D2F"/>
            </a:gs>
            <a:gs pos="0">
              <a:srgbClr val="E72D2F"/>
            </a:gs>
            <a:gs pos="100000">
              <a:srgbClr val="E72D2F">
                <a:lumMod val="68000"/>
              </a:srgbClr>
            </a:gs>
          </a:gsLst>
          <a:lin ang="0" scaled="1"/>
        </a:gradFill>
      </dgm:spPr>
      <dgm:t>
        <a:bodyPr/>
        <a:lstStyle/>
        <a:p>
          <a:r>
            <a:rPr lang="en-US" dirty="0"/>
            <a:t>if() statements / Boolean</a:t>
          </a:r>
        </a:p>
      </dgm:t>
    </dgm:pt>
    <dgm:pt modelId="{809600E0-F27D-4163-9E98-20342D32976F}" type="parTrans" cxnId="{150A4784-BD42-4BC4-BE54-B9422D5F51F3}">
      <dgm:prSet/>
      <dgm:spPr/>
      <dgm:t>
        <a:bodyPr/>
        <a:lstStyle/>
        <a:p>
          <a:endParaRPr lang="en-US"/>
        </a:p>
      </dgm:t>
    </dgm:pt>
    <dgm:pt modelId="{2E42A86F-748C-400B-B112-93A886867C94}" type="sibTrans" cxnId="{150A4784-BD42-4BC4-BE54-B9422D5F51F3}">
      <dgm:prSet/>
      <dgm:spPr/>
      <dgm:t>
        <a:bodyPr/>
        <a:lstStyle/>
        <a:p>
          <a:endParaRPr lang="en-US"/>
        </a:p>
      </dgm:t>
    </dgm:pt>
    <dgm:pt modelId="{8CC119E0-82D3-46F1-B815-C4F28AFF6DAA}">
      <dgm:prSet/>
      <dgm:spPr>
        <a:gradFill rotWithShape="0">
          <a:gsLst>
            <a:gs pos="0">
              <a:srgbClr val="E72D2F"/>
            </a:gs>
            <a:gs pos="0">
              <a:srgbClr val="E72D2F"/>
            </a:gs>
            <a:gs pos="100000">
              <a:srgbClr val="E72D2F">
                <a:lumMod val="68000"/>
              </a:srgbClr>
            </a:gs>
          </a:gsLst>
          <a:lin ang="0" scaled="1"/>
        </a:gradFill>
      </dgm:spPr>
      <dgm:t>
        <a:bodyPr/>
        <a:lstStyle/>
        <a:p>
          <a:r>
            <a:rPr lang="en-US" dirty="0" err="1"/>
            <a:t>analogRead</a:t>
          </a:r>
          <a:r>
            <a:rPr lang="en-US" dirty="0"/>
            <a:t>()</a:t>
          </a:r>
        </a:p>
      </dgm:t>
    </dgm:pt>
    <dgm:pt modelId="{87E6DDDC-592E-4AF2-B5F6-CC5DD7B2311D}" type="parTrans" cxnId="{AE50FCED-B9DA-4212-ACC5-6651E2FE0448}">
      <dgm:prSet/>
      <dgm:spPr/>
      <dgm:t>
        <a:bodyPr/>
        <a:lstStyle/>
        <a:p>
          <a:endParaRPr lang="en-US"/>
        </a:p>
      </dgm:t>
    </dgm:pt>
    <dgm:pt modelId="{8FF603E8-CB79-4BCE-AEB4-FC6E9C340D82}" type="sibTrans" cxnId="{AE50FCED-B9DA-4212-ACC5-6651E2FE0448}">
      <dgm:prSet/>
      <dgm:spPr/>
      <dgm:t>
        <a:bodyPr/>
        <a:lstStyle/>
        <a:p>
          <a:endParaRPr lang="en-US"/>
        </a:p>
      </dgm:t>
    </dgm:pt>
    <dgm:pt modelId="{23D752AD-6A89-4C9D-B760-25E48D0C6428}">
      <dgm:prSet/>
      <dgm:spPr>
        <a:gradFill rotWithShape="0">
          <a:gsLst>
            <a:gs pos="0">
              <a:srgbClr val="E72D2F"/>
            </a:gs>
            <a:gs pos="0">
              <a:srgbClr val="E72D2F"/>
            </a:gs>
            <a:gs pos="100000">
              <a:srgbClr val="E72D2F">
                <a:lumMod val="68000"/>
              </a:srgbClr>
            </a:gs>
          </a:gsLst>
          <a:lin ang="0" scaled="1"/>
        </a:gradFill>
      </dgm:spPr>
      <dgm:t>
        <a:bodyPr/>
        <a:lstStyle/>
        <a:p>
          <a:r>
            <a:rPr lang="en-US" dirty="0"/>
            <a:t>Serial communication</a:t>
          </a:r>
        </a:p>
      </dgm:t>
    </dgm:pt>
    <dgm:pt modelId="{620C2AEA-C924-4C94-9ECE-E2C87CCCB4F4}" type="parTrans" cxnId="{9E1F8859-A2BC-4CFE-9669-402E8F8B0F59}">
      <dgm:prSet/>
      <dgm:spPr/>
      <dgm:t>
        <a:bodyPr/>
        <a:lstStyle/>
        <a:p>
          <a:endParaRPr lang="en-US"/>
        </a:p>
      </dgm:t>
    </dgm:pt>
    <dgm:pt modelId="{AB8AFBB1-9A42-448A-AA99-D63EFB16C7B8}" type="sibTrans" cxnId="{9E1F8859-A2BC-4CFE-9669-402E8F8B0F59}">
      <dgm:prSet/>
      <dgm:spPr/>
      <dgm:t>
        <a:bodyPr/>
        <a:lstStyle/>
        <a:p>
          <a:endParaRPr lang="en-US"/>
        </a:p>
      </dgm:t>
    </dgm:pt>
    <dgm:pt modelId="{ADA649B9-24E9-4E79-97D6-D675E6F75EBC}" type="pres">
      <dgm:prSet presAssocID="{6303E0D3-BA5B-4D2A-85E7-845420D43071}" presName="linearFlow" presStyleCnt="0">
        <dgm:presLayoutVars>
          <dgm:dir/>
          <dgm:resizeHandles val="exact"/>
        </dgm:presLayoutVars>
      </dgm:prSet>
      <dgm:spPr/>
    </dgm:pt>
    <dgm:pt modelId="{424D1419-8706-4C38-8172-EA4E0BADF0E8}" type="pres">
      <dgm:prSet presAssocID="{80CB15F3-C0F3-4844-A117-76BC4D523BBA}" presName="composite" presStyleCnt="0"/>
      <dgm:spPr/>
    </dgm:pt>
    <dgm:pt modelId="{DE615931-E18A-4B46-9997-62E2D6484113}" type="pres">
      <dgm:prSet presAssocID="{80CB15F3-C0F3-4844-A117-76BC4D523BBA}" presName="imgShp" presStyleLbl="fgImgPlace1" presStyleIdx="0" presStyleCnt="6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786BED2F-0D90-4668-9177-A98D89BC1665}" type="pres">
      <dgm:prSet presAssocID="{80CB15F3-C0F3-4844-A117-76BC4D523BBA}" presName="txShp" presStyleLbl="node1" presStyleIdx="0" presStyleCnt="6">
        <dgm:presLayoutVars>
          <dgm:bulletEnabled val="1"/>
        </dgm:presLayoutVars>
      </dgm:prSet>
      <dgm:spPr/>
    </dgm:pt>
    <dgm:pt modelId="{7BAEEE49-FF63-4DE1-BEAC-C958B12ACD2A}" type="pres">
      <dgm:prSet presAssocID="{40A5D76D-CD6C-4CC9-8536-9C203E214E2B}" presName="spacing" presStyleCnt="0"/>
      <dgm:spPr/>
    </dgm:pt>
    <dgm:pt modelId="{28194AA5-B75C-4D33-97D0-AA50BA2FC932}" type="pres">
      <dgm:prSet presAssocID="{1ED90507-0191-4AF9-8C29-F2AFF94DD596}" presName="composite" presStyleCnt="0"/>
      <dgm:spPr/>
    </dgm:pt>
    <dgm:pt modelId="{4CFA63DD-9ECD-475A-9BD5-69B0DA30921A}" type="pres">
      <dgm:prSet presAssocID="{1ED90507-0191-4AF9-8C29-F2AFF94DD596}" presName="imgShp" presStyleLbl="fgImgPlace1" presStyleIdx="1" presStyleCnt="6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0EFAEA27-0B2A-4897-BAAB-FEB424D54882}" type="pres">
      <dgm:prSet presAssocID="{1ED90507-0191-4AF9-8C29-F2AFF94DD596}" presName="txShp" presStyleLbl="node1" presStyleIdx="1" presStyleCnt="6">
        <dgm:presLayoutVars>
          <dgm:bulletEnabled val="1"/>
        </dgm:presLayoutVars>
      </dgm:prSet>
      <dgm:spPr/>
    </dgm:pt>
    <dgm:pt modelId="{103FBEA2-FEDF-4434-8393-71B8841FC204}" type="pres">
      <dgm:prSet presAssocID="{937392D9-0825-400F-A264-5FFB2A9E066C}" presName="spacing" presStyleCnt="0"/>
      <dgm:spPr/>
    </dgm:pt>
    <dgm:pt modelId="{5060793E-C9EE-4830-8660-5A26BE706A0B}" type="pres">
      <dgm:prSet presAssocID="{6C4A0894-1759-46DF-8422-60A673C00517}" presName="composite" presStyleCnt="0"/>
      <dgm:spPr/>
    </dgm:pt>
    <dgm:pt modelId="{B9D5BF04-6BB3-4AEB-B353-DA8887736671}" type="pres">
      <dgm:prSet presAssocID="{6C4A0894-1759-46DF-8422-60A673C00517}" presName="imgShp" presStyleLbl="fgImgPlace1" presStyleIdx="2" presStyleCnt="6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370D1899-6786-4C48-93E8-5AEF57F7BB45}" type="pres">
      <dgm:prSet presAssocID="{6C4A0894-1759-46DF-8422-60A673C00517}" presName="txShp" presStyleLbl="node1" presStyleIdx="2" presStyleCnt="6">
        <dgm:presLayoutVars>
          <dgm:bulletEnabled val="1"/>
        </dgm:presLayoutVars>
      </dgm:prSet>
      <dgm:spPr/>
    </dgm:pt>
    <dgm:pt modelId="{148E8675-2B86-4339-8075-7FE0A09C85B3}" type="pres">
      <dgm:prSet presAssocID="{5B7E479A-DF66-4F5D-9A30-975C5B11B67E}" presName="spacing" presStyleCnt="0"/>
      <dgm:spPr/>
    </dgm:pt>
    <dgm:pt modelId="{92789078-C24F-4724-BEB9-56EA3CEC160B}" type="pres">
      <dgm:prSet presAssocID="{F4C798C8-463E-425C-A587-EF6712209509}" presName="composite" presStyleCnt="0"/>
      <dgm:spPr/>
    </dgm:pt>
    <dgm:pt modelId="{BD64F537-5989-478F-87FA-B04A6079D04F}" type="pres">
      <dgm:prSet presAssocID="{F4C798C8-463E-425C-A587-EF6712209509}" presName="imgShp" presStyleLbl="fgImgPlace1" presStyleIdx="3" presStyleCnt="6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</dgm:pt>
    <dgm:pt modelId="{D6E91C8E-C041-4414-8DEB-CC2DC7D290F1}" type="pres">
      <dgm:prSet presAssocID="{F4C798C8-463E-425C-A587-EF6712209509}" presName="txShp" presStyleLbl="node1" presStyleIdx="3" presStyleCnt="6">
        <dgm:presLayoutVars>
          <dgm:bulletEnabled val="1"/>
        </dgm:presLayoutVars>
      </dgm:prSet>
      <dgm:spPr/>
    </dgm:pt>
    <dgm:pt modelId="{2F7D2C97-FE6A-4786-AEE4-FEB02CD67B56}" type="pres">
      <dgm:prSet presAssocID="{2E42A86F-748C-400B-B112-93A886867C94}" presName="spacing" presStyleCnt="0"/>
      <dgm:spPr/>
    </dgm:pt>
    <dgm:pt modelId="{965FB904-C86C-40E8-91E1-5E6515467ADE}" type="pres">
      <dgm:prSet presAssocID="{8CC119E0-82D3-46F1-B815-C4F28AFF6DAA}" presName="composite" presStyleCnt="0"/>
      <dgm:spPr/>
    </dgm:pt>
    <dgm:pt modelId="{C0C6929D-467C-48A6-86F1-1D9D9B16FD72}" type="pres">
      <dgm:prSet presAssocID="{8CC119E0-82D3-46F1-B815-C4F28AFF6DAA}" presName="imgShp" presStyleLbl="fgImgPlace1" presStyleIdx="4" presStyleCnt="6"/>
      <dgm:spPr>
        <a:blipFill rotWithShape="1">
          <a:blip xmlns:r="http://schemas.openxmlformats.org/officeDocument/2006/relationships" r:embed="rId5"/>
          <a:stretch>
            <a:fillRect/>
          </a:stretch>
        </a:blipFill>
      </dgm:spPr>
    </dgm:pt>
    <dgm:pt modelId="{0DD91E52-9069-460A-B837-E53A7A3F9150}" type="pres">
      <dgm:prSet presAssocID="{8CC119E0-82D3-46F1-B815-C4F28AFF6DAA}" presName="txShp" presStyleLbl="node1" presStyleIdx="4" presStyleCnt="6">
        <dgm:presLayoutVars>
          <dgm:bulletEnabled val="1"/>
        </dgm:presLayoutVars>
      </dgm:prSet>
      <dgm:spPr/>
    </dgm:pt>
    <dgm:pt modelId="{4FC6D3FE-5733-45EA-8A1A-E046A53F05C5}" type="pres">
      <dgm:prSet presAssocID="{8FF603E8-CB79-4BCE-AEB4-FC6E9C340D82}" presName="spacing" presStyleCnt="0"/>
      <dgm:spPr/>
    </dgm:pt>
    <dgm:pt modelId="{638BDF4A-9FFB-4DBD-9D2D-3185E7CEC98F}" type="pres">
      <dgm:prSet presAssocID="{23D752AD-6A89-4C9D-B760-25E48D0C6428}" presName="composite" presStyleCnt="0"/>
      <dgm:spPr/>
    </dgm:pt>
    <dgm:pt modelId="{EF3EF3FA-FEB9-4C9A-94F4-587FF70020F0}" type="pres">
      <dgm:prSet presAssocID="{23D752AD-6A89-4C9D-B760-25E48D0C6428}" presName="imgShp" presStyleLbl="fgImgPlace1" presStyleIdx="5" presStyleCnt="6"/>
      <dgm:spPr>
        <a:blipFill rotWithShape="1">
          <a:blip xmlns:r="http://schemas.openxmlformats.org/officeDocument/2006/relationships" r:embed="rId6"/>
          <a:stretch>
            <a:fillRect/>
          </a:stretch>
        </a:blipFill>
      </dgm:spPr>
    </dgm:pt>
    <dgm:pt modelId="{2DAE5E98-6C0E-440F-BF8D-944B8F37D409}" type="pres">
      <dgm:prSet presAssocID="{23D752AD-6A89-4C9D-B760-25E48D0C6428}" presName="txShp" presStyleLbl="node1" presStyleIdx="5" presStyleCnt="6">
        <dgm:presLayoutVars>
          <dgm:bulletEnabled val="1"/>
        </dgm:presLayoutVars>
      </dgm:prSet>
      <dgm:spPr/>
    </dgm:pt>
  </dgm:ptLst>
  <dgm:cxnLst>
    <dgm:cxn modelId="{67597F13-0320-47F0-A09F-EFE68F41F8A5}" type="presOf" srcId="{80CB15F3-C0F3-4844-A117-76BC4D523BBA}" destId="{786BED2F-0D90-4668-9177-A98D89BC1665}" srcOrd="0" destOrd="0" presId="urn:microsoft.com/office/officeart/2005/8/layout/vList3"/>
    <dgm:cxn modelId="{8962B715-01B1-4DFD-9DF4-0171DD5EA64A}" type="presOf" srcId="{1ED90507-0191-4AF9-8C29-F2AFF94DD596}" destId="{0EFAEA27-0B2A-4897-BAAB-FEB424D54882}" srcOrd="0" destOrd="0" presId="urn:microsoft.com/office/officeart/2005/8/layout/vList3"/>
    <dgm:cxn modelId="{A3EFB030-5291-4485-B9EA-1CD34EBE9B1E}" type="presOf" srcId="{6303E0D3-BA5B-4D2A-85E7-845420D43071}" destId="{ADA649B9-24E9-4E79-97D6-D675E6F75EBC}" srcOrd="0" destOrd="0" presId="urn:microsoft.com/office/officeart/2005/8/layout/vList3"/>
    <dgm:cxn modelId="{B0D64735-7007-4DC3-851A-0DB23CB8D915}" type="presOf" srcId="{23D752AD-6A89-4C9D-B760-25E48D0C6428}" destId="{2DAE5E98-6C0E-440F-BF8D-944B8F37D409}" srcOrd="0" destOrd="0" presId="urn:microsoft.com/office/officeart/2005/8/layout/vList3"/>
    <dgm:cxn modelId="{B926123C-1B3E-4B35-80BD-6504A88E8A19}" srcId="{6303E0D3-BA5B-4D2A-85E7-845420D43071}" destId="{6C4A0894-1759-46DF-8422-60A673C00517}" srcOrd="2" destOrd="0" parTransId="{6E0556F9-FB3B-42B4-9038-0C386EB924CA}" sibTransId="{5B7E479A-DF66-4F5D-9A30-975C5B11B67E}"/>
    <dgm:cxn modelId="{7EEB193C-2BFE-4334-831B-1B3FFD9558A0}" type="presOf" srcId="{F4C798C8-463E-425C-A587-EF6712209509}" destId="{D6E91C8E-C041-4414-8DEB-CC2DC7D290F1}" srcOrd="0" destOrd="0" presId="urn:microsoft.com/office/officeart/2005/8/layout/vList3"/>
    <dgm:cxn modelId="{DBF42040-8951-4C0D-9C40-B0C320967189}" type="presOf" srcId="{8CC119E0-82D3-46F1-B815-C4F28AFF6DAA}" destId="{0DD91E52-9069-460A-B837-E53A7A3F9150}" srcOrd="0" destOrd="0" presId="urn:microsoft.com/office/officeart/2005/8/layout/vList3"/>
    <dgm:cxn modelId="{EB018957-DF9C-432C-97D5-B693C45257E9}" srcId="{6303E0D3-BA5B-4D2A-85E7-845420D43071}" destId="{1ED90507-0191-4AF9-8C29-F2AFF94DD596}" srcOrd="1" destOrd="0" parTransId="{8005C636-ABBA-44BE-B671-B93E5CA94C01}" sibTransId="{937392D9-0825-400F-A264-5FFB2A9E066C}"/>
    <dgm:cxn modelId="{9E1F8859-A2BC-4CFE-9669-402E8F8B0F59}" srcId="{6303E0D3-BA5B-4D2A-85E7-845420D43071}" destId="{23D752AD-6A89-4C9D-B760-25E48D0C6428}" srcOrd="5" destOrd="0" parTransId="{620C2AEA-C924-4C94-9ECE-E2C87CCCB4F4}" sibTransId="{AB8AFBB1-9A42-448A-AA99-D63EFB16C7B8}"/>
    <dgm:cxn modelId="{150A4784-BD42-4BC4-BE54-B9422D5F51F3}" srcId="{6303E0D3-BA5B-4D2A-85E7-845420D43071}" destId="{F4C798C8-463E-425C-A587-EF6712209509}" srcOrd="3" destOrd="0" parTransId="{809600E0-F27D-4163-9E98-20342D32976F}" sibTransId="{2E42A86F-748C-400B-B112-93A886867C94}"/>
    <dgm:cxn modelId="{FBEEE3B5-3030-40E9-8595-B5235A9AA5C3}" type="presOf" srcId="{6C4A0894-1759-46DF-8422-60A673C00517}" destId="{370D1899-6786-4C48-93E8-5AEF57F7BB45}" srcOrd="0" destOrd="0" presId="urn:microsoft.com/office/officeart/2005/8/layout/vList3"/>
    <dgm:cxn modelId="{AE50FCED-B9DA-4212-ACC5-6651E2FE0448}" srcId="{6303E0D3-BA5B-4D2A-85E7-845420D43071}" destId="{8CC119E0-82D3-46F1-B815-C4F28AFF6DAA}" srcOrd="4" destOrd="0" parTransId="{87E6DDDC-592E-4AF2-B5F6-CC5DD7B2311D}" sibTransId="{8FF603E8-CB79-4BCE-AEB4-FC6E9C340D82}"/>
    <dgm:cxn modelId="{52099BF7-FC6F-41B2-A1C9-7781D5266225}" srcId="{6303E0D3-BA5B-4D2A-85E7-845420D43071}" destId="{80CB15F3-C0F3-4844-A117-76BC4D523BBA}" srcOrd="0" destOrd="0" parTransId="{1E2A9D57-DE67-4B8F-89F2-E095A49B654D}" sibTransId="{40A5D76D-CD6C-4CC9-8536-9C203E214E2B}"/>
    <dgm:cxn modelId="{AD489817-F23D-4829-BE46-107B5F5A8E54}" type="presParOf" srcId="{ADA649B9-24E9-4E79-97D6-D675E6F75EBC}" destId="{424D1419-8706-4C38-8172-EA4E0BADF0E8}" srcOrd="0" destOrd="0" presId="urn:microsoft.com/office/officeart/2005/8/layout/vList3"/>
    <dgm:cxn modelId="{F292ABAD-E025-4B88-9C9D-8C2803D90B3A}" type="presParOf" srcId="{424D1419-8706-4C38-8172-EA4E0BADF0E8}" destId="{DE615931-E18A-4B46-9997-62E2D6484113}" srcOrd="0" destOrd="0" presId="urn:microsoft.com/office/officeart/2005/8/layout/vList3"/>
    <dgm:cxn modelId="{4FCBA807-E201-4AD0-8183-BB9EFD30C04B}" type="presParOf" srcId="{424D1419-8706-4C38-8172-EA4E0BADF0E8}" destId="{786BED2F-0D90-4668-9177-A98D89BC1665}" srcOrd="1" destOrd="0" presId="urn:microsoft.com/office/officeart/2005/8/layout/vList3"/>
    <dgm:cxn modelId="{07C1CCE7-499A-4C3D-BB7A-2E30641FAA73}" type="presParOf" srcId="{ADA649B9-24E9-4E79-97D6-D675E6F75EBC}" destId="{7BAEEE49-FF63-4DE1-BEAC-C958B12ACD2A}" srcOrd="1" destOrd="0" presId="urn:microsoft.com/office/officeart/2005/8/layout/vList3"/>
    <dgm:cxn modelId="{573BC66D-1CC7-47B2-853A-6A1001C8617F}" type="presParOf" srcId="{ADA649B9-24E9-4E79-97D6-D675E6F75EBC}" destId="{28194AA5-B75C-4D33-97D0-AA50BA2FC932}" srcOrd="2" destOrd="0" presId="urn:microsoft.com/office/officeart/2005/8/layout/vList3"/>
    <dgm:cxn modelId="{C840E919-34CF-42F9-8A0E-DFF4968580C6}" type="presParOf" srcId="{28194AA5-B75C-4D33-97D0-AA50BA2FC932}" destId="{4CFA63DD-9ECD-475A-9BD5-69B0DA30921A}" srcOrd="0" destOrd="0" presId="urn:microsoft.com/office/officeart/2005/8/layout/vList3"/>
    <dgm:cxn modelId="{0674C53E-E500-458F-AA00-160600E8D5E3}" type="presParOf" srcId="{28194AA5-B75C-4D33-97D0-AA50BA2FC932}" destId="{0EFAEA27-0B2A-4897-BAAB-FEB424D54882}" srcOrd="1" destOrd="0" presId="urn:microsoft.com/office/officeart/2005/8/layout/vList3"/>
    <dgm:cxn modelId="{3FF235C5-18E8-4372-8370-5C4725C6D047}" type="presParOf" srcId="{ADA649B9-24E9-4E79-97D6-D675E6F75EBC}" destId="{103FBEA2-FEDF-4434-8393-71B8841FC204}" srcOrd="3" destOrd="0" presId="urn:microsoft.com/office/officeart/2005/8/layout/vList3"/>
    <dgm:cxn modelId="{388A2D42-1BFB-4632-87D7-2EE3A56DAD09}" type="presParOf" srcId="{ADA649B9-24E9-4E79-97D6-D675E6F75EBC}" destId="{5060793E-C9EE-4830-8660-5A26BE706A0B}" srcOrd="4" destOrd="0" presId="urn:microsoft.com/office/officeart/2005/8/layout/vList3"/>
    <dgm:cxn modelId="{A6BA2A9D-931A-4033-BA71-AE0EBE1AA99E}" type="presParOf" srcId="{5060793E-C9EE-4830-8660-5A26BE706A0B}" destId="{B9D5BF04-6BB3-4AEB-B353-DA8887736671}" srcOrd="0" destOrd="0" presId="urn:microsoft.com/office/officeart/2005/8/layout/vList3"/>
    <dgm:cxn modelId="{FC289ABE-8965-4261-B522-189A881740E3}" type="presParOf" srcId="{5060793E-C9EE-4830-8660-5A26BE706A0B}" destId="{370D1899-6786-4C48-93E8-5AEF57F7BB45}" srcOrd="1" destOrd="0" presId="urn:microsoft.com/office/officeart/2005/8/layout/vList3"/>
    <dgm:cxn modelId="{85619EEB-D183-4E4A-8D23-CEABB91B7FC9}" type="presParOf" srcId="{ADA649B9-24E9-4E79-97D6-D675E6F75EBC}" destId="{148E8675-2B86-4339-8075-7FE0A09C85B3}" srcOrd="5" destOrd="0" presId="urn:microsoft.com/office/officeart/2005/8/layout/vList3"/>
    <dgm:cxn modelId="{49948600-DB71-4324-9A35-38F69BD792CF}" type="presParOf" srcId="{ADA649B9-24E9-4E79-97D6-D675E6F75EBC}" destId="{92789078-C24F-4724-BEB9-56EA3CEC160B}" srcOrd="6" destOrd="0" presId="urn:microsoft.com/office/officeart/2005/8/layout/vList3"/>
    <dgm:cxn modelId="{88910F4B-A759-4F9C-9DC6-A1C760FFE2C5}" type="presParOf" srcId="{92789078-C24F-4724-BEB9-56EA3CEC160B}" destId="{BD64F537-5989-478F-87FA-B04A6079D04F}" srcOrd="0" destOrd="0" presId="urn:microsoft.com/office/officeart/2005/8/layout/vList3"/>
    <dgm:cxn modelId="{1ACEC738-3A07-4815-AB10-4E5B10BC9011}" type="presParOf" srcId="{92789078-C24F-4724-BEB9-56EA3CEC160B}" destId="{D6E91C8E-C041-4414-8DEB-CC2DC7D290F1}" srcOrd="1" destOrd="0" presId="urn:microsoft.com/office/officeart/2005/8/layout/vList3"/>
    <dgm:cxn modelId="{DB895F17-1EBB-4743-AB3F-BEF456000147}" type="presParOf" srcId="{ADA649B9-24E9-4E79-97D6-D675E6F75EBC}" destId="{2F7D2C97-FE6A-4786-AEE4-FEB02CD67B56}" srcOrd="7" destOrd="0" presId="urn:microsoft.com/office/officeart/2005/8/layout/vList3"/>
    <dgm:cxn modelId="{DB62DDEA-71C3-45B2-90E8-1DB9A4A4C652}" type="presParOf" srcId="{ADA649B9-24E9-4E79-97D6-D675E6F75EBC}" destId="{965FB904-C86C-40E8-91E1-5E6515467ADE}" srcOrd="8" destOrd="0" presId="urn:microsoft.com/office/officeart/2005/8/layout/vList3"/>
    <dgm:cxn modelId="{63596A48-E1AF-4667-B3AF-EC9261896BC5}" type="presParOf" srcId="{965FB904-C86C-40E8-91E1-5E6515467ADE}" destId="{C0C6929D-467C-48A6-86F1-1D9D9B16FD72}" srcOrd="0" destOrd="0" presId="urn:microsoft.com/office/officeart/2005/8/layout/vList3"/>
    <dgm:cxn modelId="{668CD95E-E5B2-45E1-9393-02A36112108E}" type="presParOf" srcId="{965FB904-C86C-40E8-91E1-5E6515467ADE}" destId="{0DD91E52-9069-460A-B837-E53A7A3F9150}" srcOrd="1" destOrd="0" presId="urn:microsoft.com/office/officeart/2005/8/layout/vList3"/>
    <dgm:cxn modelId="{5ACECE8E-0EA9-4331-A337-EDAB006AF65C}" type="presParOf" srcId="{ADA649B9-24E9-4E79-97D6-D675E6F75EBC}" destId="{4FC6D3FE-5733-45EA-8A1A-E046A53F05C5}" srcOrd="9" destOrd="0" presId="urn:microsoft.com/office/officeart/2005/8/layout/vList3"/>
    <dgm:cxn modelId="{CE1CDF32-FF1F-4704-9D66-0F36939C4C10}" type="presParOf" srcId="{ADA649B9-24E9-4E79-97D6-D675E6F75EBC}" destId="{638BDF4A-9FFB-4DBD-9D2D-3185E7CEC98F}" srcOrd="10" destOrd="0" presId="urn:microsoft.com/office/officeart/2005/8/layout/vList3"/>
    <dgm:cxn modelId="{8811F504-04C8-470B-8460-2B82774203FC}" type="presParOf" srcId="{638BDF4A-9FFB-4DBD-9D2D-3185E7CEC98F}" destId="{EF3EF3FA-FEB9-4C9A-94F4-587FF70020F0}" srcOrd="0" destOrd="0" presId="urn:microsoft.com/office/officeart/2005/8/layout/vList3"/>
    <dgm:cxn modelId="{A79DC814-F3E2-4FE7-B9DB-9728C7F702EF}" type="presParOf" srcId="{638BDF4A-9FFB-4DBD-9D2D-3185E7CEC98F}" destId="{2DAE5E98-6C0E-440F-BF8D-944B8F37D40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6BED2F-0D90-4668-9177-A98D89BC1665}">
      <dsp:nvSpPr>
        <dsp:cNvPr id="0" name=""/>
        <dsp:cNvSpPr/>
      </dsp:nvSpPr>
      <dsp:spPr>
        <a:xfrm rot="10800000">
          <a:off x="1465920" y="1152"/>
          <a:ext cx="5041963" cy="783808"/>
        </a:xfrm>
        <a:prstGeom prst="homePlate">
          <a:avLst/>
        </a:prstGeom>
        <a:gradFill rotWithShape="0">
          <a:gsLst>
            <a:gs pos="0">
              <a:srgbClr val="E72D2F"/>
            </a:gs>
            <a:gs pos="0">
              <a:srgbClr val="E72D2F"/>
            </a:gs>
            <a:gs pos="100000">
              <a:srgbClr val="E72D2F">
                <a:lumMod val="68000"/>
              </a:srgbClr>
            </a:gs>
          </a:gsLst>
          <a:lin ang="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5638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digitalWrite</a:t>
          </a:r>
          <a:r>
            <a:rPr lang="en-US" sz="3100" kern="1200" dirty="0"/>
            <a:t>()</a:t>
          </a:r>
        </a:p>
      </dsp:txBody>
      <dsp:txXfrm rot="10800000">
        <a:off x="1661872" y="1152"/>
        <a:ext cx="4846011" cy="783808"/>
      </dsp:txXfrm>
    </dsp:sp>
    <dsp:sp modelId="{DE615931-E18A-4B46-9997-62E2D6484113}">
      <dsp:nvSpPr>
        <dsp:cNvPr id="0" name=""/>
        <dsp:cNvSpPr/>
      </dsp:nvSpPr>
      <dsp:spPr>
        <a:xfrm>
          <a:off x="1074016" y="1152"/>
          <a:ext cx="783808" cy="783808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FAEA27-0B2A-4897-BAAB-FEB424D54882}">
      <dsp:nvSpPr>
        <dsp:cNvPr id="0" name=""/>
        <dsp:cNvSpPr/>
      </dsp:nvSpPr>
      <dsp:spPr>
        <a:xfrm rot="10800000">
          <a:off x="1465920" y="1018933"/>
          <a:ext cx="5041963" cy="783808"/>
        </a:xfrm>
        <a:prstGeom prst="homePlate">
          <a:avLst/>
        </a:prstGeom>
        <a:gradFill rotWithShape="0">
          <a:gsLst>
            <a:gs pos="0">
              <a:srgbClr val="E72D2F"/>
            </a:gs>
            <a:gs pos="0">
              <a:srgbClr val="E72D2F"/>
            </a:gs>
            <a:gs pos="100000">
              <a:srgbClr val="E72D2F">
                <a:lumMod val="68000"/>
              </a:srgbClr>
            </a:gs>
          </a:gsLst>
          <a:lin ang="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5638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analogWrite</a:t>
          </a:r>
          <a:r>
            <a:rPr lang="en-US" sz="3100" kern="1200" dirty="0"/>
            <a:t>()</a:t>
          </a:r>
        </a:p>
      </dsp:txBody>
      <dsp:txXfrm rot="10800000">
        <a:off x="1661872" y="1018933"/>
        <a:ext cx="4846011" cy="783808"/>
      </dsp:txXfrm>
    </dsp:sp>
    <dsp:sp modelId="{4CFA63DD-9ECD-475A-9BD5-69B0DA30921A}">
      <dsp:nvSpPr>
        <dsp:cNvPr id="0" name=""/>
        <dsp:cNvSpPr/>
      </dsp:nvSpPr>
      <dsp:spPr>
        <a:xfrm>
          <a:off x="1074016" y="1018933"/>
          <a:ext cx="783808" cy="783808"/>
        </a:xfrm>
        <a:prstGeom prst="ellipse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0D1899-6786-4C48-93E8-5AEF57F7BB45}">
      <dsp:nvSpPr>
        <dsp:cNvPr id="0" name=""/>
        <dsp:cNvSpPr/>
      </dsp:nvSpPr>
      <dsp:spPr>
        <a:xfrm rot="10800000">
          <a:off x="1465920" y="2036715"/>
          <a:ext cx="5041963" cy="783808"/>
        </a:xfrm>
        <a:prstGeom prst="homePlate">
          <a:avLst/>
        </a:prstGeom>
        <a:gradFill rotWithShape="0">
          <a:gsLst>
            <a:gs pos="0">
              <a:srgbClr val="E72D2F"/>
            </a:gs>
            <a:gs pos="0">
              <a:srgbClr val="E72D2F"/>
            </a:gs>
            <a:gs pos="100000">
              <a:srgbClr val="E72D2F">
                <a:lumMod val="68000"/>
              </a:srgbClr>
            </a:gs>
          </a:gsLst>
          <a:lin ang="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5638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digitalRead</a:t>
          </a:r>
          <a:r>
            <a:rPr lang="en-US" sz="3100" kern="1200" dirty="0"/>
            <a:t>()</a:t>
          </a:r>
        </a:p>
      </dsp:txBody>
      <dsp:txXfrm rot="10800000">
        <a:off x="1661872" y="2036715"/>
        <a:ext cx="4846011" cy="783808"/>
      </dsp:txXfrm>
    </dsp:sp>
    <dsp:sp modelId="{B9D5BF04-6BB3-4AEB-B353-DA8887736671}">
      <dsp:nvSpPr>
        <dsp:cNvPr id="0" name=""/>
        <dsp:cNvSpPr/>
      </dsp:nvSpPr>
      <dsp:spPr>
        <a:xfrm>
          <a:off x="1074016" y="2036715"/>
          <a:ext cx="783808" cy="783808"/>
        </a:xfrm>
        <a:prstGeom prst="ellipse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E91C8E-C041-4414-8DEB-CC2DC7D290F1}">
      <dsp:nvSpPr>
        <dsp:cNvPr id="0" name=""/>
        <dsp:cNvSpPr/>
      </dsp:nvSpPr>
      <dsp:spPr>
        <a:xfrm rot="10800000">
          <a:off x="1465920" y="3054496"/>
          <a:ext cx="5041963" cy="783808"/>
        </a:xfrm>
        <a:prstGeom prst="homePlate">
          <a:avLst/>
        </a:prstGeom>
        <a:gradFill rotWithShape="0">
          <a:gsLst>
            <a:gs pos="0">
              <a:srgbClr val="E72D2F"/>
            </a:gs>
            <a:gs pos="0">
              <a:srgbClr val="E72D2F"/>
            </a:gs>
            <a:gs pos="100000">
              <a:srgbClr val="E72D2F">
                <a:lumMod val="68000"/>
              </a:srgbClr>
            </a:gs>
          </a:gsLst>
          <a:lin ang="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5638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if() statements / Boolean</a:t>
          </a:r>
        </a:p>
      </dsp:txBody>
      <dsp:txXfrm rot="10800000">
        <a:off x="1661872" y="3054496"/>
        <a:ext cx="4846011" cy="783808"/>
      </dsp:txXfrm>
    </dsp:sp>
    <dsp:sp modelId="{BD64F537-5989-478F-87FA-B04A6079D04F}">
      <dsp:nvSpPr>
        <dsp:cNvPr id="0" name=""/>
        <dsp:cNvSpPr/>
      </dsp:nvSpPr>
      <dsp:spPr>
        <a:xfrm>
          <a:off x="1074016" y="3054496"/>
          <a:ext cx="783808" cy="783808"/>
        </a:xfrm>
        <a:prstGeom prst="ellipse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D91E52-9069-460A-B837-E53A7A3F9150}">
      <dsp:nvSpPr>
        <dsp:cNvPr id="0" name=""/>
        <dsp:cNvSpPr/>
      </dsp:nvSpPr>
      <dsp:spPr>
        <a:xfrm rot="10800000">
          <a:off x="1465920" y="4072277"/>
          <a:ext cx="5041963" cy="783808"/>
        </a:xfrm>
        <a:prstGeom prst="homePlate">
          <a:avLst/>
        </a:prstGeom>
        <a:gradFill rotWithShape="0">
          <a:gsLst>
            <a:gs pos="0">
              <a:srgbClr val="E72D2F"/>
            </a:gs>
            <a:gs pos="0">
              <a:srgbClr val="E72D2F"/>
            </a:gs>
            <a:gs pos="100000">
              <a:srgbClr val="E72D2F">
                <a:lumMod val="68000"/>
              </a:srgbClr>
            </a:gs>
          </a:gsLst>
          <a:lin ang="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5638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analogRead</a:t>
          </a:r>
          <a:r>
            <a:rPr lang="en-US" sz="3100" kern="1200" dirty="0"/>
            <a:t>()</a:t>
          </a:r>
        </a:p>
      </dsp:txBody>
      <dsp:txXfrm rot="10800000">
        <a:off x="1661872" y="4072277"/>
        <a:ext cx="4846011" cy="783808"/>
      </dsp:txXfrm>
    </dsp:sp>
    <dsp:sp modelId="{C0C6929D-467C-48A6-86F1-1D9D9B16FD72}">
      <dsp:nvSpPr>
        <dsp:cNvPr id="0" name=""/>
        <dsp:cNvSpPr/>
      </dsp:nvSpPr>
      <dsp:spPr>
        <a:xfrm>
          <a:off x="1074016" y="4072277"/>
          <a:ext cx="783808" cy="783808"/>
        </a:xfrm>
        <a:prstGeom prst="ellipse">
          <a:avLst/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AE5E98-6C0E-440F-BF8D-944B8F37D409}">
      <dsp:nvSpPr>
        <dsp:cNvPr id="0" name=""/>
        <dsp:cNvSpPr/>
      </dsp:nvSpPr>
      <dsp:spPr>
        <a:xfrm rot="10800000">
          <a:off x="1465920" y="5090058"/>
          <a:ext cx="5041963" cy="783808"/>
        </a:xfrm>
        <a:prstGeom prst="homePlate">
          <a:avLst/>
        </a:prstGeom>
        <a:gradFill rotWithShape="0">
          <a:gsLst>
            <a:gs pos="0">
              <a:srgbClr val="E72D2F"/>
            </a:gs>
            <a:gs pos="0">
              <a:srgbClr val="E72D2F"/>
            </a:gs>
            <a:gs pos="100000">
              <a:srgbClr val="E72D2F">
                <a:lumMod val="68000"/>
              </a:srgbClr>
            </a:gs>
          </a:gsLst>
          <a:lin ang="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5638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Serial communication</a:t>
          </a:r>
        </a:p>
      </dsp:txBody>
      <dsp:txXfrm rot="10800000">
        <a:off x="1661872" y="5090058"/>
        <a:ext cx="4846011" cy="783808"/>
      </dsp:txXfrm>
    </dsp:sp>
    <dsp:sp modelId="{EF3EF3FA-FEB9-4C9A-94F4-587FF70020F0}">
      <dsp:nvSpPr>
        <dsp:cNvPr id="0" name=""/>
        <dsp:cNvSpPr/>
      </dsp:nvSpPr>
      <dsp:spPr>
        <a:xfrm>
          <a:off x="1074016" y="5090058"/>
          <a:ext cx="783808" cy="783808"/>
        </a:xfrm>
        <a:prstGeom prst="ellipse">
          <a:avLst/>
        </a:prstGeom>
        <a:blipFill rotWithShape="1">
          <a:blip xmlns:r="http://schemas.openxmlformats.org/officeDocument/2006/relationships" r:embed="rId6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1">
            <a:extLst>
              <a:ext uri="{FF2B5EF4-FFF2-40B4-BE49-F238E27FC236}">
                <a16:creationId xmlns:a16="http://schemas.microsoft.com/office/drawing/2014/main" id="{D3CA93C6-01F3-BB4F-88DF-9894E30AC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243" name="AutoShape 2">
            <a:extLst>
              <a:ext uri="{FF2B5EF4-FFF2-40B4-BE49-F238E27FC236}">
                <a16:creationId xmlns:a16="http://schemas.microsoft.com/office/drawing/2014/main" id="{C588F389-5949-8F4A-BF8E-4EDD840A3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7EC43CD9-E514-5D48-A157-DDFA6DEA0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72D1EDC-9D9A-6642-99F5-CC8A19F73E23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68625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215900" indent="-214313" algn="r" eaLnBrk="1">
              <a:buSzPct val="4500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Noto Sans CJK SC Regular"/>
                <a:cs typeface="Noto Sans CJK SC Regular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46" name="Rectangle 5">
            <a:extLst>
              <a:ext uri="{FF2B5EF4-FFF2-40B4-BE49-F238E27FC236}">
                <a16:creationId xmlns:a16="http://schemas.microsoft.com/office/drawing/2014/main" id="{6103F7DE-A498-C14A-ADD8-E4AD394768B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1143000"/>
            <a:ext cx="4111625" cy="3082925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06708A13-57E0-5145-B67E-AE84885FC99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400550"/>
            <a:ext cx="5483225" cy="3597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 noProof="0"/>
          </a:p>
        </p:txBody>
      </p:sp>
      <p:sp>
        <p:nvSpPr>
          <p:cNvPr id="10248" name="Text Box 7">
            <a:extLst>
              <a:ext uri="{FF2B5EF4-FFF2-40B4-BE49-F238E27FC236}">
                <a16:creationId xmlns:a16="http://schemas.microsoft.com/office/drawing/2014/main" id="{9EDBDA81-94E0-5A4B-A057-73CE005B4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4737551C-F448-3244-B01B-42DA25FB7EA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68625" cy="4556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marL="215900" indent="-214313" algn="r" eaLnBrk="1">
              <a:buSzPct val="4500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 smtClean="0">
                <a:solidFill>
                  <a:srgbClr val="000000"/>
                </a:solidFill>
                <a:latin typeface="Times New Roman" panose="02020603050405020304" pitchFamily="18" charset="0"/>
                <a:ea typeface="Noto Sans CJK SC Regular"/>
                <a:cs typeface="Noto Sans CJK SC Regular"/>
              </a:defRPr>
            </a:lvl1pPr>
          </a:lstStyle>
          <a:p>
            <a:pPr>
              <a:defRPr/>
            </a:pPr>
            <a:fld id="{E44FEA2E-0688-EE49-A3F6-5131C955EA6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>
            <a:extLst>
              <a:ext uri="{FF2B5EF4-FFF2-40B4-BE49-F238E27FC236}">
                <a16:creationId xmlns:a16="http://schemas.microsoft.com/office/drawing/2014/main" id="{A241E5AB-FBF8-5541-9BF3-BBF799AB638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45649B7-2210-EE49-AE17-00B0898872B5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4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1F60DA35-CB7B-644E-B7F7-142CF9978E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Text Box 2">
            <a:extLst>
              <a:ext uri="{FF2B5EF4-FFF2-40B4-BE49-F238E27FC236}">
                <a16:creationId xmlns:a16="http://schemas.microsoft.com/office/drawing/2014/main" id="{9263178F-22D3-7848-B34C-FCE02E817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8">
            <a:extLst>
              <a:ext uri="{FF2B5EF4-FFF2-40B4-BE49-F238E27FC236}">
                <a16:creationId xmlns:a16="http://schemas.microsoft.com/office/drawing/2014/main" id="{63DB0BFC-4C79-1A41-AB04-D968EEFA6E0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7A81780-1ADB-324A-9DD5-91293365CB4F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5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7411" name="Rectangle 1">
            <a:extLst>
              <a:ext uri="{FF2B5EF4-FFF2-40B4-BE49-F238E27FC236}">
                <a16:creationId xmlns:a16="http://schemas.microsoft.com/office/drawing/2014/main" id="{E5B30F9B-1728-2E4B-87C4-064C83454E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Text Box 2">
            <a:extLst>
              <a:ext uri="{FF2B5EF4-FFF2-40B4-BE49-F238E27FC236}">
                <a16:creationId xmlns:a16="http://schemas.microsoft.com/office/drawing/2014/main" id="{D50D6232-6209-634D-A41A-986D2FF88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>
            <a:extLst>
              <a:ext uri="{FF2B5EF4-FFF2-40B4-BE49-F238E27FC236}">
                <a16:creationId xmlns:a16="http://schemas.microsoft.com/office/drawing/2014/main" id="{783BFFD5-149D-1C4F-BFB5-701585154025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000">
              <a:latin typeface="HelveticaNeueLT Pro 77 BdCn"/>
              <a:ea typeface="MS PGothic" panose="020B0600070205080204" pitchFamily="34" charset="-128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fld id="{8F661F3C-9195-E44F-881A-B4A1E158C8FC}" type="slidenum">
              <a:rPr lang="en-US" altLang="zh-CN" sz="1000" smtClean="0">
                <a:latin typeface="HelveticaNeueLT Pro 77 BdCn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CN" sz="1000">
              <a:latin typeface="HelveticaNeueLT Pro 77 BdCn"/>
              <a:ea typeface="MS PGothic" panose="020B0600070205080204" pitchFamily="34" charset="-128"/>
            </a:endParaRPr>
          </a:p>
        </p:txBody>
      </p:sp>
      <p:sp>
        <p:nvSpPr>
          <p:cNvPr id="14337" name="Text Box 1">
            <a:extLst>
              <a:ext uri="{FF2B5EF4-FFF2-40B4-BE49-F238E27FC236}">
                <a16:creationId xmlns:a16="http://schemas.microsoft.com/office/drawing/2014/main" id="{8F518B73-6B21-3740-BCCD-3BE44B178A5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14338" name="Text Box 2">
            <a:extLst>
              <a:ext uri="{FF2B5EF4-FFF2-40B4-BE49-F238E27FC236}">
                <a16:creationId xmlns:a16="http://schemas.microsoft.com/office/drawing/2014/main" id="{7AD0A51E-1578-6344-A29D-DA0818C446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:a16="http://schemas.microsoft.com/office/drawing/2014/main" id="{EB0218CB-4E7E-3F4C-BB29-65D30B48D171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000">
              <a:latin typeface="HelveticaNeueLT Pro 77 BdCn"/>
              <a:ea typeface="MS PGothic" panose="020B0600070205080204" pitchFamily="34" charset="-128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fld id="{A669B949-6767-5B47-8B58-1361EE6CD7DC}" type="slidenum">
              <a:rPr lang="en-US" altLang="zh-CN" sz="1000" smtClean="0">
                <a:latin typeface="HelveticaNeueLT Pro 77 BdCn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CN" sz="1000">
              <a:latin typeface="HelveticaNeueLT Pro 77 BdCn"/>
              <a:ea typeface="MS PGothic" panose="020B0600070205080204" pitchFamily="34" charset="-128"/>
            </a:endParaRPr>
          </a:p>
        </p:txBody>
      </p:sp>
      <p:sp>
        <p:nvSpPr>
          <p:cNvPr id="14337" name="Text Box 1">
            <a:extLst>
              <a:ext uri="{FF2B5EF4-FFF2-40B4-BE49-F238E27FC236}">
                <a16:creationId xmlns:a16="http://schemas.microsoft.com/office/drawing/2014/main" id="{743ACFBA-9127-FA48-91E5-2F0ADB95CC5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14338" name="Text Box 2">
            <a:extLst>
              <a:ext uri="{FF2B5EF4-FFF2-40B4-BE49-F238E27FC236}">
                <a16:creationId xmlns:a16="http://schemas.microsoft.com/office/drawing/2014/main" id="{DB204EC1-919F-084F-9D55-2C9E93A674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8">
            <a:extLst>
              <a:ext uri="{FF2B5EF4-FFF2-40B4-BE49-F238E27FC236}">
                <a16:creationId xmlns:a16="http://schemas.microsoft.com/office/drawing/2014/main" id="{F77E6608-6543-0946-965D-A8B73494FE2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D48A75FE-DE9A-8E4A-A046-53217E426C02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10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25603" name="Rectangle 1">
            <a:extLst>
              <a:ext uri="{FF2B5EF4-FFF2-40B4-BE49-F238E27FC236}">
                <a16:creationId xmlns:a16="http://schemas.microsoft.com/office/drawing/2014/main" id="{68DBA859-73F7-7A48-82FB-B2B9433F9E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4" name="Text Box 2">
            <a:extLst>
              <a:ext uri="{FF2B5EF4-FFF2-40B4-BE49-F238E27FC236}">
                <a16:creationId xmlns:a16="http://schemas.microsoft.com/office/drawing/2014/main" id="{8A321478-22A3-4B47-9C65-1E35694D9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8">
            <a:extLst>
              <a:ext uri="{FF2B5EF4-FFF2-40B4-BE49-F238E27FC236}">
                <a16:creationId xmlns:a16="http://schemas.microsoft.com/office/drawing/2014/main" id="{C1EFB2CC-DE16-FA4D-8187-711B0AED05C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F6D1AC5F-77F1-4A4B-AF3E-32EC63892AA4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11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27651" name="Rectangle 1">
            <a:extLst>
              <a:ext uri="{FF2B5EF4-FFF2-40B4-BE49-F238E27FC236}">
                <a16:creationId xmlns:a16="http://schemas.microsoft.com/office/drawing/2014/main" id="{9CA84C0E-CBFA-3948-8239-425040C9CF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Text Box 2">
            <a:extLst>
              <a:ext uri="{FF2B5EF4-FFF2-40B4-BE49-F238E27FC236}">
                <a16:creationId xmlns:a16="http://schemas.microsoft.com/office/drawing/2014/main" id="{42DEB064-6563-724E-9E9B-00CA30DD4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8">
            <a:extLst>
              <a:ext uri="{FF2B5EF4-FFF2-40B4-BE49-F238E27FC236}">
                <a16:creationId xmlns:a16="http://schemas.microsoft.com/office/drawing/2014/main" id="{C397B987-AD2F-E448-9A31-A69C8C6BA50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DDC92889-B4A7-0544-B4C5-084D13583D1B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12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29699" name="Rectangle 1">
            <a:extLst>
              <a:ext uri="{FF2B5EF4-FFF2-40B4-BE49-F238E27FC236}">
                <a16:creationId xmlns:a16="http://schemas.microsoft.com/office/drawing/2014/main" id="{7006FE22-CFB7-4043-A8A5-49375E8FC7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0" name="Text Box 2">
            <a:extLst>
              <a:ext uri="{FF2B5EF4-FFF2-40B4-BE49-F238E27FC236}">
                <a16:creationId xmlns:a16="http://schemas.microsoft.com/office/drawing/2014/main" id="{106290D7-24D7-5045-B356-9368CC99E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8">
            <a:extLst>
              <a:ext uri="{FF2B5EF4-FFF2-40B4-BE49-F238E27FC236}">
                <a16:creationId xmlns:a16="http://schemas.microsoft.com/office/drawing/2014/main" id="{22587C9A-A08F-3149-BCFA-B55EA148E92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A24B4ACC-124F-8348-B260-DDD423A27656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13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686B697E-0471-604F-8AE8-F2DCAB40F6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Text Box 2">
            <a:extLst>
              <a:ext uri="{FF2B5EF4-FFF2-40B4-BE49-F238E27FC236}">
                <a16:creationId xmlns:a16="http://schemas.microsoft.com/office/drawing/2014/main" id="{FCCE242F-2010-BA48-8B2B-9F144EAFE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FD6B7974-18A5-C14B-A6A5-9BCCBB45F1B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9F5DEF21-AFD3-8C4E-BBD2-6687740A689A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14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0B828279-7A8F-C94C-9BD3-3CBD1B67E4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Text Box 2">
            <a:extLst>
              <a:ext uri="{FF2B5EF4-FFF2-40B4-BE49-F238E27FC236}">
                <a16:creationId xmlns:a16="http://schemas.microsoft.com/office/drawing/2014/main" id="{3754D433-A14C-7748-8BFB-07AD11345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8">
            <a:extLst>
              <a:ext uri="{FF2B5EF4-FFF2-40B4-BE49-F238E27FC236}">
                <a16:creationId xmlns:a16="http://schemas.microsoft.com/office/drawing/2014/main" id="{E60D2426-280A-1B4A-B2EA-EBD26C9DF1B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0B895114-C1D2-FD46-8879-BAAD0743D7A1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15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35843" name="Rectangle 1">
            <a:extLst>
              <a:ext uri="{FF2B5EF4-FFF2-40B4-BE49-F238E27FC236}">
                <a16:creationId xmlns:a16="http://schemas.microsoft.com/office/drawing/2014/main" id="{8E746A70-B263-FD4A-82FE-D301A7E7D7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4" name="Text Box 2">
            <a:extLst>
              <a:ext uri="{FF2B5EF4-FFF2-40B4-BE49-F238E27FC236}">
                <a16:creationId xmlns:a16="http://schemas.microsoft.com/office/drawing/2014/main" id="{FAF4EA1A-AC4E-BA4A-82A6-1997052E1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323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8">
            <a:extLst>
              <a:ext uri="{FF2B5EF4-FFF2-40B4-BE49-F238E27FC236}">
                <a16:creationId xmlns:a16="http://schemas.microsoft.com/office/drawing/2014/main" id="{F68333BA-FA80-564C-8A38-2D6D808C6D9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07899C04-D65C-2640-8FB4-981A2EF5564F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16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37891" name="Rectangle 1">
            <a:extLst>
              <a:ext uri="{FF2B5EF4-FFF2-40B4-BE49-F238E27FC236}">
                <a16:creationId xmlns:a16="http://schemas.microsoft.com/office/drawing/2014/main" id="{58F3A310-A909-474A-858D-28EAAE3CB4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2" name="Text Box 2">
            <a:extLst>
              <a:ext uri="{FF2B5EF4-FFF2-40B4-BE49-F238E27FC236}">
                <a16:creationId xmlns:a16="http://schemas.microsoft.com/office/drawing/2014/main" id="{A045605D-539B-D94D-84FB-8291FF3A8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8">
            <a:extLst>
              <a:ext uri="{FF2B5EF4-FFF2-40B4-BE49-F238E27FC236}">
                <a16:creationId xmlns:a16="http://schemas.microsoft.com/office/drawing/2014/main" id="{10A9ABF9-EF93-1940-889D-498897664A7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DCDDE584-1F94-674E-ABB1-240F58BE71E1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17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39939" name="Rectangle 1">
            <a:extLst>
              <a:ext uri="{FF2B5EF4-FFF2-40B4-BE49-F238E27FC236}">
                <a16:creationId xmlns:a16="http://schemas.microsoft.com/office/drawing/2014/main" id="{BC3C065C-DDF5-B247-8724-396C8B66E7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40" name="Text Box 2">
            <a:extLst>
              <a:ext uri="{FF2B5EF4-FFF2-40B4-BE49-F238E27FC236}">
                <a16:creationId xmlns:a16="http://schemas.microsoft.com/office/drawing/2014/main" id="{5C0AF28A-D5C1-B94F-B8F2-146D694E7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>
            <a:extLst>
              <a:ext uri="{FF2B5EF4-FFF2-40B4-BE49-F238E27FC236}">
                <a16:creationId xmlns:a16="http://schemas.microsoft.com/office/drawing/2014/main" id="{C6290247-5323-D148-A5BF-924E3C9CCAE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708508-3279-EF47-B683-4B3A48E70EE9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18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C648A80E-21A3-E847-83BB-A1E7749722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8" name="Text Box 2">
            <a:extLst>
              <a:ext uri="{FF2B5EF4-FFF2-40B4-BE49-F238E27FC236}">
                <a16:creationId xmlns:a16="http://schemas.microsoft.com/office/drawing/2014/main" id="{B00A2943-8396-A249-B9B8-6410BFB2E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8">
            <a:extLst>
              <a:ext uri="{FF2B5EF4-FFF2-40B4-BE49-F238E27FC236}">
                <a16:creationId xmlns:a16="http://schemas.microsoft.com/office/drawing/2014/main" id="{903FED4C-9062-7342-8E94-BAF0C6B4EFA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7D83A34C-ED4C-8948-B10F-CB1245A96A8D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19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44035" name="Rectangle 1">
            <a:extLst>
              <a:ext uri="{FF2B5EF4-FFF2-40B4-BE49-F238E27FC236}">
                <a16:creationId xmlns:a16="http://schemas.microsoft.com/office/drawing/2014/main" id="{C6FABCC0-3382-EF40-AFDA-7F584363EC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4036" name="Text Box 2">
            <a:extLst>
              <a:ext uri="{FF2B5EF4-FFF2-40B4-BE49-F238E27FC236}">
                <a16:creationId xmlns:a16="http://schemas.microsoft.com/office/drawing/2014/main" id="{3582BA34-2D9C-BD4A-9592-B0FE48ED3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8">
            <a:extLst>
              <a:ext uri="{FF2B5EF4-FFF2-40B4-BE49-F238E27FC236}">
                <a16:creationId xmlns:a16="http://schemas.microsoft.com/office/drawing/2014/main" id="{811A56EB-8E4A-E748-976D-301507D936C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5E6D3C92-09FA-CE41-8F42-CA38ED8B9FC8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20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46083" name="Rectangle 1">
            <a:extLst>
              <a:ext uri="{FF2B5EF4-FFF2-40B4-BE49-F238E27FC236}">
                <a16:creationId xmlns:a16="http://schemas.microsoft.com/office/drawing/2014/main" id="{92D5DDBE-EAAD-6842-9F1E-3974F631FB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6084" name="Text Box 2">
            <a:extLst>
              <a:ext uri="{FF2B5EF4-FFF2-40B4-BE49-F238E27FC236}">
                <a16:creationId xmlns:a16="http://schemas.microsoft.com/office/drawing/2014/main" id="{FB8C0B31-59C7-6943-B06A-2C38F06B1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>
            <a:extLst>
              <a:ext uri="{FF2B5EF4-FFF2-40B4-BE49-F238E27FC236}">
                <a16:creationId xmlns:a16="http://schemas.microsoft.com/office/drawing/2014/main" id="{C2C08BC6-81EE-9947-A193-91AF274635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2" name="Notes Placeholder 2">
            <a:extLst>
              <a:ext uri="{FF2B5EF4-FFF2-40B4-BE49-F238E27FC236}">
                <a16:creationId xmlns:a16="http://schemas.microsoft.com/office/drawing/2014/main" id="{E3122A51-F7BE-844D-8DB8-F5CCEC0D5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Three commands to rule the world… or at least do 80% of cool Arduino projects.</a:t>
            </a:r>
          </a:p>
        </p:txBody>
      </p:sp>
      <p:sp>
        <p:nvSpPr>
          <p:cNvPr id="51203" name="Date Placeholder 3">
            <a:extLst>
              <a:ext uri="{FF2B5EF4-FFF2-40B4-BE49-F238E27FC236}">
                <a16:creationId xmlns:a16="http://schemas.microsoft.com/office/drawing/2014/main" id="{7FF7E8B1-1C3C-F34C-A0E6-1E9497E4D5D7}"/>
              </a:ext>
            </a:extLst>
          </p:cNvPr>
          <p:cNvSpPr>
            <a:spLocks noGrp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000">
              <a:latin typeface="HelveticaNeueLT Pro 77 BdCn"/>
              <a:ea typeface="MS PGothic" panose="020B0600070205080204" pitchFamily="34" charset="-128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fld id="{FBB1A7BE-01D5-E844-94C2-328AC76B3129}" type="slidenum">
              <a:rPr lang="en-US" altLang="zh-CN" sz="1000" smtClean="0">
                <a:latin typeface="HelveticaNeueLT Pro 77 BdCn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zh-CN" sz="1000">
              <a:latin typeface="HelveticaNeueLT Pro 77 BdCn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8">
            <a:extLst>
              <a:ext uri="{FF2B5EF4-FFF2-40B4-BE49-F238E27FC236}">
                <a16:creationId xmlns:a16="http://schemas.microsoft.com/office/drawing/2014/main" id="{DE7AB5B7-1405-5344-9A8F-A469F0E084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719F6E4A-1905-2B4E-8DCE-CAADB70A3F11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25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53251" name="Rectangle 1">
            <a:extLst>
              <a:ext uri="{FF2B5EF4-FFF2-40B4-BE49-F238E27FC236}">
                <a16:creationId xmlns:a16="http://schemas.microsoft.com/office/drawing/2014/main" id="{D79B6887-EA13-6D4F-94C7-A3DE03C700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252" name="Text Box 2">
            <a:extLst>
              <a:ext uri="{FF2B5EF4-FFF2-40B4-BE49-F238E27FC236}">
                <a16:creationId xmlns:a16="http://schemas.microsoft.com/office/drawing/2014/main" id="{F09347AE-CFAF-6F44-B234-36B71071F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DCFFB61-CB37-D44A-A548-9967DAC5FF6F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</a:t>
            </a:r>
            <a:fld id="{CEC2BFAD-8421-8548-973A-94F0BE11569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5157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6CC400E9-E861-414F-9556-49E9D4D005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041400"/>
            <a:ext cx="8226425" cy="317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8080"/>
              </a:gs>
            </a:gsLst>
            <a:lin ang="108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333375"/>
            <a:ext cx="8226425" cy="655861"/>
          </a:xfrm>
        </p:spPr>
        <p:txBody>
          <a:bodyPr/>
          <a:lstStyle>
            <a:lvl1pPr algn="l">
              <a:defRPr sz="3600" baseline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6425" cy="5256584"/>
          </a:xfrm>
        </p:spPr>
        <p:txBody>
          <a:bodyPr/>
          <a:lstStyle>
            <a:lvl1pPr marL="457200" indent="-457200"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914400" indent="-457200"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2573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7145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1717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1BDB73-47A1-9246-9AE1-06679E221FD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xfrm>
            <a:off x="7956550" y="6432550"/>
            <a:ext cx="738188" cy="288925"/>
          </a:xfrm>
        </p:spPr>
        <p:txBody>
          <a:bodyPr/>
          <a:lstStyle>
            <a:lvl1pPr algn="r">
              <a:defRPr smtClean="0"/>
            </a:lvl1pPr>
          </a:lstStyle>
          <a:p>
            <a:pPr>
              <a:defRPr/>
            </a:pPr>
            <a:fld id="{F8D19EFB-810E-6244-9175-7176DC379C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133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无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>
            <a:extLst>
              <a:ext uri="{FF2B5EF4-FFF2-40B4-BE49-F238E27FC236}">
                <a16:creationId xmlns:a16="http://schemas.microsoft.com/office/drawing/2014/main" id="{084F170F-54B9-0748-833F-3D53B357EE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041400"/>
            <a:ext cx="8226425" cy="317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8080"/>
              </a:gs>
            </a:gsLst>
            <a:lin ang="108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68313" y="333375"/>
            <a:ext cx="8226425" cy="655861"/>
          </a:xfrm>
        </p:spPr>
        <p:txBody>
          <a:bodyPr/>
          <a:lstStyle>
            <a:lvl1pPr algn="l">
              <a:defRPr sz="3600" baseline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04B4A7C-23A5-D745-980E-8FFF141355E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xfrm>
            <a:off x="7956550" y="6432550"/>
            <a:ext cx="738188" cy="288925"/>
          </a:xfrm>
        </p:spPr>
        <p:txBody>
          <a:bodyPr/>
          <a:lstStyle>
            <a:lvl1pPr algn="r">
              <a:defRPr smtClean="0"/>
            </a:lvl1pPr>
          </a:lstStyle>
          <a:p>
            <a:pPr>
              <a:defRPr/>
            </a:pPr>
            <a:fld id="{3848FF61-897C-4F4E-84A2-D6F0706C9D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371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6F6367E1-9727-F346-8AF0-C2F2BA66AF0A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</a:t>
            </a:r>
            <a:fld id="{FDF60AB3-EB44-9046-89C4-B90398116DA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1203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7">
            <a:extLst>
              <a:ext uri="{FF2B5EF4-FFF2-40B4-BE49-F238E27FC236}">
                <a16:creationId xmlns:a16="http://schemas.microsoft.com/office/drawing/2014/main" id="{54040D30-A9B0-8D44-A83A-D6A725B25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2813" y="6399213"/>
            <a:ext cx="449262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fld id="{C6297559-3B24-F844-B137-06DF87A15DAF}" type="slidenum"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pPr eaLnBrk="1" hangingPunct="1"/>
              <a:t>‹#›</a:t>
            </a:fld>
            <a:endParaRPr kumimoji="1" lang="zh-CN" altLang="en-US" sz="16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797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DFEAAEE-1BBD-E84F-A10C-8115DFBD11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EA388-DECC-AC47-8B7F-333ABDDF9D1F}" type="datetimeFigureOut">
              <a:rPr lang="en-US"/>
              <a:pPr>
                <a:defRPr/>
              </a:pPr>
              <a:t>3/5/25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5DDE995-D49E-E74F-BE52-BB0B8B5C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DE4BDB4-D0E0-A94A-964A-770FEC16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9951944-2C9C-9C45-93A1-BF30CE32C9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6957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3F26D42-9B97-6546-A873-6FE2CC497D8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AE829DC-32CA-F947-B2BF-A37271CAE7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7654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752600"/>
            <a:ext cx="3808413" cy="4341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752600"/>
            <a:ext cx="3810000" cy="4341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EAB72-3F2E-7A4F-A8FE-2F55F4D1802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F02D24F-1DC8-7141-A109-2C014BE8BC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2374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2B06DF52-2691-7048-9735-29F1CD0D7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333375"/>
            <a:ext cx="8226425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单击鼠标编辑标题文字格式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C1D8A977-5C0A-4C47-876D-CCCE48BA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6425" cy="452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单击鼠标编辑大纲文字格式</a:t>
            </a:r>
          </a:p>
          <a:p>
            <a:pPr lvl="1"/>
            <a:r>
              <a:rPr lang="zh-CN" altLang="en-GB"/>
              <a:t>第二个大纲级</a:t>
            </a:r>
          </a:p>
          <a:p>
            <a:pPr lvl="2"/>
            <a:r>
              <a:rPr lang="zh-CN" altLang="en-GB"/>
              <a:t>第三大纲级别</a:t>
            </a:r>
          </a:p>
          <a:p>
            <a:pPr lvl="3"/>
            <a:r>
              <a:rPr lang="zh-CN" altLang="en-GB"/>
              <a:t>第四大纲级别</a:t>
            </a:r>
          </a:p>
          <a:p>
            <a:pPr lvl="4"/>
            <a:r>
              <a:rPr lang="zh-CN" altLang="en-GB"/>
              <a:t>第五大纲级别</a:t>
            </a:r>
          </a:p>
          <a:p>
            <a:pPr lvl="4"/>
            <a:r>
              <a:rPr lang="zh-CN" altLang="en-GB"/>
              <a:t>第六大纲级别</a:t>
            </a:r>
          </a:p>
          <a:p>
            <a:pPr lvl="4"/>
            <a:r>
              <a:rPr lang="zh-CN" altLang="en-GB"/>
              <a:t>第七大纲级别</a:t>
            </a:r>
          </a:p>
        </p:txBody>
      </p:sp>
      <p:sp>
        <p:nvSpPr>
          <p:cNvPr id="1028" name="Text Box 3">
            <a:extLst>
              <a:ext uri="{FF2B5EF4-FFF2-40B4-BE49-F238E27FC236}">
                <a16:creationId xmlns:a16="http://schemas.microsoft.com/office/drawing/2014/main" id="{3294F536-5C53-2C47-AF13-9295680A9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386513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29" name="Text Box 4">
            <a:extLst>
              <a:ext uri="{FF2B5EF4-FFF2-40B4-BE49-F238E27FC236}">
                <a16:creationId xmlns:a16="http://schemas.microsoft.com/office/drawing/2014/main" id="{F09DED2A-84EC-474C-9A71-037C2F412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386513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AE1615AE-167C-9941-BFCE-4BF9516BB0B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86513"/>
            <a:ext cx="2130425" cy="473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E5893E70-D32D-994E-9EB6-CDAE9C973D5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Text Box 6">
            <a:extLst>
              <a:ext uri="{FF2B5EF4-FFF2-40B4-BE49-F238E27FC236}">
                <a16:creationId xmlns:a16="http://schemas.microsoft.com/office/drawing/2014/main" id="{DEA30990-8B90-2C47-A155-840433F42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0"/>
            <a:ext cx="4030663" cy="3413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ts val="1000"/>
              </a:spcBef>
              <a:buSzPct val="100000"/>
              <a:defRPr/>
            </a:pPr>
            <a:r>
              <a:rPr lang="zh-CN" altLang="en-US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传感器技术与网络</a:t>
            </a:r>
            <a:r>
              <a:rPr lang="en-US" altLang="zh-CN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en-US" altLang="zh-CN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-2025</a:t>
            </a:r>
            <a:endParaRPr lang="zh-CN" altLang="zh-CN" sz="16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32" name="Line 7">
            <a:extLst>
              <a:ext uri="{FF2B5EF4-FFF2-40B4-BE49-F238E27FC236}">
                <a16:creationId xmlns:a16="http://schemas.microsoft.com/office/drawing/2014/main" id="{AD74E1C1-B887-4446-9383-2398B8D1F6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620713"/>
            <a:ext cx="8569325" cy="1587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N"/>
          </a:p>
        </p:txBody>
      </p:sp>
      <p:sp>
        <p:nvSpPr>
          <p:cNvPr id="1033" name="Rectangle 8">
            <a:extLst>
              <a:ext uri="{FF2B5EF4-FFF2-40B4-BE49-F238E27FC236}">
                <a16:creationId xmlns:a16="http://schemas.microsoft.com/office/drawing/2014/main" id="{D3D0CFFD-BF75-9541-A5FD-9099FE008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3375"/>
            <a:ext cx="2449513" cy="7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pic>
        <p:nvPicPr>
          <p:cNvPr id="1034" name="Picture 12">
            <a:extLst>
              <a:ext uri="{FF2B5EF4-FFF2-40B4-BE49-F238E27FC236}">
                <a16:creationId xmlns:a16="http://schemas.microsoft.com/office/drawing/2014/main" id="{FC25FED4-1810-BC44-8FFC-21E8EB1C51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188" y="125413"/>
            <a:ext cx="146843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7" r:id="rId2"/>
    <p:sldLayoutId id="2147483968" r:id="rId3"/>
    <p:sldLayoutId id="2147483966" r:id="rId4"/>
    <p:sldLayoutId id="2147483969" r:id="rId5"/>
    <p:sldLayoutId id="2147483970" r:id="rId6"/>
    <p:sldLayoutId id="2147483971" r:id="rId7"/>
    <p:sldLayoutId id="2147483972" r:id="rId8"/>
  </p:sldLayoutIdLst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diagramLayout" Target="../diagrams/layout1.xml"/><Relationship Id="rId7" Type="http://schemas.openxmlformats.org/officeDocument/2006/relationships/hyperlink" Target="http://creativecommons.org/licenses/by-sa/3.0/us/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B5B9E7DB-E862-2F4B-9877-4D6304C6C0E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传感器</a:t>
            </a:r>
            <a:r>
              <a:rPr lang="zh-CN" altLang="en-US"/>
              <a:t>技术与应用</a:t>
            </a:r>
            <a:endParaRPr lang="zh-CN" altLang="en-US" dirty="0"/>
          </a:p>
        </p:txBody>
      </p:sp>
      <p:sp>
        <p:nvSpPr>
          <p:cNvPr id="11266" name="副标题 2">
            <a:extLst>
              <a:ext uri="{FF2B5EF4-FFF2-40B4-BE49-F238E27FC236}">
                <a16:creationId xmlns:a16="http://schemas.microsoft.com/office/drawing/2014/main" id="{F9265DCC-1C40-6844-83A5-0FB3B52B26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endParaRPr lang="en-US" altLang="zh-CN" dirty="0"/>
          </a:p>
          <a:p>
            <a:r>
              <a:rPr lang="en-US" altLang="zh-CN" dirty="0"/>
              <a:t>2025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文本框 1">
            <a:extLst>
              <a:ext uri="{FF2B5EF4-FFF2-40B4-BE49-F238E27FC236}">
                <a16:creationId xmlns:a16="http://schemas.microsoft.com/office/drawing/2014/main" id="{6494672D-01F7-4D47-ACD1-099D10D3F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276475"/>
            <a:ext cx="6985000" cy="119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120000"/>
              </a:lnSpc>
            </a:pPr>
            <a:r>
              <a:rPr kumimoji="1" lang="en-US" altLang="zh-CN" sz="66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Arduino</a:t>
            </a:r>
            <a:r>
              <a:rPr kumimoji="1" lang="zh-CN" altLang="en-US" sz="66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基础</a:t>
            </a:r>
            <a:endParaRPr lang="zh-CN" altLang="en-US" sz="5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>
            <a:extLst>
              <a:ext uri="{FF2B5EF4-FFF2-40B4-BE49-F238E27FC236}">
                <a16:creationId xmlns:a16="http://schemas.microsoft.com/office/drawing/2014/main" id="{863D8772-D423-144E-9FB7-AD304FC49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3188" y="0"/>
            <a:ext cx="7770812" cy="1141413"/>
          </a:xfrm>
        </p:spPr>
        <p:txBody>
          <a:bodyPr/>
          <a:lstStyle/>
          <a:p>
            <a:r>
              <a:rPr lang="en-US" altLang="zh-CN" sz="2800"/>
              <a:t>Arduino </a:t>
            </a:r>
            <a:r>
              <a:rPr lang="zh-CN" altLang="en-US" sz="2800"/>
              <a:t>及兼容板</a:t>
            </a:r>
            <a:endParaRPr lang="en-US" altLang="zh-CN" sz="2800"/>
          </a:p>
        </p:txBody>
      </p:sp>
      <p:pic>
        <p:nvPicPr>
          <p:cNvPr id="13314" name="Picture 2" descr="https://dlnmh9ip6v2uc.cloudfront.net/images/products/1/0/8/8/9/10889-01c.jpg">
            <a:extLst>
              <a:ext uri="{FF2B5EF4-FFF2-40B4-BE49-F238E27FC236}">
                <a16:creationId xmlns:a16="http://schemas.microsoft.com/office/drawing/2014/main" id="{F36B5EF4-597E-404D-8628-08478BB55336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1844675"/>
            <a:ext cx="1828800" cy="1828800"/>
          </a:xfrm>
        </p:spPr>
      </p:pic>
      <p:pic>
        <p:nvPicPr>
          <p:cNvPr id="13315" name="Picture 4" descr="https://dlnmh9ip6v2uc.cloudfront.net/images/products/1/1/5/7/5/11575-01.jpg">
            <a:extLst>
              <a:ext uri="{FF2B5EF4-FFF2-40B4-BE49-F238E27FC236}">
                <a16:creationId xmlns:a16="http://schemas.microsoft.com/office/drawing/2014/main" id="{90DD6351-9B96-F244-B048-164FAE515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525" y="1377950"/>
            <a:ext cx="2566988" cy="25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6" descr="https://dlnmh9ip6v2uc.cloudfront.net/images/products/1/0/1/5/2/SIK_Intermediate_Label_Shot_clone.jpg">
            <a:extLst>
              <a:ext uri="{FF2B5EF4-FFF2-40B4-BE49-F238E27FC236}">
                <a16:creationId xmlns:a16="http://schemas.microsoft.com/office/drawing/2014/main" id="{530CE495-F17D-6341-9E85-3F085B350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57625"/>
            <a:ext cx="56769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8" descr="https://dlnmh9ip6v2uc.cloudfront.net/images/products/1/1/5/8/9/11589-01.jpg">
            <a:extLst>
              <a:ext uri="{FF2B5EF4-FFF2-40B4-BE49-F238E27FC236}">
                <a16:creationId xmlns:a16="http://schemas.microsoft.com/office/drawing/2014/main" id="{EE0462E9-FFC3-7D42-89E5-8E5AEACEE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525" y="3692525"/>
            <a:ext cx="3165475" cy="316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2" descr="https://dlnmh9ip6v2uc.cloudfront.net/images/products/1/1/1/1/3/11113-01d.jpg">
            <a:extLst>
              <a:ext uri="{FF2B5EF4-FFF2-40B4-BE49-F238E27FC236}">
                <a16:creationId xmlns:a16="http://schemas.microsoft.com/office/drawing/2014/main" id="{EC20EA38-0BB9-F141-9A33-BD38E633A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325" y="1817688"/>
            <a:ext cx="1600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4" descr="https://dlnmh9ip6v2uc.cloudfront.net/images/products/9/2/6/6/09266-01.jpg">
            <a:extLst>
              <a:ext uri="{FF2B5EF4-FFF2-40B4-BE49-F238E27FC236}">
                <a16:creationId xmlns:a16="http://schemas.microsoft.com/office/drawing/2014/main" id="{3C116356-D29A-F14C-B0A2-4EF2F1BE5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0" y="2360613"/>
            <a:ext cx="2114550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0" name="Picture 6" descr="https://dlnmh9ip6v2uc.cloudfront.net/images/products/1/1/3/6/4/11364-01.jpg">
            <a:extLst>
              <a:ext uri="{FF2B5EF4-FFF2-40B4-BE49-F238E27FC236}">
                <a16:creationId xmlns:a16="http://schemas.microsoft.com/office/drawing/2014/main" id="{C1EB8E57-1F64-1B47-9578-133EF3A5F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738" y="173355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1" name="Picture 8" descr="https://dlnmh9ip6v2uc.cloudfront.net/images/products/9/3/7/8/09378-1.jpg">
            <a:extLst>
              <a:ext uri="{FF2B5EF4-FFF2-40B4-BE49-F238E27FC236}">
                <a16:creationId xmlns:a16="http://schemas.microsoft.com/office/drawing/2014/main" id="{5A121365-939A-9D4A-8CE9-9A92174F8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038" y="3652838"/>
            <a:ext cx="13128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2" name="Picture 2" descr="http://t1.gstatic.com/images?q=tbn:ANd9GcST6GpaYnWUrc3Nkk92kznmPYcDQtuT_GcjNJS1XaHmCalFBvaY8BVUItkv">
            <a:extLst>
              <a:ext uri="{FF2B5EF4-FFF2-40B4-BE49-F238E27FC236}">
                <a16:creationId xmlns:a16="http://schemas.microsoft.com/office/drawing/2014/main" id="{AE969F37-5BAD-9645-922E-251C3C093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33375"/>
            <a:ext cx="13335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D0EAC1DF-0021-6F41-9EAC-85C437EA0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en-US" altLang="zh-CN"/>
              <a:t>Arduino</a:t>
            </a:r>
            <a:r>
              <a:rPr lang="zh-CN" altLang="en-US"/>
              <a:t>硬件</a:t>
            </a:r>
          </a:p>
        </p:txBody>
      </p:sp>
      <p:pic>
        <p:nvPicPr>
          <p:cNvPr id="14339" name="Picture 2">
            <a:extLst>
              <a:ext uri="{FF2B5EF4-FFF2-40B4-BE49-F238E27FC236}">
                <a16:creationId xmlns:a16="http://schemas.microsoft.com/office/drawing/2014/main" id="{036E81F0-ACC8-8D44-BF93-C3F482F0E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73238"/>
            <a:ext cx="5826125" cy="388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340" name="Picture 3">
            <a:extLst>
              <a:ext uri="{FF2B5EF4-FFF2-40B4-BE49-F238E27FC236}">
                <a16:creationId xmlns:a16="http://schemas.microsoft.com/office/drawing/2014/main" id="{70043F7E-4138-8345-9EAE-FBAE44C85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413" y="2276475"/>
            <a:ext cx="2743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341" name="内容占位符 2">
            <a:extLst>
              <a:ext uri="{FF2B5EF4-FFF2-40B4-BE49-F238E27FC236}">
                <a16:creationId xmlns:a16="http://schemas.microsoft.com/office/drawing/2014/main" id="{AC90AC6F-49FC-2747-B3F7-DD24CD9AC0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6425" cy="5256212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779BD626-FB73-A94E-B645-2D4B4B23B4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en-US" altLang="zh-CN"/>
              <a:t>Arduino</a:t>
            </a:r>
            <a:r>
              <a:rPr lang="zh-CN" altLang="en-US"/>
              <a:t>硬件</a:t>
            </a:r>
          </a:p>
        </p:txBody>
      </p:sp>
      <p:pic>
        <p:nvPicPr>
          <p:cNvPr id="16387" name="Picture 2">
            <a:extLst>
              <a:ext uri="{FF2B5EF4-FFF2-40B4-BE49-F238E27FC236}">
                <a16:creationId xmlns:a16="http://schemas.microsoft.com/office/drawing/2014/main" id="{66C2C277-B367-EA4F-8217-311A4FF74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263650"/>
            <a:ext cx="2808288" cy="213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388" name="Picture 3">
            <a:extLst>
              <a:ext uri="{FF2B5EF4-FFF2-40B4-BE49-F238E27FC236}">
                <a16:creationId xmlns:a16="http://schemas.microsoft.com/office/drawing/2014/main" id="{38C99F9E-C24E-A54D-9714-01A6F95A6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3727450"/>
            <a:ext cx="3359150" cy="258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389" name="Picture 4">
            <a:extLst>
              <a:ext uri="{FF2B5EF4-FFF2-40B4-BE49-F238E27FC236}">
                <a16:creationId xmlns:a16="http://schemas.microsoft.com/office/drawing/2014/main" id="{FC8C935A-A670-7F4C-898F-BEC3F5B16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773238"/>
            <a:ext cx="3676650" cy="311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2C1B9F22-70E0-9640-A87D-E209D4013D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en-US" altLang="zh-CN"/>
              <a:t>Arduino </a:t>
            </a:r>
            <a:r>
              <a:rPr lang="zh-CN" altLang="en-US"/>
              <a:t>简单示例</a:t>
            </a:r>
            <a:endParaRPr lang="en-US" altLang="zh-CN"/>
          </a:p>
        </p:txBody>
      </p:sp>
      <p:pic>
        <p:nvPicPr>
          <p:cNvPr id="18434" name="Picture 4" descr="http://www.madlab.cc/wp-content/uploads/2012/10/Hello-World.jpg">
            <a:extLst>
              <a:ext uri="{FF2B5EF4-FFF2-40B4-BE49-F238E27FC236}">
                <a16:creationId xmlns:a16="http://schemas.microsoft.com/office/drawing/2014/main" id="{CCCD41BE-EEF5-6340-AB1E-4F1307AF8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925" y="1671638"/>
            <a:ext cx="6534150" cy="423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encrypted-tbn2.gstatic.com/images?q=tbn:ANd9GcTfoTZCcHJ00vQE7jM8OKWxxJkHFoY1p5Ir69BRdCbeOFJGD7J_">
            <a:extLst>
              <a:ext uri="{FF2B5EF4-FFF2-40B4-BE49-F238E27FC236}">
                <a16:creationId xmlns:a16="http://schemas.microsoft.com/office/drawing/2014/main" id="{B74BF621-A695-2C46-A48F-A577EA384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75656" y="2924944"/>
            <a:ext cx="6132292" cy="36793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458" name="Rectangle 1">
            <a:extLst>
              <a:ext uri="{FF2B5EF4-FFF2-40B4-BE49-F238E27FC236}">
                <a16:creationId xmlns:a16="http://schemas.microsoft.com/office/drawing/2014/main" id="{1AE27404-88BB-794C-B1D0-C08CE20F5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/>
              <a:t>概念</a:t>
            </a:r>
            <a:r>
              <a:rPr lang="en-US" altLang="zh-CN"/>
              <a:t>: </a:t>
            </a:r>
            <a:r>
              <a:rPr lang="zh-CN" altLang="en-US"/>
              <a:t>输入</a:t>
            </a:r>
            <a:r>
              <a:rPr lang="en-US" altLang="zh-CN"/>
              <a:t>INPUT vs. </a:t>
            </a:r>
            <a:r>
              <a:rPr lang="zh-CN" altLang="en-US"/>
              <a:t>输出</a:t>
            </a:r>
            <a:r>
              <a:rPr lang="en-US" altLang="zh-CN"/>
              <a:t>OUTPUT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690F905-F966-3E41-A447-C9E3786DB76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323850" y="1125538"/>
            <a:ext cx="8226425" cy="5254625"/>
          </a:xfrm>
        </p:spPr>
        <p:txBody>
          <a:bodyPr/>
          <a:lstStyle/>
          <a:p>
            <a:pPr marL="0" indent="0" algn="ctr"/>
            <a:r>
              <a:rPr lang="zh-CN" altLang="en-US" sz="2400"/>
              <a:t>输入输出是从微控制器（开发板）的角度而言</a:t>
            </a:r>
            <a:endParaRPr lang="en-US" altLang="zh-CN" sz="24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568571D-809D-AF46-A61F-B3010B486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844675"/>
            <a:ext cx="388620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/>
          <a:lstStyle>
            <a:lvl1pPr defTabSz="457200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457200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457200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457200"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457200"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0"/>
              </a:spcBef>
              <a:defRPr/>
            </a:pPr>
            <a:r>
              <a:rPr lang="zh-CN" altLang="en-US" sz="2400" b="1"/>
              <a:t>输入：</a:t>
            </a:r>
            <a:endParaRPr lang="en-US" altLang="zh-CN" sz="2400" b="1"/>
          </a:p>
          <a:p>
            <a:pPr eaLnBrk="1" hangingPunct="1">
              <a:spcBef>
                <a:spcPts val="750"/>
              </a:spcBef>
              <a:defRPr/>
            </a:pPr>
            <a:r>
              <a:rPr lang="zh-CN" altLang="en-US" sz="1800" b="1"/>
              <a:t>控制器（开发板）读入引脚上的信号</a:t>
            </a:r>
            <a:endParaRPr lang="en-US" altLang="en-CN" sz="16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A69C47-9CC5-6445-8779-C784DD661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1844675"/>
            <a:ext cx="4392613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/>
          <a:lstStyle>
            <a:lvl1pPr defTabSz="457200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457200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457200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457200"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457200"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0"/>
              </a:spcBef>
              <a:defRPr/>
            </a:pPr>
            <a:r>
              <a:rPr lang="zh-CN" altLang="en-US" sz="2400" b="1"/>
              <a:t>输出 ：</a:t>
            </a:r>
            <a:endParaRPr lang="en-US" altLang="zh-CN" sz="2400" b="1"/>
          </a:p>
          <a:p>
            <a:pPr eaLnBrk="1" hangingPunct="1">
              <a:spcBef>
                <a:spcPts val="750"/>
              </a:spcBef>
              <a:defRPr/>
            </a:pPr>
            <a:r>
              <a:rPr lang="zh-CN" altLang="en-US" sz="2000" b="1"/>
              <a:t>控制器（开发板）往外的输出</a:t>
            </a:r>
            <a:r>
              <a:rPr lang="en-US" altLang="zh-CN" sz="1800"/>
              <a:t>.</a:t>
            </a:r>
          </a:p>
          <a:p>
            <a:pPr eaLnBrk="1" hangingPunct="1">
              <a:spcBef>
                <a:spcPts val="750"/>
              </a:spcBef>
              <a:defRPr/>
            </a:pPr>
            <a:endParaRPr lang="en-US" altLang="en-CN" sz="20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>
            <a:extLst>
              <a:ext uri="{FF2B5EF4-FFF2-40B4-BE49-F238E27FC236}">
                <a16:creationId xmlns:a16="http://schemas.microsoft.com/office/drawing/2014/main" id="{FDF59D6C-F92B-4D44-8635-42F14FF297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/>
              <a:t>概念</a:t>
            </a:r>
            <a:r>
              <a:rPr lang="en-US" altLang="zh-CN"/>
              <a:t>: </a:t>
            </a:r>
            <a:r>
              <a:rPr lang="zh-CN" altLang="en-US"/>
              <a:t>输入</a:t>
            </a:r>
            <a:r>
              <a:rPr lang="en-US" altLang="zh-CN"/>
              <a:t>INPUT vs. </a:t>
            </a:r>
            <a:r>
              <a:rPr lang="zh-CN" altLang="en-US"/>
              <a:t>输出</a:t>
            </a:r>
            <a:r>
              <a:rPr lang="en-US" altLang="zh-CN"/>
              <a:t>OUTPUT</a:t>
            </a: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73D8236C-5236-A144-8656-32CAFF06D9D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323850" y="1125538"/>
            <a:ext cx="8226425" cy="5254625"/>
          </a:xfrm>
        </p:spPr>
        <p:txBody>
          <a:bodyPr/>
          <a:lstStyle/>
          <a:p>
            <a:pPr marL="0" indent="0" algn="ctr"/>
            <a:r>
              <a:rPr lang="zh-CN" altLang="en-US" sz="2400"/>
              <a:t>输入输出是从微控制器（开发板）的角度而言</a:t>
            </a:r>
            <a:endParaRPr lang="en-US" altLang="zh-CN" sz="24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AD06A03-1A7D-4E4B-8AEA-BE63E171F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844675"/>
            <a:ext cx="388620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/>
          <a:lstStyle>
            <a:lvl1pPr defTabSz="457200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457200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457200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457200"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457200"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0"/>
              </a:spcBef>
              <a:defRPr/>
            </a:pPr>
            <a:r>
              <a:rPr lang="zh-CN" altLang="en-US" sz="2400" b="1"/>
              <a:t>输入：</a:t>
            </a:r>
            <a:endParaRPr lang="en-US" altLang="zh-CN" sz="2400" b="1"/>
          </a:p>
          <a:p>
            <a:pPr eaLnBrk="1" hangingPunct="1">
              <a:spcBef>
                <a:spcPts val="750"/>
              </a:spcBef>
              <a:defRPr/>
            </a:pPr>
            <a:r>
              <a:rPr lang="zh-CN" altLang="en-US" sz="1800" b="1"/>
              <a:t>控制器（开发板）读入引脚上的信号</a:t>
            </a:r>
            <a:endParaRPr lang="en-US" altLang="en-CN" sz="16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E7E1E6-47F0-624D-8CC0-C9CB8E8B6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1844675"/>
            <a:ext cx="4392613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/>
          <a:lstStyle>
            <a:lvl1pPr defTabSz="457200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457200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457200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457200"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457200"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0"/>
              </a:spcBef>
              <a:defRPr/>
            </a:pPr>
            <a:r>
              <a:rPr lang="zh-CN" altLang="en-US" sz="2400" b="1"/>
              <a:t>输出 ：</a:t>
            </a:r>
            <a:endParaRPr lang="en-US" altLang="zh-CN" sz="2400" b="1"/>
          </a:p>
          <a:p>
            <a:pPr eaLnBrk="1" hangingPunct="1">
              <a:spcBef>
                <a:spcPts val="750"/>
              </a:spcBef>
              <a:defRPr/>
            </a:pPr>
            <a:r>
              <a:rPr lang="zh-CN" altLang="en-US" sz="2000" b="1"/>
              <a:t>控制器（开发板）往外的输出</a:t>
            </a:r>
            <a:r>
              <a:rPr lang="en-US" altLang="zh-CN" sz="1800"/>
              <a:t>.</a:t>
            </a:r>
          </a:p>
          <a:p>
            <a:pPr eaLnBrk="1" hangingPunct="1">
              <a:spcBef>
                <a:spcPts val="750"/>
              </a:spcBef>
              <a:defRPr/>
            </a:pPr>
            <a:endParaRPr lang="en-US" altLang="en-CN" sz="200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E0021A5-C6BF-1847-B8C9-2EE9CF131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771900"/>
            <a:ext cx="3886200" cy="137160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90000" tIns="46800" rIns="90000" bIns="46800"/>
          <a:lstStyle>
            <a:lvl1pPr defTabSz="457200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457200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457200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457200"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457200"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0"/>
              </a:spcBef>
              <a:defRPr/>
            </a:pPr>
            <a:r>
              <a:rPr lang="zh-CN" altLang="en-US" sz="2000" u="sng"/>
              <a:t>例如</a:t>
            </a:r>
            <a:r>
              <a:rPr lang="en-US" altLang="zh-CN" sz="2000"/>
              <a:t>: </a:t>
            </a:r>
            <a:r>
              <a:rPr lang="zh-CN" altLang="en-US" sz="2000"/>
              <a:t>开关</a:t>
            </a:r>
            <a:r>
              <a:rPr lang="en-US" altLang="zh-CN" sz="2000"/>
              <a:t>, Light Sensors, </a:t>
            </a:r>
            <a:r>
              <a:rPr lang="zh-CN" altLang="en-US" sz="2000"/>
              <a:t>温度传感器等各类传感器</a:t>
            </a:r>
            <a:r>
              <a:rPr lang="en-US" altLang="zh-CN" sz="2000"/>
              <a:t>…</a:t>
            </a:r>
            <a:endParaRPr lang="en-US" altLang="zh-CN" sz="180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A029645-E1B4-DB43-94CD-2FA075869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771900"/>
            <a:ext cx="3962400" cy="137160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90000" tIns="46800" rIns="90000" bIns="46800"/>
          <a:lstStyle>
            <a:lvl1pPr defTabSz="457200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457200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457200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457200"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457200"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0"/>
              </a:spcBef>
              <a:defRPr/>
            </a:pPr>
            <a:r>
              <a:rPr lang="en-US" altLang="zh-CN" sz="2000" u="sng"/>
              <a:t>Examples</a:t>
            </a:r>
            <a:r>
              <a:rPr lang="en-US" altLang="zh-CN" sz="2000"/>
              <a:t>: LED</a:t>
            </a:r>
            <a:r>
              <a:rPr lang="zh-CN" altLang="en-US" sz="2000"/>
              <a:t>灯</a:t>
            </a:r>
            <a:r>
              <a:rPr lang="en-US" altLang="zh-CN" sz="2000"/>
              <a:t>, </a:t>
            </a:r>
            <a:r>
              <a:rPr lang="zh-CN" altLang="en-US" sz="2000"/>
              <a:t>舵机，中继器</a:t>
            </a:r>
            <a:endParaRPr lang="en-US" altLang="en-CN" sz="2000"/>
          </a:p>
          <a:p>
            <a:pPr eaLnBrk="1" hangingPunct="1">
              <a:spcBef>
                <a:spcPts val="750"/>
              </a:spcBef>
              <a:defRPr/>
            </a:pPr>
            <a:endParaRPr lang="en-US" altLang="en-CN" sz="18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7BF081B7-00F5-1B40-874F-8881A2551D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概念</a:t>
            </a:r>
            <a:r>
              <a:rPr lang="en-US" altLang="zh-CN"/>
              <a:t>: </a:t>
            </a:r>
            <a:r>
              <a:rPr lang="zh-CN" altLang="en-US"/>
              <a:t>模拟量</a:t>
            </a:r>
            <a:r>
              <a:rPr lang="en-US" altLang="zh-CN"/>
              <a:t> vs. </a:t>
            </a:r>
            <a:r>
              <a:rPr lang="zh-CN" altLang="en-US"/>
              <a:t>数字量</a:t>
            </a:r>
            <a:endParaRPr lang="en-US" altLang="zh-CN"/>
          </a:p>
        </p:txBody>
      </p:sp>
      <p:sp>
        <p:nvSpPr>
          <p:cNvPr id="23554" name="Content Placeholder 3">
            <a:extLst>
              <a:ext uri="{FF2B5EF4-FFF2-40B4-BE49-F238E27FC236}">
                <a16:creationId xmlns:a16="http://schemas.microsoft.com/office/drawing/2014/main" id="{50A1A043-907D-9548-83C3-FD501C966E8C}"/>
              </a:ext>
            </a:extLst>
          </p:cNvPr>
          <p:cNvSpPr>
            <a:spLocks noGrp="1" noChangeArrowheads="1"/>
          </p:cNvSpPr>
          <p:nvPr>
            <p:ph sz="half" idx="4294967295"/>
          </p:nvPr>
        </p:nvSpPr>
        <p:spPr>
          <a:xfrm>
            <a:off x="922338" y="1377950"/>
            <a:ext cx="8221662" cy="3016250"/>
          </a:xfrm>
        </p:spPr>
        <p:txBody>
          <a:bodyPr/>
          <a:lstStyle/>
          <a:p>
            <a:pPr marL="0" indent="0"/>
            <a:r>
              <a:rPr lang="en-US" altLang="zh-CN"/>
              <a:t>.</a:t>
            </a:r>
            <a:r>
              <a:rPr lang="zh-CN" altLang="en-US" sz="2800" b="1"/>
              <a:t>模拟信号可以取满量程范围内的任何值。</a:t>
            </a:r>
            <a:endParaRPr lang="en-US" altLang="zh-CN" sz="2800"/>
          </a:p>
        </p:txBody>
      </p:sp>
      <p:grpSp>
        <p:nvGrpSpPr>
          <p:cNvPr id="23555" name="Group 13">
            <a:extLst>
              <a:ext uri="{FF2B5EF4-FFF2-40B4-BE49-F238E27FC236}">
                <a16:creationId xmlns:a16="http://schemas.microsoft.com/office/drawing/2014/main" id="{E89C3ECE-1C40-6A4D-BB5D-FE5F4262E21F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4221163"/>
            <a:ext cx="8077200" cy="1498600"/>
            <a:chOff x="124460" y="4394200"/>
            <a:chExt cx="8077200" cy="1498600"/>
          </a:xfrm>
        </p:grpSpPr>
        <p:pic>
          <p:nvPicPr>
            <p:cNvPr id="23556" name="Picture 8" descr="http://soulargrooves.com/new/wp-content/uploads/2012/11/analog-signal.gif">
              <a:extLst>
                <a:ext uri="{FF2B5EF4-FFF2-40B4-BE49-F238E27FC236}">
                  <a16:creationId xmlns:a16="http://schemas.microsoft.com/office/drawing/2014/main" id="{D9CAD033-9D22-9B4E-877F-7290193960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>
              <a:fillRect/>
            </a:stretch>
          </p:blipFill>
          <p:spPr bwMode="auto">
            <a:xfrm>
              <a:off x="815975" y="4394200"/>
              <a:ext cx="3200400" cy="1271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57" name="Picture 8" descr="http://soulargrooves.com/new/wp-content/uploads/2012/11/analog-signal.gif">
              <a:extLst>
                <a:ext uri="{FF2B5EF4-FFF2-40B4-BE49-F238E27FC236}">
                  <a16:creationId xmlns:a16="http://schemas.microsoft.com/office/drawing/2014/main" id="{3F85ABB5-09D8-9D44-B76E-9915F7A7B8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556" b="50000"/>
            <a:stretch>
              <a:fillRect/>
            </a:stretch>
          </p:blipFill>
          <p:spPr bwMode="auto">
            <a:xfrm>
              <a:off x="4895850" y="5398294"/>
              <a:ext cx="3200400" cy="494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C769B86-96DE-D149-A0AE-03A00275B90D}"/>
                </a:ext>
              </a:extLst>
            </p:cNvPr>
            <p:cNvCxnSpPr/>
            <p:nvPr/>
          </p:nvCxnSpPr>
          <p:spPr bwMode="auto">
            <a:xfrm flipV="1">
              <a:off x="5021898" y="4827587"/>
              <a:ext cx="795337" cy="492125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3559" name="Group 8">
              <a:extLst>
                <a:ext uri="{FF2B5EF4-FFF2-40B4-BE49-F238E27FC236}">
                  <a16:creationId xmlns:a16="http://schemas.microsoft.com/office/drawing/2014/main" id="{3B0B2004-1B08-BB47-94DE-2F32DFDF0D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635" y="4657517"/>
              <a:ext cx="657860" cy="338554"/>
              <a:chOff x="48260" y="4657517"/>
              <a:chExt cx="657860" cy="338554"/>
            </a:xfrm>
          </p:grpSpPr>
          <p:sp>
            <p:nvSpPr>
              <p:cNvPr id="23572" name="TextBox 12">
                <a:extLst>
                  <a:ext uri="{FF2B5EF4-FFF2-40B4-BE49-F238E27FC236}">
                    <a16:creationId xmlns:a16="http://schemas.microsoft.com/office/drawing/2014/main" id="{7643FCAB-4202-8140-827F-FC2932B6BE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260" y="4657517"/>
                <a:ext cx="52070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zh-CN" sz="1600">
                    <a:solidFill>
                      <a:schemeClr val="tx1"/>
                    </a:solidFill>
                  </a:rPr>
                  <a:t>5 V</a:t>
                </a: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1F025EDB-33B2-564D-AC96-0BF25A842E00}"/>
                  </a:ext>
                </a:extLst>
              </p:cNvPr>
              <p:cNvCxnSpPr>
                <a:stCxn id="23572" idx="3"/>
              </p:cNvCxnSpPr>
              <p:nvPr/>
            </p:nvCxnSpPr>
            <p:spPr bwMode="auto">
              <a:xfrm>
                <a:off x="568960" y="4827587"/>
                <a:ext cx="136525" cy="0"/>
              </a:xfrm>
              <a:prstGeom prst="lin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23560" name="Group 9">
              <a:extLst>
                <a:ext uri="{FF2B5EF4-FFF2-40B4-BE49-F238E27FC236}">
                  <a16:creationId xmlns:a16="http://schemas.microsoft.com/office/drawing/2014/main" id="{8F481FFF-F1CD-2444-BF54-09D31C797D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460" y="5152817"/>
              <a:ext cx="661035" cy="338554"/>
              <a:chOff x="63500" y="5152817"/>
              <a:chExt cx="661035" cy="338554"/>
            </a:xfrm>
          </p:grpSpPr>
          <p:sp>
            <p:nvSpPr>
              <p:cNvPr id="23570" name="TextBox 2">
                <a:extLst>
                  <a:ext uri="{FF2B5EF4-FFF2-40B4-BE49-F238E27FC236}">
                    <a16:creationId xmlns:a16="http://schemas.microsoft.com/office/drawing/2014/main" id="{8FAB6121-9867-3845-B18B-389541149D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500" y="5152817"/>
                <a:ext cx="52070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zh-CN" sz="1600">
                    <a:solidFill>
                      <a:schemeClr val="tx1"/>
                    </a:solidFill>
                  </a:rPr>
                  <a:t>0 V</a:t>
                </a: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FFC1B28C-9BFA-A044-9B4A-71A8170F5113}"/>
                  </a:ext>
                </a:extLst>
              </p:cNvPr>
              <p:cNvCxnSpPr>
                <a:stCxn id="23570" idx="3"/>
              </p:cNvCxnSpPr>
              <p:nvPr/>
            </p:nvCxnSpPr>
            <p:spPr bwMode="auto">
              <a:xfrm>
                <a:off x="584200" y="5322887"/>
                <a:ext cx="139700" cy="0"/>
              </a:xfrm>
              <a:prstGeom prst="lin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23561" name="Group 18">
              <a:extLst>
                <a:ext uri="{FF2B5EF4-FFF2-40B4-BE49-F238E27FC236}">
                  <a16:creationId xmlns:a16="http://schemas.microsoft.com/office/drawing/2014/main" id="{CE513EB4-3BF5-D04E-B21B-363A02B2A2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5775" y="4657517"/>
              <a:ext cx="657860" cy="338554"/>
              <a:chOff x="48260" y="4657517"/>
              <a:chExt cx="657860" cy="338554"/>
            </a:xfrm>
          </p:grpSpPr>
          <p:sp>
            <p:nvSpPr>
              <p:cNvPr id="23568" name="TextBox 19">
                <a:extLst>
                  <a:ext uri="{FF2B5EF4-FFF2-40B4-BE49-F238E27FC236}">
                    <a16:creationId xmlns:a16="http://schemas.microsoft.com/office/drawing/2014/main" id="{3B15083A-8176-7845-81A9-E2D172A944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260" y="4657517"/>
                <a:ext cx="52070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zh-CN" sz="1600">
                    <a:solidFill>
                      <a:schemeClr val="tx1"/>
                    </a:solidFill>
                  </a:rPr>
                  <a:t>5 V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90A83F2-03CA-1D4F-897D-35994F75A725}"/>
                  </a:ext>
                </a:extLst>
              </p:cNvPr>
              <p:cNvCxnSpPr>
                <a:stCxn id="23568" idx="3"/>
              </p:cNvCxnSpPr>
              <p:nvPr/>
            </p:nvCxnSpPr>
            <p:spPr bwMode="auto">
              <a:xfrm>
                <a:off x="569595" y="4827587"/>
                <a:ext cx="136525" cy="0"/>
              </a:xfrm>
              <a:prstGeom prst="lin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23562" name="Group 24">
              <a:extLst>
                <a:ext uri="{FF2B5EF4-FFF2-40B4-BE49-F238E27FC236}">
                  <a16:creationId xmlns:a16="http://schemas.microsoft.com/office/drawing/2014/main" id="{8D37797F-E74D-6F43-BD15-BF4F5BA2BC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2600" y="5152817"/>
              <a:ext cx="661035" cy="338554"/>
              <a:chOff x="63500" y="5152817"/>
              <a:chExt cx="661035" cy="338554"/>
            </a:xfrm>
          </p:grpSpPr>
          <p:sp>
            <p:nvSpPr>
              <p:cNvPr id="23566" name="TextBox 25">
                <a:extLst>
                  <a:ext uri="{FF2B5EF4-FFF2-40B4-BE49-F238E27FC236}">
                    <a16:creationId xmlns:a16="http://schemas.microsoft.com/office/drawing/2014/main" id="{CA16198E-A4C0-4847-B0B0-A65E414EAF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500" y="5152817"/>
                <a:ext cx="52070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zh-CN" sz="1600">
                    <a:solidFill>
                      <a:schemeClr val="tx1"/>
                    </a:solidFill>
                  </a:rPr>
                  <a:t>0 V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883217A-2364-AB4E-B36F-5B7E9FC3BF8E}"/>
                  </a:ext>
                </a:extLst>
              </p:cNvPr>
              <p:cNvCxnSpPr>
                <a:stCxn id="23566" idx="3"/>
              </p:cNvCxnSpPr>
              <p:nvPr/>
            </p:nvCxnSpPr>
            <p:spPr bwMode="auto">
              <a:xfrm>
                <a:off x="584835" y="5322887"/>
                <a:ext cx="139700" cy="0"/>
              </a:xfrm>
              <a:prstGeom prst="line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D3F83B1-691B-674E-A385-2E8DED950E3B}"/>
                </a:ext>
              </a:extLst>
            </p:cNvPr>
            <p:cNvCxnSpPr/>
            <p:nvPr/>
          </p:nvCxnSpPr>
          <p:spPr bwMode="auto">
            <a:xfrm>
              <a:off x="5817235" y="4826000"/>
              <a:ext cx="793750" cy="493712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6F4E23E-1887-E046-90EB-9E22896956A3}"/>
                </a:ext>
              </a:extLst>
            </p:cNvPr>
            <p:cNvCxnSpPr/>
            <p:nvPr/>
          </p:nvCxnSpPr>
          <p:spPr bwMode="auto">
            <a:xfrm flipV="1">
              <a:off x="6610985" y="4827587"/>
              <a:ext cx="795338" cy="492125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821BFD7-7F96-F24D-86CA-2FA2B8DDA2C8}"/>
                </a:ext>
              </a:extLst>
            </p:cNvPr>
            <p:cNvCxnSpPr/>
            <p:nvPr/>
          </p:nvCxnSpPr>
          <p:spPr bwMode="auto">
            <a:xfrm>
              <a:off x="7406323" y="4826000"/>
              <a:ext cx="795337" cy="493712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DDF2E98A-A7F5-204A-B331-275909AFBD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下载</a:t>
            </a:r>
            <a:r>
              <a:rPr lang="en-US" altLang="zh-CN"/>
              <a:t>Arduino</a:t>
            </a:r>
            <a:r>
              <a:rPr lang="zh-CN" altLang="en-US"/>
              <a:t>的</a:t>
            </a:r>
            <a:r>
              <a:rPr lang="en-US" altLang="zh-CN"/>
              <a:t>IDE</a:t>
            </a:r>
            <a:endParaRPr lang="zh-CN" altLang="en-US"/>
          </a:p>
        </p:txBody>
      </p:sp>
      <p:pic>
        <p:nvPicPr>
          <p:cNvPr id="24579" name="Picture 2">
            <a:extLst>
              <a:ext uri="{FF2B5EF4-FFF2-40B4-BE49-F238E27FC236}">
                <a16:creationId xmlns:a16="http://schemas.microsoft.com/office/drawing/2014/main" id="{70E4D3D0-830B-B246-8E25-FF222416F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72"/>
          <a:stretch>
            <a:fillRect/>
          </a:stretch>
        </p:blipFill>
        <p:spPr bwMode="auto">
          <a:xfrm>
            <a:off x="573088" y="2171700"/>
            <a:ext cx="7921625" cy="426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b="427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4580" name="Picture 3">
            <a:extLst>
              <a:ext uri="{FF2B5EF4-FFF2-40B4-BE49-F238E27FC236}">
                <a16:creationId xmlns:a16="http://schemas.microsoft.com/office/drawing/2014/main" id="{D9455C55-D6EB-BA40-8315-4D9FCDDD1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1620838"/>
            <a:ext cx="8205787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581" name="内容占位符 2">
            <a:extLst>
              <a:ext uri="{FF2B5EF4-FFF2-40B4-BE49-F238E27FC236}">
                <a16:creationId xmlns:a16="http://schemas.microsoft.com/office/drawing/2014/main" id="{E6E416D8-3498-3840-9AF2-A3D06EE18E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6425" cy="5256212"/>
          </a:xfrm>
        </p:spPr>
        <p:txBody>
          <a:bodyPr/>
          <a:lstStyle/>
          <a:p>
            <a:r>
              <a:rPr lang="en-US" altLang="zh-CN"/>
              <a:t>http://www.arduino.cc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9A39F42E-899F-F746-813B-AC1CF021F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04813"/>
            <a:ext cx="6934200" cy="234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zh-CN" b="1">
                <a:solidFill>
                  <a:srgbClr val="C00000"/>
                </a:solidFill>
              </a:rPr>
              <a:t>解压</a:t>
            </a:r>
            <a:r>
              <a:rPr lang="en-US" altLang="zh-CN" b="1">
                <a:solidFill>
                  <a:srgbClr val="C00000"/>
                </a:solidFill>
              </a:rPr>
              <a:t>IDE</a:t>
            </a:r>
            <a:r>
              <a:rPr lang="zh-CN" altLang="zh-CN" b="1">
                <a:solidFill>
                  <a:srgbClr val="C00000"/>
                </a:solidFill>
              </a:rPr>
              <a:t>的压缩包</a:t>
            </a:r>
          </a:p>
          <a:p>
            <a:pPr>
              <a:buClrTx/>
              <a:buFontTx/>
              <a:buNone/>
            </a:pPr>
            <a:endParaRPr lang="en-US" altLang="zh-CN" b="1">
              <a:solidFill>
                <a:srgbClr val="C00000"/>
              </a:solidFill>
            </a:endParaRPr>
          </a:p>
          <a:p>
            <a:pPr>
              <a:buClrTx/>
              <a:buFontTx/>
              <a:buNone/>
            </a:pPr>
            <a:r>
              <a:rPr lang="zh-CN" altLang="zh-CN" b="1">
                <a:solidFill>
                  <a:srgbClr val="C00000"/>
                </a:solidFill>
              </a:rPr>
              <a:t>得到</a:t>
            </a:r>
          </a:p>
          <a:p>
            <a:pPr>
              <a:buClrTx/>
              <a:buFontTx/>
              <a:buNone/>
            </a:pPr>
            <a:endParaRPr lang="zh-CN" altLang="zh-CN" b="1">
              <a:solidFill>
                <a:srgbClr val="C00000"/>
              </a:solidFill>
            </a:endParaRPr>
          </a:p>
        </p:txBody>
      </p:sp>
      <p:pic>
        <p:nvPicPr>
          <p:cNvPr id="26627" name="Picture 2">
            <a:extLst>
              <a:ext uri="{FF2B5EF4-FFF2-40B4-BE49-F238E27FC236}">
                <a16:creationId xmlns:a16="http://schemas.microsoft.com/office/drawing/2014/main" id="{F738C947-5675-D847-A0E3-857000A37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992188"/>
            <a:ext cx="87122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6628" name="Picture 3">
            <a:extLst>
              <a:ext uri="{FF2B5EF4-FFF2-40B4-BE49-F238E27FC236}">
                <a16:creationId xmlns:a16="http://schemas.microsoft.com/office/drawing/2014/main" id="{47BA341F-16A2-5040-A0F9-CE38C008A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663" y="2276475"/>
            <a:ext cx="5962650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内容占位符 2">
            <a:extLst>
              <a:ext uri="{FF2B5EF4-FFF2-40B4-BE49-F238E27FC236}">
                <a16:creationId xmlns:a16="http://schemas.microsoft.com/office/drawing/2014/main" id="{D9B4C4E6-331B-8649-A24E-E41ABBFE42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6425" cy="5256212"/>
          </a:xfrm>
        </p:spPr>
        <p:txBody>
          <a:bodyPr/>
          <a:lstStyle/>
          <a:p>
            <a:r>
              <a:rPr lang="en-US" altLang="zh-CN"/>
              <a:t>Windows</a:t>
            </a:r>
            <a:r>
              <a:rPr lang="zh-CN" altLang="zh-CN"/>
              <a:t>安装驱动：用</a:t>
            </a:r>
            <a:r>
              <a:rPr lang="en-US" altLang="zh-CN"/>
              <a:t>Windows</a:t>
            </a:r>
            <a:r>
              <a:rPr lang="zh-CN" altLang="zh-CN"/>
              <a:t>的“设备管理器”更新驱动（驱动在解压包的</a:t>
            </a:r>
            <a:r>
              <a:rPr lang="en-US" altLang="zh-CN"/>
              <a:t>drivers</a:t>
            </a:r>
            <a:r>
              <a:rPr lang="zh-CN" altLang="zh-CN"/>
              <a:t>目录内）</a:t>
            </a:r>
          </a:p>
        </p:txBody>
      </p:sp>
      <p:sp>
        <p:nvSpPr>
          <p:cNvPr id="28675" name="标题 1">
            <a:extLst>
              <a:ext uri="{FF2B5EF4-FFF2-40B4-BE49-F238E27FC236}">
                <a16:creationId xmlns:a16="http://schemas.microsoft.com/office/drawing/2014/main" id="{3C445981-1525-D44B-9AF8-564B21BF63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解压</a:t>
            </a:r>
            <a:r>
              <a:rPr lang="en-US" altLang="zh-CN"/>
              <a:t>IDE</a:t>
            </a:r>
            <a:r>
              <a:rPr lang="zh-CN" altLang="en-US"/>
              <a:t>的压缩包</a:t>
            </a:r>
          </a:p>
        </p:txBody>
      </p:sp>
      <p:pic>
        <p:nvPicPr>
          <p:cNvPr id="28676" name="Picture 2">
            <a:extLst>
              <a:ext uri="{FF2B5EF4-FFF2-40B4-BE49-F238E27FC236}">
                <a16:creationId xmlns:a16="http://schemas.microsoft.com/office/drawing/2014/main" id="{414A91DC-8271-7B44-B2C1-EDA66AC7B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538" y="2471738"/>
            <a:ext cx="5457825" cy="406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8677" name="组合 6">
            <a:extLst>
              <a:ext uri="{FF2B5EF4-FFF2-40B4-BE49-F238E27FC236}">
                <a16:creationId xmlns:a16="http://schemas.microsoft.com/office/drawing/2014/main" id="{E567A898-9E38-894E-9B35-9E3CCC7A64A8}"/>
              </a:ext>
            </a:extLst>
          </p:cNvPr>
          <p:cNvGrpSpPr>
            <a:grpSpLocks/>
          </p:cNvGrpSpPr>
          <p:nvPr/>
        </p:nvGrpSpPr>
        <p:grpSpPr bwMode="auto">
          <a:xfrm>
            <a:off x="552450" y="3752850"/>
            <a:ext cx="2079625" cy="2362200"/>
            <a:chOff x="539750" y="2348880"/>
            <a:chExt cx="2079625" cy="2362200"/>
          </a:xfrm>
        </p:grpSpPr>
        <p:pic>
          <p:nvPicPr>
            <p:cNvPr id="28679" name="Picture 3">
              <a:extLst>
                <a:ext uri="{FF2B5EF4-FFF2-40B4-BE49-F238E27FC236}">
                  <a16:creationId xmlns:a16="http://schemas.microsoft.com/office/drawing/2014/main" id="{208F9B72-C46A-B14A-B69E-D772393DFF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595"/>
            <a:stretch>
              <a:fillRect/>
            </a:stretch>
          </p:blipFill>
          <p:spPr bwMode="auto">
            <a:xfrm>
              <a:off x="715963" y="2348880"/>
              <a:ext cx="1868487" cy="2362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r="67595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8680" name="AutoShape 4">
              <a:extLst>
                <a:ext uri="{FF2B5EF4-FFF2-40B4-BE49-F238E27FC236}">
                  <a16:creationId xmlns:a16="http://schemas.microsoft.com/office/drawing/2014/main" id="{348DDA30-709C-DB49-AA07-43486B3C3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3933825"/>
              <a:ext cx="2079625" cy="431800"/>
            </a:xfrm>
            <a:prstGeom prst="roundRect">
              <a:avLst>
                <a:gd name="adj" fmla="val 16667"/>
              </a:avLst>
            </a:prstGeom>
            <a:noFill/>
            <a:ln w="25560" cap="sq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zh-CN" altLang="en-US"/>
            </a:p>
          </p:txBody>
        </p:sp>
      </p:grpSp>
      <p:sp>
        <p:nvSpPr>
          <p:cNvPr id="28678" name="矩形 5">
            <a:extLst>
              <a:ext uri="{FF2B5EF4-FFF2-40B4-BE49-F238E27FC236}">
                <a16:creationId xmlns:a16="http://schemas.microsoft.com/office/drawing/2014/main" id="{8288E1F9-884D-6549-BA70-042E9F163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2038350"/>
            <a:ext cx="7200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zh-CN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在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MAC OS</a:t>
            </a:r>
            <a:r>
              <a:rPr lang="zh-CN" altLang="zh-CN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和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Linux</a:t>
            </a:r>
            <a:r>
              <a:rPr lang="zh-CN" altLang="zh-CN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系统下无需驱动程序，直接插上即可使用。</a:t>
            </a:r>
            <a:endParaRPr lang="zh-CN" altLang="en-US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A84CCCE8-8079-384E-BE6A-FD70E41B1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04813"/>
            <a:ext cx="6934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zh-CN" b="1">
                <a:solidFill>
                  <a:srgbClr val="C00000"/>
                </a:solidFill>
              </a:rPr>
              <a:t>运行</a:t>
            </a:r>
            <a:r>
              <a:rPr lang="en-US" altLang="zh-CN" b="1">
                <a:solidFill>
                  <a:srgbClr val="C00000"/>
                </a:solidFill>
              </a:rPr>
              <a:t>IDE</a:t>
            </a:r>
          </a:p>
        </p:txBody>
      </p:sp>
      <p:pic>
        <p:nvPicPr>
          <p:cNvPr id="30723" name="Picture 2">
            <a:extLst>
              <a:ext uri="{FF2B5EF4-FFF2-40B4-BE49-F238E27FC236}">
                <a16:creationId xmlns:a16="http://schemas.microsoft.com/office/drawing/2014/main" id="{2337AAD6-675A-A848-BD63-511D0BC47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700213"/>
            <a:ext cx="5781675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74C86FDC-60E9-124F-8974-AA1308E536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en-US" altLang="zh-CN"/>
              <a:t>Arduin</a:t>
            </a:r>
            <a:r>
              <a:rPr lang="zh-CN" altLang="en-US"/>
              <a:t>的</a:t>
            </a:r>
            <a:r>
              <a:rPr lang="en-US" altLang="zh-CN"/>
              <a:t>IDE</a:t>
            </a:r>
            <a:endParaRPr lang="zh-CN" altLang="en-US"/>
          </a:p>
        </p:txBody>
      </p:sp>
      <p:pic>
        <p:nvPicPr>
          <p:cNvPr id="32771" name="Picture 2">
            <a:extLst>
              <a:ext uri="{FF2B5EF4-FFF2-40B4-BE49-F238E27FC236}">
                <a16:creationId xmlns:a16="http://schemas.microsoft.com/office/drawing/2014/main" id="{1EE97F50-111A-C345-AAF8-4A070ED1C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052513"/>
            <a:ext cx="47625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A3F05383-9591-1E4C-8365-6A342FA9F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设置：开发板</a:t>
            </a:r>
            <a:r>
              <a:rPr lang="en-US" altLang="zh-CN"/>
              <a:t>Mega 2560</a:t>
            </a:r>
            <a:endParaRPr lang="zh-CN" altLang="en-US"/>
          </a:p>
        </p:txBody>
      </p:sp>
      <p:pic>
        <p:nvPicPr>
          <p:cNvPr id="34819" name="Picture 2">
            <a:extLst>
              <a:ext uri="{FF2B5EF4-FFF2-40B4-BE49-F238E27FC236}">
                <a16:creationId xmlns:a16="http://schemas.microsoft.com/office/drawing/2014/main" id="{960B873B-CDCF-D743-B442-10ABAECA2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6" t="25200" r="31094" b="37703"/>
          <a:stretch>
            <a:fillRect/>
          </a:stretch>
        </p:blipFill>
        <p:spPr bwMode="auto">
          <a:xfrm>
            <a:off x="530225" y="1773238"/>
            <a:ext cx="8064500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24806" t="25200" r="31094" b="37703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3591AEF-3B26-254B-A2A1-06AF8209C67B}"/>
              </a:ext>
            </a:extLst>
          </p:cNvPr>
          <p:cNvSpPr/>
          <p:nvPr/>
        </p:nvSpPr>
        <p:spPr>
          <a:xfrm>
            <a:off x="3851920" y="4293096"/>
            <a:ext cx="1008112" cy="504056"/>
          </a:xfrm>
          <a:prstGeom prst="ellipse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endParaRPr lang="en-CN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7CA532-0808-894B-A236-CF3E54198C48}"/>
              </a:ext>
            </a:extLst>
          </p:cNvPr>
          <p:cNvGrpSpPr/>
          <p:nvPr/>
        </p:nvGrpSpPr>
        <p:grpSpPr>
          <a:xfrm>
            <a:off x="6922732" y="661194"/>
            <a:ext cx="1671993" cy="1080120"/>
            <a:chOff x="1403648" y="3619914"/>
            <a:chExt cx="4241948" cy="2776414"/>
          </a:xfrm>
        </p:grpSpPr>
        <p:pic>
          <p:nvPicPr>
            <p:cNvPr id="1026" name="Picture 2" descr="A tour of the Arduino UNO board">
              <a:extLst>
                <a:ext uri="{FF2B5EF4-FFF2-40B4-BE49-F238E27FC236}">
                  <a16:creationId xmlns:a16="http://schemas.microsoft.com/office/drawing/2014/main" id="{2479F5A8-228B-1C4D-88EB-05F51BA957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619914"/>
              <a:ext cx="4241948" cy="2776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D30DFEC-8AF7-0A45-A946-D951A64AB379}"/>
                </a:ext>
              </a:extLst>
            </p:cNvPr>
            <p:cNvSpPr/>
            <p:nvPr/>
          </p:nvSpPr>
          <p:spPr>
            <a:xfrm>
              <a:off x="3995936" y="4291027"/>
              <a:ext cx="720080" cy="504056"/>
            </a:xfrm>
            <a:prstGeom prst="ellipse">
              <a:avLst/>
            </a:prstGeom>
            <a:ln w="57150">
              <a:solidFill>
                <a:srgbClr val="FF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7A98A1F-5B9D-C849-A29A-5E53EE205AF9}"/>
              </a:ext>
            </a:extLst>
          </p:cNvPr>
          <p:cNvCxnSpPr>
            <a:stCxn id="3" idx="4"/>
          </p:cNvCxnSpPr>
          <p:nvPr/>
        </p:nvCxnSpPr>
        <p:spPr bwMode="auto">
          <a:xfrm flipH="1">
            <a:off x="7308304" y="1118375"/>
            <a:ext cx="778108" cy="3102713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9DEA72C-64D0-D741-9F20-367E16E562DF}"/>
              </a:ext>
            </a:extLst>
          </p:cNvPr>
          <p:cNvSpPr/>
          <p:nvPr/>
        </p:nvSpPr>
        <p:spPr>
          <a:xfrm>
            <a:off x="5971899" y="4216179"/>
            <a:ext cx="1656184" cy="216024"/>
          </a:xfrm>
          <a:prstGeom prst="roundRect">
            <a:avLst/>
          </a:prstGeom>
          <a:ln>
            <a:solidFill>
              <a:srgbClr val="C0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CN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88712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:a16="http://schemas.microsoft.com/office/drawing/2014/main" id="{E335DFB7-1913-D343-9069-4938B90EA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设置端口：选自己机器上的端口号</a:t>
            </a:r>
          </a:p>
        </p:txBody>
      </p:sp>
      <p:pic>
        <p:nvPicPr>
          <p:cNvPr id="36867" name="Picture 2">
            <a:extLst>
              <a:ext uri="{FF2B5EF4-FFF2-40B4-BE49-F238E27FC236}">
                <a16:creationId xmlns:a16="http://schemas.microsoft.com/office/drawing/2014/main" id="{807B8D89-E778-8C40-85FF-D0D97EF5D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01" t="11768" r="35825" b="31100"/>
          <a:stretch>
            <a:fillRect/>
          </a:stretch>
        </p:blipFill>
        <p:spPr bwMode="auto">
          <a:xfrm>
            <a:off x="827088" y="1165225"/>
            <a:ext cx="8089900" cy="569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8501" t="11768" r="35825" b="3110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6868" name="矩形 3">
            <a:extLst>
              <a:ext uri="{FF2B5EF4-FFF2-40B4-BE49-F238E27FC236}">
                <a16:creationId xmlns:a16="http://schemas.microsoft.com/office/drawing/2014/main" id="{ABB74A0A-FA9D-EA42-9BA2-2A5D27C50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4149725"/>
            <a:ext cx="2016125" cy="70802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同机器上端口号不同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BED34765-EBB8-B24F-B423-11223F566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04813"/>
            <a:ext cx="6934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en-US" altLang="zh-CN" b="1">
                <a:solidFill>
                  <a:srgbClr val="C00000"/>
                </a:solidFill>
              </a:rPr>
              <a:t>Arduino</a:t>
            </a:r>
            <a:r>
              <a:rPr lang="zh-CN" altLang="zh-CN" b="1">
                <a:solidFill>
                  <a:srgbClr val="C00000"/>
                </a:solidFill>
              </a:rPr>
              <a:t>的</a:t>
            </a:r>
            <a:r>
              <a:rPr lang="en-US" altLang="zh-CN" b="1">
                <a:solidFill>
                  <a:srgbClr val="C00000"/>
                </a:solidFill>
              </a:rPr>
              <a:t>IDE</a:t>
            </a:r>
          </a:p>
        </p:txBody>
      </p:sp>
      <p:pic>
        <p:nvPicPr>
          <p:cNvPr id="38915" name="Picture 2">
            <a:extLst>
              <a:ext uri="{FF2B5EF4-FFF2-40B4-BE49-F238E27FC236}">
                <a16:creationId xmlns:a16="http://schemas.microsoft.com/office/drawing/2014/main" id="{A15DC7CD-91CE-A142-8D51-DD2022195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1169988"/>
            <a:ext cx="47625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8916" name="AutoShape 3">
            <a:extLst>
              <a:ext uri="{FF2B5EF4-FFF2-40B4-BE49-F238E27FC236}">
                <a16:creationId xmlns:a16="http://schemas.microsoft.com/office/drawing/2014/main" id="{F210AB6E-5EA7-034D-BB7F-484B8B52B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773238"/>
            <a:ext cx="1655763" cy="503237"/>
          </a:xfrm>
          <a:prstGeom prst="wedgeRoundRectCallout">
            <a:avLst>
              <a:gd name="adj1" fmla="val 74838"/>
              <a:gd name="adj2" fmla="val -37060"/>
              <a:gd name="adj3" fmla="val 16667"/>
            </a:avLst>
          </a:prstGeom>
          <a:solidFill>
            <a:srgbClr val="FF9900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1000"/>
              </a:spcBef>
              <a:buClrTx/>
              <a:buFontTx/>
              <a:buNone/>
            </a:pPr>
            <a:r>
              <a:rPr lang="zh-CN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验证（编译）</a:t>
            </a:r>
          </a:p>
        </p:txBody>
      </p:sp>
      <p:sp>
        <p:nvSpPr>
          <p:cNvPr id="38917" name="AutoShape 4">
            <a:extLst>
              <a:ext uri="{FF2B5EF4-FFF2-40B4-BE49-F238E27FC236}">
                <a16:creationId xmlns:a16="http://schemas.microsoft.com/office/drawing/2014/main" id="{F4E82FA7-9B88-6240-8285-679A707E0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525" y="904875"/>
            <a:ext cx="792163" cy="503238"/>
          </a:xfrm>
          <a:prstGeom prst="wedgeRoundRectCallout">
            <a:avLst>
              <a:gd name="adj1" fmla="val 128602"/>
              <a:gd name="adj2" fmla="val 100741"/>
              <a:gd name="adj3" fmla="val 16667"/>
            </a:avLst>
          </a:prstGeom>
          <a:solidFill>
            <a:srgbClr val="FF9900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1000"/>
              </a:spcBef>
              <a:buClrTx/>
              <a:buFontTx/>
              <a:buNone/>
            </a:pPr>
            <a:r>
              <a:rPr lang="zh-CN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上传</a:t>
            </a:r>
          </a:p>
        </p:txBody>
      </p:sp>
      <p:sp>
        <p:nvSpPr>
          <p:cNvPr id="38918" name="AutoShape 5">
            <a:extLst>
              <a:ext uri="{FF2B5EF4-FFF2-40B4-BE49-F238E27FC236}">
                <a16:creationId xmlns:a16="http://schemas.microsoft.com/office/drawing/2014/main" id="{C9506961-666C-6F4E-8BB7-A46234B8C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725" y="882650"/>
            <a:ext cx="792163" cy="503238"/>
          </a:xfrm>
          <a:prstGeom prst="wedgeRoundRectCallout">
            <a:avLst>
              <a:gd name="adj1" fmla="val 37579"/>
              <a:gd name="adj2" fmla="val 109463"/>
              <a:gd name="adj3" fmla="val 16667"/>
            </a:avLst>
          </a:prstGeom>
          <a:solidFill>
            <a:srgbClr val="FF9900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1000"/>
              </a:spcBef>
              <a:buClrTx/>
              <a:buFontTx/>
              <a:buNone/>
            </a:pPr>
            <a:r>
              <a:rPr lang="zh-CN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新建</a:t>
            </a:r>
          </a:p>
        </p:txBody>
      </p:sp>
      <p:sp>
        <p:nvSpPr>
          <p:cNvPr id="38919" name="AutoShape 6">
            <a:extLst>
              <a:ext uri="{FF2B5EF4-FFF2-40B4-BE49-F238E27FC236}">
                <a16:creationId xmlns:a16="http://schemas.microsoft.com/office/drawing/2014/main" id="{90CB6471-04AC-D44E-84CA-EADCCC6F6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0738" y="876300"/>
            <a:ext cx="792162" cy="504825"/>
          </a:xfrm>
          <a:prstGeom prst="wedgeRoundRectCallout">
            <a:avLst>
              <a:gd name="adj1" fmla="val -51222"/>
              <a:gd name="adj2" fmla="val 116440"/>
              <a:gd name="adj3" fmla="val 16667"/>
            </a:avLst>
          </a:prstGeom>
          <a:solidFill>
            <a:srgbClr val="FF9900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1000"/>
              </a:spcBef>
              <a:buClrTx/>
              <a:buFontTx/>
              <a:buNone/>
            </a:pPr>
            <a:r>
              <a:rPr lang="zh-CN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打开</a:t>
            </a:r>
          </a:p>
        </p:txBody>
      </p:sp>
      <p:sp>
        <p:nvSpPr>
          <p:cNvPr id="38920" name="AutoShape 7">
            <a:extLst>
              <a:ext uri="{FF2B5EF4-FFF2-40B4-BE49-F238E27FC236}">
                <a16:creationId xmlns:a16="http://schemas.microsoft.com/office/drawing/2014/main" id="{87783D5F-7620-E047-B7C5-712F3831D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8163" y="865188"/>
            <a:ext cx="792162" cy="504825"/>
          </a:xfrm>
          <a:prstGeom prst="wedgeRoundRectCallout">
            <a:avLst>
              <a:gd name="adj1" fmla="val -134472"/>
              <a:gd name="adj2" fmla="val 128648"/>
              <a:gd name="adj3" fmla="val 16667"/>
            </a:avLst>
          </a:prstGeom>
          <a:solidFill>
            <a:srgbClr val="FF9900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1000"/>
              </a:spcBef>
              <a:buClrTx/>
              <a:buFontTx/>
              <a:buNone/>
            </a:pPr>
            <a:r>
              <a:rPr lang="zh-CN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保存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>
            <a:extLst>
              <a:ext uri="{FF2B5EF4-FFF2-40B4-BE49-F238E27FC236}">
                <a16:creationId xmlns:a16="http://schemas.microsoft.com/office/drawing/2014/main" id="{CBAB32DF-646E-6A42-B49C-4B0FC5422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04813"/>
            <a:ext cx="6934200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zh-CN" b="1">
                <a:solidFill>
                  <a:srgbClr val="C00000"/>
                </a:solidFill>
              </a:rPr>
              <a:t>程序结构</a:t>
            </a:r>
          </a:p>
        </p:txBody>
      </p:sp>
      <p:pic>
        <p:nvPicPr>
          <p:cNvPr id="40963" name="Picture 2">
            <a:extLst>
              <a:ext uri="{FF2B5EF4-FFF2-40B4-BE49-F238E27FC236}">
                <a16:creationId xmlns:a16="http://schemas.microsoft.com/office/drawing/2014/main" id="{35E81B6F-F9E6-2F44-A71C-22D70E9EC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43000"/>
            <a:ext cx="47625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64" name="Content Placeholder 6">
            <a:extLst>
              <a:ext uri="{FF2B5EF4-FFF2-40B4-BE49-F238E27FC236}">
                <a16:creationId xmlns:a16="http://schemas.microsoft.com/office/drawing/2014/main" id="{C6E1D3BA-6133-744B-80F1-D97AB6D56180}"/>
              </a:ext>
            </a:extLst>
          </p:cNvPr>
          <p:cNvSpPr txBox="1">
            <a:spLocks/>
          </p:cNvSpPr>
          <p:nvPr/>
        </p:nvSpPr>
        <p:spPr bwMode="auto">
          <a:xfrm>
            <a:off x="5867400" y="1196975"/>
            <a:ext cx="3025775" cy="533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400"/>
              <a:t>完成两个函数</a:t>
            </a:r>
            <a:r>
              <a:rPr lang="en-US" altLang="zh-CN" sz="2400"/>
              <a:t>:</a:t>
            </a:r>
          </a:p>
          <a:p>
            <a:endParaRPr lang="en-US" altLang="zh-CN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zh-CN" sz="22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setup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runs once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zh-CN" sz="22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zh-CN" sz="22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</a:t>
            </a: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repeats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">
            <a:extLst>
              <a:ext uri="{FF2B5EF4-FFF2-40B4-BE49-F238E27FC236}">
                <a16:creationId xmlns:a16="http://schemas.microsoft.com/office/drawing/2014/main" id="{462C4A65-8B18-E14E-8D8F-8C75533EB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04813"/>
            <a:ext cx="8353425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zh-CN" b="1">
                <a:solidFill>
                  <a:srgbClr val="C00000"/>
                </a:solidFill>
              </a:rPr>
              <a:t>第</a:t>
            </a:r>
            <a:r>
              <a:rPr lang="en-US" altLang="zh-CN" b="1">
                <a:solidFill>
                  <a:srgbClr val="C00000"/>
                </a:solidFill>
              </a:rPr>
              <a:t>1</a:t>
            </a:r>
            <a:r>
              <a:rPr lang="zh-CN" altLang="zh-CN" b="1">
                <a:solidFill>
                  <a:srgbClr val="C00000"/>
                </a:solidFill>
              </a:rPr>
              <a:t>个程序</a:t>
            </a:r>
            <a:r>
              <a:rPr lang="en-US" altLang="zh-CN" b="1">
                <a:solidFill>
                  <a:srgbClr val="C00000"/>
                </a:solidFill>
              </a:rPr>
              <a:t>-</a:t>
            </a:r>
            <a:r>
              <a:rPr lang="zh-CN" altLang="zh-CN" b="1">
                <a:solidFill>
                  <a:srgbClr val="C00000"/>
                </a:solidFill>
              </a:rPr>
              <a:t>编译通过之后可以上传到开发板上</a:t>
            </a:r>
          </a:p>
        </p:txBody>
      </p:sp>
      <p:pic>
        <p:nvPicPr>
          <p:cNvPr id="43011" name="Picture 2">
            <a:extLst>
              <a:ext uri="{FF2B5EF4-FFF2-40B4-BE49-F238E27FC236}">
                <a16:creationId xmlns:a16="http://schemas.microsoft.com/office/drawing/2014/main" id="{06F60553-F1B4-544E-BE25-F9C2C259B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052513"/>
            <a:ext cx="47625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3012" name="文本框 1">
            <a:extLst>
              <a:ext uri="{FF2B5EF4-FFF2-40B4-BE49-F238E27FC236}">
                <a16:creationId xmlns:a16="http://schemas.microsoft.com/office/drawing/2014/main" id="{85D12E33-C020-0F47-80D1-7CABBED7F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628775"/>
            <a:ext cx="3240088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定义变量</a:t>
            </a:r>
            <a:endParaRPr kumimoji="1"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int </a:t>
            </a:r>
          </a:p>
          <a:p>
            <a:pPr eaLnBrk="1" hangingPunct="1">
              <a:lnSpc>
                <a:spcPct val="120000"/>
              </a:lnSpc>
            </a:pPr>
            <a:endParaRPr kumimoji="1"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设置引脚输入</a:t>
            </a:r>
            <a:r>
              <a:rPr kumimoji="1"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/</a:t>
            </a:r>
            <a:r>
              <a:rPr kumimoji="1"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输出</a:t>
            </a:r>
            <a:endParaRPr kumimoji="1"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pinMode</a:t>
            </a:r>
          </a:p>
          <a:p>
            <a:pPr eaLnBrk="1" hangingPunct="1">
              <a:lnSpc>
                <a:spcPct val="120000"/>
              </a:lnSpc>
            </a:pPr>
            <a:endParaRPr kumimoji="1"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往引脚上写信号</a:t>
            </a:r>
            <a:endParaRPr kumimoji="1"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digitalWrite</a:t>
            </a:r>
            <a:endParaRPr kumimoji="1" lang="zh-CN" altLang="en-US" sz="2800" b="1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">
            <a:extLst>
              <a:ext uri="{FF2B5EF4-FFF2-40B4-BE49-F238E27FC236}">
                <a16:creationId xmlns:a16="http://schemas.microsoft.com/office/drawing/2014/main" id="{BA405C3C-F853-B94F-B30C-795779766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04813"/>
            <a:ext cx="6934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zh-CN" b="1">
                <a:solidFill>
                  <a:srgbClr val="C00000"/>
                </a:solidFill>
              </a:rPr>
              <a:t>面包板上电路连接</a:t>
            </a:r>
          </a:p>
        </p:txBody>
      </p:sp>
      <p:pic>
        <p:nvPicPr>
          <p:cNvPr id="45059" name="Picture 2">
            <a:extLst>
              <a:ext uri="{FF2B5EF4-FFF2-40B4-BE49-F238E27FC236}">
                <a16:creationId xmlns:a16="http://schemas.microsoft.com/office/drawing/2014/main" id="{102158E6-30B6-9D4C-9793-C3A575217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908050"/>
            <a:ext cx="4611687" cy="589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2F02EFA6-91D4-B64A-96D2-43F734B57A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编程：注释</a:t>
            </a:r>
            <a:endParaRPr lang="en-US" altLang="zh-CN"/>
          </a:p>
        </p:txBody>
      </p:sp>
      <p:sp>
        <p:nvSpPr>
          <p:cNvPr id="47106" name="Content Placeholder 4">
            <a:extLst>
              <a:ext uri="{FF2B5EF4-FFF2-40B4-BE49-F238E27FC236}">
                <a16:creationId xmlns:a16="http://schemas.microsoft.com/office/drawing/2014/main" id="{A73E7DC0-9E9C-0C44-8395-AB8E691E70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0813" cy="4113213"/>
          </a:xfrm>
        </p:spPr>
        <p:txBody>
          <a:bodyPr/>
          <a:lstStyle/>
          <a:p>
            <a:r>
              <a:rPr lang="zh-CN" altLang="en-US" sz="2400"/>
              <a:t>注释语句，对必要的文件、函数语句进行解释。</a:t>
            </a:r>
            <a:endParaRPr lang="en-US" altLang="en-CN" sz="2400"/>
          </a:p>
          <a:p>
            <a:endParaRPr lang="en-US" altLang="en-CN"/>
          </a:p>
          <a:p>
            <a:pPr>
              <a:buFont typeface="Arial" panose="020B0604020202020204" pitchFamily="34" charset="0"/>
              <a:buNone/>
            </a:pPr>
            <a:r>
              <a:rPr lang="en-US" altLang="zh-CN" sz="1200" b="1">
                <a:solidFill>
                  <a:srgbClr val="7F7F7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this is for single line comments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1200" b="1">
                <a:solidFill>
                  <a:srgbClr val="7F7F7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it’s good to put a description at the top and before anything ‘tricky’</a:t>
            </a:r>
          </a:p>
          <a:p>
            <a:pPr>
              <a:buFont typeface="Arial" panose="020B0604020202020204" pitchFamily="34" charset="0"/>
              <a:buNone/>
            </a:pPr>
            <a:endParaRPr lang="en-US" altLang="en-CN" sz="1200" b="1">
              <a:solidFill>
                <a:srgbClr val="7F7F7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1200" b="1">
                <a:solidFill>
                  <a:srgbClr val="7F7F7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this is for multi-line comments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CN" sz="1200" b="1">
                <a:solidFill>
                  <a:srgbClr val="7F7F7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200" b="1">
                <a:solidFill>
                  <a:srgbClr val="7F7F7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 this…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CN" sz="1200" b="1">
                <a:solidFill>
                  <a:srgbClr val="7F7F7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200" b="1">
                <a:solidFill>
                  <a:srgbClr val="7F7F7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this….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CN" sz="1200" b="1">
                <a:solidFill>
                  <a:srgbClr val="7F7F7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1200" b="1">
                <a:solidFill>
                  <a:srgbClr val="7F7F7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F9E13D33-4D42-0143-9C99-DDA35C6A4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编程</a:t>
            </a:r>
            <a:r>
              <a:rPr lang="en-US" altLang="zh-CN"/>
              <a:t>:  </a:t>
            </a:r>
            <a:r>
              <a:rPr lang="zh-CN" altLang="en-US"/>
              <a:t>变量</a:t>
            </a:r>
            <a:endParaRPr lang="en-US" altLang="zh-CN"/>
          </a:p>
        </p:txBody>
      </p:sp>
      <p:sp>
        <p:nvSpPr>
          <p:cNvPr id="48130" name="Content Placeholder 16">
            <a:extLst>
              <a:ext uri="{FF2B5EF4-FFF2-40B4-BE49-F238E27FC236}">
                <a16:creationId xmlns:a16="http://schemas.microsoft.com/office/drawing/2014/main" id="{46F76412-46AF-4C47-9528-9D518EFD0AFE}"/>
              </a:ext>
            </a:extLst>
          </p:cNvPr>
          <p:cNvSpPr>
            <a:spLocks noGrp="1" noChangeArrowheads="1"/>
          </p:cNvSpPr>
          <p:nvPr>
            <p:ph sz="half" idx="4294967295"/>
          </p:nvPr>
        </p:nvSpPr>
        <p:spPr>
          <a:xfrm>
            <a:off x="5940425" y="2349500"/>
            <a:ext cx="2852738" cy="3540125"/>
          </a:xfrm>
        </p:spPr>
        <p:txBody>
          <a:bodyPr/>
          <a:lstStyle/>
          <a:p>
            <a:pPr marL="0" indent="0" algn="ctr"/>
            <a:r>
              <a:rPr lang="zh-CN" altLang="en-US" i="1">
                <a:solidFill>
                  <a:srgbClr val="E72D2F"/>
                </a:solidFill>
              </a:rPr>
              <a:t>全局变量</a:t>
            </a:r>
            <a:r>
              <a:rPr lang="en-US" altLang="zh-CN">
                <a:solidFill>
                  <a:srgbClr val="E72D2F"/>
                </a:solidFill>
              </a:rPr>
              <a:t>---</a:t>
            </a:r>
          </a:p>
          <a:p>
            <a:pPr marL="0" indent="0" algn="ctr"/>
            <a:r>
              <a:rPr lang="zh-CN" altLang="en-US" i="1">
                <a:solidFill>
                  <a:srgbClr val="E72D2F"/>
                </a:solidFill>
              </a:rPr>
              <a:t>函数内局部变量</a:t>
            </a:r>
            <a:endParaRPr lang="en-US" altLang="zh-CN" i="1">
              <a:solidFill>
                <a:srgbClr val="E72D2F"/>
              </a:solidFill>
            </a:endParaRPr>
          </a:p>
        </p:txBody>
      </p:sp>
      <p:pic>
        <p:nvPicPr>
          <p:cNvPr id="48131" name="Picture 3">
            <a:extLst>
              <a:ext uri="{FF2B5EF4-FFF2-40B4-BE49-F238E27FC236}">
                <a16:creationId xmlns:a16="http://schemas.microsoft.com/office/drawing/2014/main" id="{5380E53A-1B36-1145-9A81-AC5B62E6B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0"/>
            <a:ext cx="5562600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132" name="Rectangle 2">
            <a:extLst>
              <a:ext uri="{FF2B5EF4-FFF2-40B4-BE49-F238E27FC236}">
                <a16:creationId xmlns:a16="http://schemas.microsoft.com/office/drawing/2014/main" id="{114A6797-C9E7-2744-82CE-B1247F738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2175" y="1311275"/>
            <a:ext cx="2852738" cy="523875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zh-CN" altLang="en-US" sz="2800">
                <a:solidFill>
                  <a:schemeClr val="tx1"/>
                </a:solidFill>
              </a:rPr>
              <a:t>变量的作用域</a:t>
            </a:r>
            <a:endParaRPr lang="en-US" altLang="zh-CN" sz="280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EAC099-37BC-CD49-B47B-B8E6820F9407}"/>
              </a:ext>
            </a:extLst>
          </p:cNvPr>
          <p:cNvCxnSpPr>
            <a:stCxn id="48132" idx="1"/>
          </p:cNvCxnSpPr>
          <p:nvPr/>
        </p:nvCxnSpPr>
        <p:spPr bwMode="auto">
          <a:xfrm flipH="1">
            <a:off x="2235200" y="1573213"/>
            <a:ext cx="3736975" cy="1300162"/>
          </a:xfrm>
          <a:prstGeom prst="straightConnector1">
            <a:avLst/>
          </a:prstGeom>
          <a:solidFill>
            <a:srgbClr val="00B8FF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9B800B-1C10-4749-A58C-026A1F57FD18}"/>
              </a:ext>
            </a:extLst>
          </p:cNvPr>
          <p:cNvCxnSpPr>
            <a:stCxn id="48132" idx="1"/>
          </p:cNvCxnSpPr>
          <p:nvPr/>
        </p:nvCxnSpPr>
        <p:spPr bwMode="auto">
          <a:xfrm flipH="1">
            <a:off x="2481263" y="1573213"/>
            <a:ext cx="3490912" cy="2708275"/>
          </a:xfrm>
          <a:prstGeom prst="straightConnector1">
            <a:avLst/>
          </a:prstGeom>
          <a:solidFill>
            <a:srgbClr val="00B8FF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FCA97A-E04E-A049-9234-5BD76F99662C}"/>
              </a:ext>
            </a:extLst>
          </p:cNvPr>
          <p:cNvCxnSpPr>
            <a:stCxn id="48132" idx="1"/>
          </p:cNvCxnSpPr>
          <p:nvPr/>
        </p:nvCxnSpPr>
        <p:spPr bwMode="auto">
          <a:xfrm flipH="1">
            <a:off x="2933700" y="1573213"/>
            <a:ext cx="3038475" cy="4421187"/>
          </a:xfrm>
          <a:prstGeom prst="straightConnector1">
            <a:avLst/>
          </a:prstGeom>
          <a:solidFill>
            <a:srgbClr val="00B8FF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29E2BCA0-5A57-0745-AB06-1A4B75035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编程概念</a:t>
            </a:r>
            <a:r>
              <a:rPr lang="en-US" altLang="zh-CN"/>
              <a:t>:  </a:t>
            </a:r>
            <a:r>
              <a:rPr lang="zh-CN" altLang="en-US"/>
              <a:t>变量类型</a:t>
            </a:r>
            <a:endParaRPr lang="en-US" altLang="zh-CN"/>
          </a:p>
        </p:txBody>
      </p:sp>
      <p:sp>
        <p:nvSpPr>
          <p:cNvPr id="49154" name="Content Placeholder 4">
            <a:extLst>
              <a:ext uri="{FF2B5EF4-FFF2-40B4-BE49-F238E27FC236}">
                <a16:creationId xmlns:a16="http://schemas.microsoft.com/office/drawing/2014/main" id="{2696731F-6F74-DF4C-811B-2E526D3E3052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125538"/>
            <a:ext cx="8226425" cy="5256212"/>
          </a:xfrm>
        </p:spPr>
        <p:txBody>
          <a:bodyPr/>
          <a:lstStyle/>
          <a:p>
            <a:r>
              <a:rPr lang="en-US" altLang="zh-CN" b="1"/>
              <a:t> </a:t>
            </a:r>
            <a:endParaRPr lang="en-US" altLang="zh-CN"/>
          </a:p>
        </p:txBody>
      </p:sp>
      <p:grpSp>
        <p:nvGrpSpPr>
          <p:cNvPr id="49155" name="Group 3">
            <a:extLst>
              <a:ext uri="{FF2B5EF4-FFF2-40B4-BE49-F238E27FC236}">
                <a16:creationId xmlns:a16="http://schemas.microsoft.com/office/drawing/2014/main" id="{16BB8605-CB75-2144-AA39-6A5B3833D0C7}"/>
              </a:ext>
            </a:extLst>
          </p:cNvPr>
          <p:cNvGrpSpPr>
            <a:grpSpLocks/>
          </p:cNvGrpSpPr>
          <p:nvPr/>
        </p:nvGrpSpPr>
        <p:grpSpPr bwMode="auto">
          <a:xfrm>
            <a:off x="1281113" y="1697038"/>
            <a:ext cx="7532687" cy="4562475"/>
            <a:chOff x="1687530" y="1697053"/>
            <a:chExt cx="7532670" cy="4562564"/>
          </a:xfrm>
        </p:grpSpPr>
        <p:pic>
          <p:nvPicPr>
            <p:cNvPr id="49156" name="Picture 2" descr="http://www.photosinbox.com/download/ceramic-cup.jpg">
              <a:extLst>
                <a:ext uri="{FF2B5EF4-FFF2-40B4-BE49-F238E27FC236}">
                  <a16:creationId xmlns:a16="http://schemas.microsoft.com/office/drawing/2014/main" id="{4376A04E-8FD7-3C44-872F-2003D819E0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2999" y="2530173"/>
              <a:ext cx="2540000" cy="20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D60C0D4-D37F-B344-ACD1-CCC433545C12}"/>
                </a:ext>
              </a:extLst>
            </p:cNvPr>
            <p:cNvSpPr/>
            <p:nvPr/>
          </p:nvSpPr>
          <p:spPr bwMode="auto">
            <a:xfrm>
              <a:off x="2060591" y="4562546"/>
              <a:ext cx="1371597" cy="365132"/>
            </a:xfrm>
            <a:prstGeom prst="rect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buClr>
                  <a:srgbClr val="000000"/>
                </a:buClr>
                <a:buSzPct val="100000"/>
                <a:buFont typeface="Times New Roman" charset="0"/>
                <a:buNone/>
                <a:defRPr/>
              </a:pPr>
              <a:r>
                <a:rPr lang="en-US" dirty="0">
                  <a:latin typeface="Arial" charset="0"/>
                  <a:ea typeface="ＭＳ Ｐゴシック" charset="0"/>
                  <a:cs typeface="ＭＳ Ｐゴシック" charset="0"/>
                </a:rPr>
                <a:t>8 bits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8A95F62-53FE-3F48-BEC0-D09C5470062F}"/>
                </a:ext>
              </a:extLst>
            </p:cNvPr>
            <p:cNvSpPr/>
            <p:nvPr/>
          </p:nvSpPr>
          <p:spPr bwMode="auto">
            <a:xfrm>
              <a:off x="4267211" y="4562546"/>
              <a:ext cx="1371597" cy="365132"/>
            </a:xfrm>
            <a:prstGeom prst="rect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buClr>
                  <a:srgbClr val="000000"/>
                </a:buClr>
                <a:buSzPct val="100000"/>
                <a:buFont typeface="Times New Roman" charset="0"/>
                <a:buNone/>
                <a:defRPr/>
              </a:pPr>
              <a:r>
                <a:rPr lang="en-US" dirty="0">
                  <a:latin typeface="Arial" charset="0"/>
                  <a:ea typeface="ＭＳ Ｐゴシック" charset="0"/>
                  <a:cs typeface="ＭＳ Ｐゴシック" charset="0"/>
                </a:rPr>
                <a:t>16 bits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ECC2753-4EEC-E245-AE8B-C4BF713E7315}"/>
                </a:ext>
              </a:extLst>
            </p:cNvPr>
            <p:cNvSpPr/>
            <p:nvPr/>
          </p:nvSpPr>
          <p:spPr bwMode="auto">
            <a:xfrm>
              <a:off x="6629406" y="4562546"/>
              <a:ext cx="1371597" cy="365132"/>
            </a:xfrm>
            <a:prstGeom prst="rect">
              <a:avLst/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buClr>
                  <a:srgbClr val="000000"/>
                </a:buClr>
                <a:buSzPct val="100000"/>
                <a:buFont typeface="Times New Roman" charset="0"/>
                <a:buNone/>
                <a:defRPr/>
              </a:pPr>
              <a:r>
                <a:rPr lang="en-US" dirty="0">
                  <a:latin typeface="Arial" charset="0"/>
                  <a:ea typeface="ＭＳ Ｐゴシック" charset="0"/>
                  <a:cs typeface="ＭＳ Ｐゴシック" charset="0"/>
                </a:rPr>
                <a:t>32 bits</a:t>
              </a:r>
            </a:p>
          </p:txBody>
        </p:sp>
        <p:sp>
          <p:nvSpPr>
            <p:cNvPr id="49160" name="Rectangle 6">
              <a:extLst>
                <a:ext uri="{FF2B5EF4-FFF2-40B4-BE49-F238E27FC236}">
                  <a16:creationId xmlns:a16="http://schemas.microsoft.com/office/drawing/2014/main" id="{DC607855-9D30-544D-9FD3-B4D4FAAC6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2427" y="5243954"/>
              <a:ext cx="1828800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altLang="zh-CN">
                  <a:solidFill>
                    <a:schemeClr val="tx1"/>
                  </a:solidFill>
                </a:rPr>
                <a:t>byte 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altLang="zh-CN">
                  <a:solidFill>
                    <a:schemeClr val="tx1"/>
                  </a:solidFill>
                </a:rPr>
                <a:t>char</a:t>
              </a:r>
            </a:p>
          </p:txBody>
        </p:sp>
        <p:sp>
          <p:nvSpPr>
            <p:cNvPr id="49161" name="Rectangle 15">
              <a:extLst>
                <a:ext uri="{FF2B5EF4-FFF2-40B4-BE49-F238E27FC236}">
                  <a16:creationId xmlns:a16="http://schemas.microsoft.com/office/drawing/2014/main" id="{914BD249-F873-6744-A3A9-94F76EDF5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599" y="5243954"/>
              <a:ext cx="1828800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altLang="zh-CN">
                  <a:solidFill>
                    <a:schemeClr val="tx1"/>
                  </a:solidFill>
                </a:rPr>
                <a:t>int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altLang="zh-CN">
                  <a:solidFill>
                    <a:schemeClr val="tx1"/>
                  </a:solidFill>
                </a:rPr>
                <a:t>unsigned int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49162" name="Rectangle 17">
              <a:extLst>
                <a:ext uri="{FF2B5EF4-FFF2-40B4-BE49-F238E27FC236}">
                  <a16:creationId xmlns:a16="http://schemas.microsoft.com/office/drawing/2014/main" id="{78D0B4F8-5FEA-BD4A-A952-F64495D08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243953"/>
              <a:ext cx="1828800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altLang="zh-CN">
                  <a:solidFill>
                    <a:schemeClr val="tx1"/>
                  </a:solidFill>
                </a:rPr>
                <a:t>long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altLang="zh-CN">
                  <a:solidFill>
                    <a:schemeClr val="tx1"/>
                  </a:solidFill>
                </a:rPr>
                <a:t>unsigned long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altLang="zh-CN">
                  <a:solidFill>
                    <a:schemeClr val="tx1"/>
                  </a:solidFill>
                </a:rPr>
                <a:t>float</a:t>
              </a:r>
            </a:p>
          </p:txBody>
        </p:sp>
        <p:pic>
          <p:nvPicPr>
            <p:cNvPr id="49163" name="Picture 2" descr="http://www.photosinbox.com/download/ceramic-cup.jpg">
              <a:extLst>
                <a:ext uri="{FF2B5EF4-FFF2-40B4-BE49-F238E27FC236}">
                  <a16:creationId xmlns:a16="http://schemas.microsoft.com/office/drawing/2014/main" id="{A9C109B6-B168-0D4C-8C38-0CC8BD9F34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7530" y="2904838"/>
              <a:ext cx="2071669" cy="1657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64" name="Picture 2" descr="http://www.photosinbox.com/download/ceramic-cup.jpg">
              <a:extLst>
                <a:ext uri="{FF2B5EF4-FFF2-40B4-BE49-F238E27FC236}">
                  <a16:creationId xmlns:a16="http://schemas.microsoft.com/office/drawing/2014/main" id="{193E0C34-B5E8-7B42-8B6C-ECC19D88A5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0200" y="1697053"/>
              <a:ext cx="3810000" cy="304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65" name="Picture 2" descr="http://www.photosinbox.com/download/ceramic-cup.jpg">
              <a:extLst>
                <a:ext uri="{FF2B5EF4-FFF2-40B4-BE49-F238E27FC236}">
                  <a16:creationId xmlns:a16="http://schemas.microsoft.com/office/drawing/2014/main" id="{7C4275FF-A83B-3A4B-9166-422382CEB7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0993" y="2904838"/>
              <a:ext cx="2071669" cy="1657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2475E16D-2FB1-4A4D-BAAA-8B8664C185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0813" cy="1141413"/>
          </a:xfrm>
        </p:spPr>
        <p:txBody>
          <a:bodyPr/>
          <a:lstStyle/>
          <a:p>
            <a:r>
              <a:rPr lang="zh-CN" altLang="en-US"/>
              <a:t>编程：</a:t>
            </a:r>
            <a:r>
              <a:rPr lang="en-US" altLang="zh-CN"/>
              <a:t>3</a:t>
            </a:r>
            <a:r>
              <a:rPr lang="zh-CN" altLang="en-US"/>
              <a:t>条基本的指令</a:t>
            </a:r>
            <a:endParaRPr lang="en-US" altLang="zh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D2D01-2881-D144-B722-318BCC213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30338"/>
            <a:ext cx="7770813" cy="4648200"/>
          </a:xfrm>
          <a:ln w="31750">
            <a:solidFill>
              <a:schemeClr val="tx1"/>
            </a:solidFill>
          </a:ln>
        </p:spPr>
        <p:txBody>
          <a:bodyPr lIns="182880" tIns="91440" rIns="182880" bIns="91440"/>
          <a:lstStyle/>
          <a:p>
            <a:pPr>
              <a:defRPr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pinMode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(pin, INPUT/OUTPUT);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400" u="sng" dirty="0">
                <a:latin typeface="Courier New" pitchFamily="49" charset="0"/>
                <a:cs typeface="Courier New" pitchFamily="49" charset="0"/>
              </a:rPr>
              <a:t>例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24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pinMode</a:t>
            </a:r>
            <a:r>
              <a:rPr lang="en-US" sz="24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(13, OUTPUT);</a:t>
            </a:r>
          </a:p>
          <a:p>
            <a:pPr>
              <a:defRPr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digitalWrite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(pin, HIGH/LOW);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400" u="sng" dirty="0">
                <a:latin typeface="Courier New" pitchFamily="49" charset="0"/>
                <a:cs typeface="Courier New" pitchFamily="49" charset="0"/>
              </a:rPr>
              <a:t>例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2400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digitalWrite</a:t>
            </a:r>
            <a:r>
              <a:rPr lang="en-US" sz="24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(13, HIGH);</a:t>
            </a:r>
          </a:p>
          <a:p>
            <a:pPr>
              <a:defRPr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delay</a:t>
            </a:r>
            <a:r>
              <a:rPr lang="en-US" sz="24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time_ms</a:t>
            </a:r>
            <a:r>
              <a:rPr lang="en-US" sz="24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400" u="sng" dirty="0">
                <a:latin typeface="Courier New" pitchFamily="49" charset="0"/>
                <a:cs typeface="Courier New" pitchFamily="49" charset="0"/>
              </a:rPr>
              <a:t>例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: delay(2500); // delay of 2.5 sec.</a:t>
            </a:r>
          </a:p>
          <a:p>
            <a:pPr>
              <a:defRPr/>
            </a:pPr>
            <a:endParaRPr lang="en-US" sz="10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注意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</a:t>
            </a:r>
            <a:r>
              <a:rPr lang="zh-CN" alt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大小写敏感</a:t>
            </a:r>
            <a:endParaRPr lang="en-US" sz="24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>
            <a:extLst>
              <a:ext uri="{FF2B5EF4-FFF2-40B4-BE49-F238E27FC236}">
                <a16:creationId xmlns:a16="http://schemas.microsoft.com/office/drawing/2014/main" id="{056240C0-E231-F74F-B5C3-302F984F4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04813"/>
            <a:ext cx="8353425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zh-CN" b="1">
                <a:solidFill>
                  <a:srgbClr val="C00000"/>
                </a:solidFill>
              </a:rPr>
              <a:t>第</a:t>
            </a:r>
            <a:r>
              <a:rPr lang="en-US" altLang="zh-CN" b="1">
                <a:solidFill>
                  <a:srgbClr val="C00000"/>
                </a:solidFill>
              </a:rPr>
              <a:t>1</a:t>
            </a:r>
            <a:r>
              <a:rPr lang="zh-CN" altLang="zh-CN" b="1">
                <a:solidFill>
                  <a:srgbClr val="C00000"/>
                </a:solidFill>
              </a:rPr>
              <a:t>个程序</a:t>
            </a:r>
            <a:r>
              <a:rPr lang="en-US" altLang="zh-CN" b="1">
                <a:solidFill>
                  <a:srgbClr val="C00000"/>
                </a:solidFill>
              </a:rPr>
              <a:t>-</a:t>
            </a:r>
            <a:r>
              <a:rPr lang="zh-CN" altLang="zh-CN" b="1">
                <a:solidFill>
                  <a:srgbClr val="C00000"/>
                </a:solidFill>
              </a:rPr>
              <a:t>编译通过之后可以上传到开发板上</a:t>
            </a:r>
          </a:p>
        </p:txBody>
      </p:sp>
      <p:pic>
        <p:nvPicPr>
          <p:cNvPr id="52226" name="Picture 2">
            <a:extLst>
              <a:ext uri="{FF2B5EF4-FFF2-40B4-BE49-F238E27FC236}">
                <a16:creationId xmlns:a16="http://schemas.microsoft.com/office/drawing/2014/main" id="{FDFCB15F-120D-1740-A686-2821E90BF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052513"/>
            <a:ext cx="47625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2227" name="文本框 1">
            <a:extLst>
              <a:ext uri="{FF2B5EF4-FFF2-40B4-BE49-F238E27FC236}">
                <a16:creationId xmlns:a16="http://schemas.microsoft.com/office/drawing/2014/main" id="{04265110-157F-434D-A39A-BEF36EFCE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412875"/>
            <a:ext cx="32400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程序怎么工作的？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FA76FEB2-107E-1048-8415-595EFF14E0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如何修改程序？</a:t>
            </a:r>
            <a:endParaRPr lang="en-US" altLang="zh-CN"/>
          </a:p>
        </p:txBody>
      </p:sp>
      <p:sp>
        <p:nvSpPr>
          <p:cNvPr id="54274" name="Content Placeholder 2">
            <a:extLst>
              <a:ext uri="{FF2B5EF4-FFF2-40B4-BE49-F238E27FC236}">
                <a16:creationId xmlns:a16="http://schemas.microsoft.com/office/drawing/2014/main" id="{EECB9BC7-546A-0F43-986F-47C5C95798D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39750" y="1412875"/>
            <a:ext cx="8226425" cy="5256213"/>
          </a:xfrm>
        </p:spPr>
        <p:txBody>
          <a:bodyPr/>
          <a:lstStyle/>
          <a:p>
            <a:r>
              <a:rPr lang="zh-CN" altLang="en-US" b="1"/>
              <a:t>问题</a:t>
            </a:r>
            <a:r>
              <a:rPr lang="en-US" altLang="zh-CN" b="1"/>
              <a:t>1</a:t>
            </a:r>
            <a:r>
              <a:rPr lang="en-US" altLang="zh-CN"/>
              <a:t>– </a:t>
            </a:r>
            <a:r>
              <a:rPr lang="zh-CN" altLang="en-US"/>
              <a:t>以</a:t>
            </a:r>
            <a:r>
              <a:rPr lang="en-US" altLang="zh-CN"/>
              <a:t> 200 ms </a:t>
            </a:r>
            <a:r>
              <a:rPr lang="zh-CN" altLang="en-US"/>
              <a:t>为间隔闪缩</a:t>
            </a:r>
            <a:r>
              <a:rPr lang="en-US" altLang="zh-CN"/>
              <a:t>.</a:t>
            </a:r>
          </a:p>
          <a:p>
            <a:endParaRPr lang="en-US" altLang="zh-CN" u="sng"/>
          </a:p>
          <a:p>
            <a:r>
              <a:rPr lang="zh-CN" altLang="en-US" b="1"/>
              <a:t>问题</a:t>
            </a:r>
            <a:r>
              <a:rPr lang="en-US" altLang="zh-CN" b="1"/>
              <a:t>2</a:t>
            </a:r>
            <a:r>
              <a:rPr lang="en-US" altLang="zh-CN"/>
              <a:t>– </a:t>
            </a:r>
            <a:r>
              <a:rPr lang="zh-CN" altLang="en-US"/>
              <a:t>按心跳速率闪缩。</a:t>
            </a:r>
            <a:endParaRPr lang="en-US" altLang="zh-CN"/>
          </a:p>
          <a:p>
            <a:endParaRPr lang="en-US" altLang="zh-CN"/>
          </a:p>
          <a:p>
            <a:r>
              <a:rPr lang="zh-CN" altLang="en-US" b="1"/>
              <a:t>问题</a:t>
            </a:r>
            <a:r>
              <a:rPr lang="en-US" altLang="zh-CN" b="1"/>
              <a:t>3</a:t>
            </a:r>
            <a:r>
              <a:rPr lang="en-US" altLang="zh-CN"/>
              <a:t>– </a:t>
            </a:r>
            <a:r>
              <a:rPr lang="zh-CN" altLang="en-US"/>
              <a:t>人能够感知到的最快闪烁频率？</a:t>
            </a:r>
            <a:endParaRPr lang="en-US" altLang="zh-CN"/>
          </a:p>
          <a:p>
            <a:r>
              <a:rPr lang="en-US" altLang="zh-CN"/>
              <a:t>		</a:t>
            </a:r>
          </a:p>
          <a:p>
            <a:r>
              <a:rPr lang="en-US" altLang="zh-CN"/>
              <a:t>	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F820A0AB-FF1B-FE48-83A9-97539F4AA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en-US" altLang="zh-CN"/>
              <a:t>Arduino</a:t>
            </a:r>
            <a:r>
              <a:rPr lang="zh-CN" altLang="en-US"/>
              <a:t>如何实现输出模拟信号？</a:t>
            </a:r>
            <a:endParaRPr lang="en-US" altLang="zh-CN"/>
          </a:p>
        </p:txBody>
      </p:sp>
      <p:sp>
        <p:nvSpPr>
          <p:cNvPr id="55298" name="Content Placeholder 2">
            <a:extLst>
              <a:ext uri="{FF2B5EF4-FFF2-40B4-BE49-F238E27FC236}">
                <a16:creationId xmlns:a16="http://schemas.microsoft.com/office/drawing/2014/main" id="{F38F67A4-EAEA-1041-8FD0-5326CE4E65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6425" cy="5256212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digitalWrite      -&gt;   analogWrite</a:t>
            </a:r>
          </a:p>
          <a:p>
            <a:pPr marL="0" indent="0"/>
            <a:endParaRPr lang="en-US" altLang="zh-CN"/>
          </a:p>
          <a:p>
            <a:pPr marL="0" indent="0"/>
            <a:r>
              <a:rPr lang="en-US" altLang="zh-CN"/>
              <a:t>Arduino </a:t>
            </a:r>
            <a:r>
              <a:rPr lang="zh-CN" altLang="en-US"/>
              <a:t>在</a:t>
            </a:r>
            <a:r>
              <a:rPr lang="zh-CN" altLang="en-US" b="1">
                <a:solidFill>
                  <a:srgbClr val="0070C0"/>
                </a:solidFill>
              </a:rPr>
              <a:t>特定引脚</a:t>
            </a:r>
            <a:r>
              <a:rPr lang="zh-CN" altLang="en-US"/>
              <a:t>上可以输出模拟信号</a:t>
            </a:r>
            <a:r>
              <a:rPr lang="en-US" altLang="zh-CN"/>
              <a:t>.</a:t>
            </a:r>
          </a:p>
          <a:p>
            <a:pPr marL="0" indent="0"/>
            <a:r>
              <a:rPr lang="zh-CN" altLang="en-US"/>
              <a:t>原理：脉宽调制</a:t>
            </a:r>
            <a:r>
              <a:rPr lang="en-US" altLang="zh-CN"/>
              <a:t>PWM</a:t>
            </a:r>
            <a:r>
              <a:rPr lang="zh-CN" altLang="en-US"/>
              <a:t>（</a:t>
            </a:r>
            <a:r>
              <a:rPr lang="en-US" altLang="zh-CN" u="sng"/>
              <a:t>Pulse Width Modulation)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6F5A6ADB-C1F8-C746-BCEB-12DC40FAD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用脉宽调制产生模拟信号</a:t>
            </a:r>
            <a:endParaRPr lang="en-US" altLang="zh-CN"/>
          </a:p>
        </p:txBody>
      </p:sp>
      <p:sp>
        <p:nvSpPr>
          <p:cNvPr id="56322" name="Content Placeholder 3">
            <a:extLst>
              <a:ext uri="{FF2B5EF4-FFF2-40B4-BE49-F238E27FC236}">
                <a16:creationId xmlns:a16="http://schemas.microsoft.com/office/drawing/2014/main" id="{37D8DF03-CDC9-D747-8AC9-DD24EF69540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95300" y="1725613"/>
            <a:ext cx="8204200" cy="1454150"/>
          </a:xfrm>
        </p:spPr>
        <p:txBody>
          <a:bodyPr/>
          <a:lstStyle/>
          <a:p>
            <a:pPr marL="0" indent="0"/>
            <a:r>
              <a:rPr lang="zh-CN" altLang="en-US"/>
              <a:t>脉宽调制：要输出模拟信号时，微控制器通过调节脉冲信号的占空比产生模拟信号</a:t>
            </a:r>
            <a:r>
              <a:rPr lang="en-US" altLang="zh-CN"/>
              <a:t>.</a:t>
            </a:r>
          </a:p>
        </p:txBody>
      </p:sp>
      <p:pic>
        <p:nvPicPr>
          <p:cNvPr id="56323" name="Picture 6" descr="http://www.wayneandlayne.com/files/vgs/images/analog_write_pwm_640x234.png">
            <a:extLst>
              <a:ext uri="{FF2B5EF4-FFF2-40B4-BE49-F238E27FC236}">
                <a16:creationId xmlns:a16="http://schemas.microsoft.com/office/drawing/2014/main" id="{078C7BCD-62C4-014D-B57A-8252865A5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3" y="4440238"/>
            <a:ext cx="5322887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Content Placeholder 3">
            <a:extLst>
              <a:ext uri="{FF2B5EF4-FFF2-40B4-BE49-F238E27FC236}">
                <a16:creationId xmlns:a16="http://schemas.microsoft.com/office/drawing/2014/main" id="{9651A4C2-16BD-D046-8ADE-F1FB2C5C170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55800" y="4089400"/>
            <a:ext cx="5702300" cy="660400"/>
          </a:xfrm>
        </p:spPr>
        <p:txBody>
          <a:bodyPr/>
          <a:lstStyle/>
          <a:p>
            <a:pPr marL="0" indent="0" algn="ctr"/>
            <a:r>
              <a:rPr lang="en-US" altLang="zh-CN" sz="2400"/>
              <a:t>Pulse Width Modulation (PWM)</a:t>
            </a:r>
          </a:p>
        </p:txBody>
      </p:sp>
      <p:sp>
        <p:nvSpPr>
          <p:cNvPr id="56325" name="Rectangle 2">
            <a:extLst>
              <a:ext uri="{FF2B5EF4-FFF2-40B4-BE49-F238E27FC236}">
                <a16:creationId xmlns:a16="http://schemas.microsoft.com/office/drawing/2014/main" id="{7E167ADB-CC13-8A47-AEEC-E7F6D39E0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0" y="3848100"/>
            <a:ext cx="6756400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6326" name="Rectangle 5">
            <a:extLst>
              <a:ext uri="{FF2B5EF4-FFF2-40B4-BE49-F238E27FC236}">
                <a16:creationId xmlns:a16="http://schemas.microsoft.com/office/drawing/2014/main" id="{17B354BF-9B3B-6949-820A-6B34CA181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3981450"/>
            <a:ext cx="6858000" cy="26066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Content Placeholder 2">
            <a:extLst>
              <a:ext uri="{FF2B5EF4-FFF2-40B4-BE49-F238E27FC236}">
                <a16:creationId xmlns:a16="http://schemas.microsoft.com/office/drawing/2014/main" id="{E2F1AC32-A9BF-E84E-85DB-49056D4FC40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2209800"/>
            <a:ext cx="4651375" cy="4113213"/>
          </a:xfrm>
        </p:spPr>
        <p:txBody>
          <a:bodyPr/>
          <a:lstStyle/>
          <a:p>
            <a:pPr marL="0" indent="0"/>
            <a:r>
              <a:rPr lang="en-US" altLang="zh-CN" sz="2400" b="1">
                <a:latin typeface="Courier New" panose="02070309020205020404" pitchFamily="49" charset="0"/>
                <a:cs typeface="Courier New" panose="02070309020205020404" pitchFamily="49" charset="0"/>
              </a:rPr>
              <a:t>analogWrite</a:t>
            </a:r>
            <a:r>
              <a:rPr lang="en-US" altLang="zh-CN" sz="2400">
                <a:latin typeface="Courier New" panose="02070309020205020404" pitchFamily="49" charset="0"/>
                <a:cs typeface="Courier New" panose="02070309020205020404" pitchFamily="49" charset="0"/>
              </a:rPr>
              <a:t>(pin, val);</a:t>
            </a:r>
          </a:p>
          <a:p>
            <a:pPr marL="0" indent="0"/>
            <a:r>
              <a:rPr lang="en-US" altLang="zh-CN"/>
              <a:t>	</a:t>
            </a:r>
          </a:p>
          <a:p>
            <a:pPr marL="0" indent="0"/>
            <a:r>
              <a:rPr lang="en-US" altLang="zh-CN" sz="2400" b="1">
                <a:latin typeface="Courier New" panose="02070309020205020404" pitchFamily="49" charset="0"/>
                <a:cs typeface="Courier New" panose="02070309020205020404" pitchFamily="49" charset="0"/>
              </a:rPr>
              <a:t>pin</a:t>
            </a:r>
            <a:r>
              <a:rPr lang="en-US" altLang="zh-CN" sz="2400" b="1"/>
              <a:t> </a:t>
            </a:r>
            <a:r>
              <a:rPr lang="en-US" altLang="zh-CN" sz="2400"/>
              <a:t>– </a:t>
            </a:r>
            <a:r>
              <a:rPr lang="zh-CN" altLang="en-US" sz="2400"/>
              <a:t>输出模拟信号的引脚</a:t>
            </a:r>
            <a:r>
              <a:rPr lang="en-US" altLang="zh-CN" sz="2400"/>
              <a:t> (</a:t>
            </a:r>
            <a:r>
              <a:rPr lang="zh-CN" altLang="en-US" sz="2400"/>
              <a:t>局限于</a:t>
            </a:r>
            <a:r>
              <a:rPr lang="en-US" altLang="zh-CN" sz="2400"/>
              <a:t> 3, 5, 6, 9, 10, 11.)</a:t>
            </a:r>
          </a:p>
          <a:p>
            <a:pPr marL="0" indent="0"/>
            <a:endParaRPr lang="en-US" altLang="zh-CN" sz="2400"/>
          </a:p>
          <a:p>
            <a:pPr marL="0" indent="0"/>
            <a:r>
              <a:rPr lang="en-US" altLang="zh-CN" sz="2400" b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zh-CN" sz="2400"/>
              <a:t> – 8 </a:t>
            </a:r>
            <a:r>
              <a:rPr lang="zh-CN" altLang="en-US" sz="2400"/>
              <a:t>比特量</a:t>
            </a:r>
            <a:r>
              <a:rPr lang="en-US" altLang="zh-CN" sz="2400"/>
              <a:t> (0 – 255).  </a:t>
            </a:r>
          </a:p>
          <a:p>
            <a:pPr marL="0" indent="0"/>
            <a:r>
              <a:rPr lang="en-US" altLang="zh-CN" sz="2400"/>
              <a:t>	0 =&gt; 0V    |    255 =&gt; 5V  </a:t>
            </a:r>
          </a:p>
        </p:txBody>
      </p:sp>
      <p:sp>
        <p:nvSpPr>
          <p:cNvPr id="57346" name="Title 1">
            <a:extLst>
              <a:ext uri="{FF2B5EF4-FFF2-40B4-BE49-F238E27FC236}">
                <a16:creationId xmlns:a16="http://schemas.microsoft.com/office/drawing/2014/main" id="{493EDE24-C6FE-0649-BE18-C463085815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0813" cy="1141413"/>
          </a:xfrm>
        </p:spPr>
        <p:txBody>
          <a:bodyPr/>
          <a:lstStyle/>
          <a:p>
            <a:r>
              <a:rPr lang="zh-CN" altLang="en-US"/>
              <a:t>模拟信号输出</a:t>
            </a:r>
            <a:endParaRPr lang="en-US" altLang="zh-CN"/>
          </a:p>
        </p:txBody>
      </p:sp>
      <p:pic>
        <p:nvPicPr>
          <p:cNvPr id="57347" name="Picture 2" descr="http://arduino.cc/en/uploads/Tutorial/pwm.gif">
            <a:extLst>
              <a:ext uri="{FF2B5EF4-FFF2-40B4-BE49-F238E27FC236}">
                <a16:creationId xmlns:a16="http://schemas.microsoft.com/office/drawing/2014/main" id="{4DEF4A3F-616B-5A45-9588-C01616FCC12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81600" y="1981200"/>
            <a:ext cx="3756025" cy="4113213"/>
          </a:xfrm>
        </p:spPr>
      </p:pic>
      <p:sp>
        <p:nvSpPr>
          <p:cNvPr id="57348" name="Rectangle 4">
            <a:extLst>
              <a:ext uri="{FF2B5EF4-FFF2-40B4-BE49-F238E27FC236}">
                <a16:creationId xmlns:a16="http://schemas.microsoft.com/office/drawing/2014/main" id="{A0E969F6-7BFE-134B-A861-C86CE7282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22500"/>
            <a:ext cx="4572000" cy="596900"/>
          </a:xfrm>
          <a:prstGeom prst="rect">
            <a:avLst/>
          </a:prstGeom>
          <a:noFill/>
          <a:ln w="9525" algn="ctr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标题 4">
            <a:extLst>
              <a:ext uri="{FF2B5EF4-FFF2-40B4-BE49-F238E27FC236}">
                <a16:creationId xmlns:a16="http://schemas.microsoft.com/office/drawing/2014/main" id="{B8890265-54A3-B141-BB49-050B41998E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如何实现</a:t>
            </a:r>
            <a:r>
              <a:rPr lang="en-US" altLang="zh-CN"/>
              <a:t>LED</a:t>
            </a:r>
            <a:r>
              <a:rPr lang="zh-CN" altLang="en-US"/>
              <a:t>的减亮间按的效果？</a:t>
            </a:r>
          </a:p>
        </p:txBody>
      </p:sp>
      <p:sp>
        <p:nvSpPr>
          <p:cNvPr id="58370" name="文本框 5">
            <a:extLst>
              <a:ext uri="{FF2B5EF4-FFF2-40B4-BE49-F238E27FC236}">
                <a16:creationId xmlns:a16="http://schemas.microsoft.com/office/drawing/2014/main" id="{9544BDA5-D27B-A849-9FB1-38CEC92EB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420938"/>
            <a:ext cx="6192837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让</a:t>
            </a:r>
            <a:r>
              <a:rPr kumimoji="1"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LED</a:t>
            </a:r>
            <a:r>
              <a:rPr kumimoji="1"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从最亮开始慢慢变暗又再满满变量的的效果如何实现？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260075CB-AF3F-874A-996D-64E3BDE4D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参考代码</a:t>
            </a:r>
            <a:endParaRPr lang="en-US" altLang="zh-CN"/>
          </a:p>
        </p:txBody>
      </p:sp>
      <p:sp>
        <p:nvSpPr>
          <p:cNvPr id="59394" name="Content Placeholder 3">
            <a:extLst>
              <a:ext uri="{FF2B5EF4-FFF2-40B4-BE49-F238E27FC236}">
                <a16:creationId xmlns:a16="http://schemas.microsoft.com/office/drawing/2014/main" id="{1B7B6339-A160-A44F-8414-17EEF266B3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6425" cy="5256212"/>
          </a:xfrm>
        </p:spPr>
        <p:txBody>
          <a:bodyPr/>
          <a:lstStyle/>
          <a:p>
            <a:endParaRPr lang="en-US" altLang="zh-CN"/>
          </a:p>
        </p:txBody>
      </p:sp>
      <p:pic>
        <p:nvPicPr>
          <p:cNvPr id="59395" name="Picture 2">
            <a:extLst>
              <a:ext uri="{FF2B5EF4-FFF2-40B4-BE49-F238E27FC236}">
                <a16:creationId xmlns:a16="http://schemas.microsoft.com/office/drawing/2014/main" id="{0D5F3950-BCE8-CB46-93FB-AB0C77F78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1312863"/>
            <a:ext cx="8134350" cy="5181600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2B86AA3-5BFB-BA49-AE2B-C8817EE77217}"/>
              </a:ext>
            </a:extLst>
          </p:cNvPr>
          <p:cNvGraphicFramePr/>
          <p:nvPr/>
        </p:nvGraphicFramePr>
        <p:xfrm>
          <a:off x="1219200" y="333316"/>
          <a:ext cx="7581900" cy="5875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60418" name="Group 6">
            <a:extLst>
              <a:ext uri="{FF2B5EF4-FFF2-40B4-BE49-F238E27FC236}">
                <a16:creationId xmlns:a16="http://schemas.microsoft.com/office/drawing/2014/main" id="{5D40A616-A6BE-7B43-8ECA-0535E70E7789}"/>
              </a:ext>
            </a:extLst>
          </p:cNvPr>
          <p:cNvGrpSpPr>
            <a:grpSpLocks/>
          </p:cNvGrpSpPr>
          <p:nvPr/>
        </p:nvGrpSpPr>
        <p:grpSpPr bwMode="auto">
          <a:xfrm>
            <a:off x="1885950" y="6297613"/>
            <a:ext cx="5476875" cy="488950"/>
            <a:chOff x="1885950" y="6164473"/>
            <a:chExt cx="5476875" cy="488738"/>
          </a:xfrm>
        </p:grpSpPr>
        <p:sp>
          <p:nvSpPr>
            <p:cNvPr id="60420" name="Rectangle 1">
              <a:extLst>
                <a:ext uri="{FF2B5EF4-FFF2-40B4-BE49-F238E27FC236}">
                  <a16:creationId xmlns:a16="http://schemas.microsoft.com/office/drawing/2014/main" id="{9EBA69E5-2067-B446-BDDD-4A4EB46A6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5950" y="6237713"/>
              <a:ext cx="5476875" cy="4154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algn="ctr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altLang="zh-CN" sz="900" u="sng">
                  <a:solidFill>
                    <a:srgbClr val="4374B7"/>
                  </a:solidFill>
                  <a:latin typeface="Helvetica Neue" panose="02000503000000020004" pitchFamily="2" charset="0"/>
                  <a:cs typeface="Arial" panose="020B0604020202020204" pitchFamily="34" charset="0"/>
                  <a:hlinkClick r:id="rId7"/>
                </a:rPr>
                <a:t> </a:t>
              </a:r>
              <a:r>
                <a:rPr lang="en-US" altLang="zh-CN" u="sng">
                  <a:solidFill>
                    <a:srgbClr val="4374B7"/>
                  </a:solidFill>
                  <a:latin typeface="Helvetica Neue" panose="02000503000000020004" pitchFamily="2" charset="0"/>
                  <a:cs typeface="Arial" panose="020B0604020202020204" pitchFamily="34" charset="0"/>
                </a:rPr>
                <a:t> </a:t>
              </a:r>
              <a:r>
                <a:rPr lang="en-US" altLang="zh-CN" sz="900" u="sng">
                  <a:solidFill>
                    <a:srgbClr val="4374B7"/>
                  </a:solidFill>
                  <a:latin typeface="Helvetica Neue" panose="02000503000000020004" pitchFamily="2" charset="0"/>
                  <a:cs typeface="Arial" panose="020B0604020202020204" pitchFamily="34" charset="0"/>
                </a:rPr>
                <a:t>                         </a:t>
              </a:r>
              <a:br>
                <a:rPr lang="en-US" altLang="zh-CN" sz="700" u="sng">
                  <a:solidFill>
                    <a:schemeClr val="tx1"/>
                  </a:solidFill>
                  <a:cs typeface="Arial" panose="020B0604020202020204" pitchFamily="34" charset="0"/>
                </a:rPr>
              </a:br>
              <a:r>
                <a:rPr lang="en-US" altLang="zh-CN" sz="900" u="sng">
                  <a:solidFill>
                    <a:srgbClr val="000000"/>
                  </a:solidFill>
                  <a:latin typeface="Helvetica Neue" panose="02000503000000020004" pitchFamily="2" charset="0"/>
                  <a:cs typeface="Arial" panose="020B0604020202020204" pitchFamily="34" charset="0"/>
                </a:rPr>
                <a:t>This work is licensed under a </a:t>
              </a:r>
              <a:r>
                <a:rPr lang="en-US" altLang="zh-CN" sz="900" u="sng">
                  <a:solidFill>
                    <a:srgbClr val="4374B7"/>
                  </a:solidFill>
                  <a:latin typeface="Helvetica Neue" panose="02000503000000020004" pitchFamily="2" charset="0"/>
                  <a:cs typeface="Arial" panose="020B0604020202020204" pitchFamily="34" charset="0"/>
                  <a:hlinkClick r:id="rId7"/>
                </a:rPr>
                <a:t>Creative Commons Attribution-ShareAlike 3.0 United States License</a:t>
              </a:r>
              <a:r>
                <a:rPr lang="en-US" altLang="zh-CN" sz="900" u="sng">
                  <a:solidFill>
                    <a:srgbClr val="000000"/>
                  </a:solidFill>
                  <a:latin typeface="Helvetica Neue" panose="02000503000000020004" pitchFamily="2" charset="0"/>
                  <a:cs typeface="Arial" panose="020B0604020202020204" pitchFamily="34" charset="0"/>
                </a:rPr>
                <a:t>.</a:t>
              </a:r>
              <a:r>
                <a:rPr lang="en-US" altLang="zh-CN" sz="700" u="sng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endParaRPr lang="en-US" altLang="zh-CN" sz="900" u="sng">
                <a:solidFill>
                  <a:srgbClr val="4374B7"/>
                </a:solidFill>
                <a:latin typeface="Helvetica Neue" panose="02000503000000020004" pitchFamily="2" charset="0"/>
                <a:cs typeface="Arial" panose="020B0604020202020204" pitchFamily="34" charset="0"/>
              </a:endParaRPr>
            </a:p>
          </p:txBody>
        </p:sp>
        <p:pic>
          <p:nvPicPr>
            <p:cNvPr id="60421" name="Picture 2" descr="Creative Commons License">
              <a:hlinkClick r:id="rId7"/>
              <a:extLst>
                <a:ext uri="{FF2B5EF4-FFF2-40B4-BE49-F238E27FC236}">
                  <a16:creationId xmlns:a16="http://schemas.microsoft.com/office/drawing/2014/main" id="{65CF8831-A4D9-1845-AD0F-D64C71D072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5287" y="6164473"/>
              <a:ext cx="838200" cy="295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32859F2-7447-B34B-B503-23A64BA100E4}"/>
              </a:ext>
            </a:extLst>
          </p:cNvPr>
          <p:cNvSpPr/>
          <p:nvPr/>
        </p:nvSpPr>
        <p:spPr>
          <a:xfrm rot="16200000">
            <a:off x="-1797050" y="2787650"/>
            <a:ext cx="5880100" cy="914400"/>
          </a:xfrm>
          <a:prstGeom prst="rect">
            <a:avLst/>
          </a:prstGeom>
          <a:gradFill flip="none" rotWithShape="1">
            <a:gsLst>
              <a:gs pos="0">
                <a:srgbClr val="E72D2F"/>
              </a:gs>
              <a:gs pos="0">
                <a:srgbClr val="E72D2F"/>
              </a:gs>
              <a:gs pos="100000">
                <a:srgbClr val="E72D2F">
                  <a:lumMod val="68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r>
              <a:rPr lang="en-US" altLang="zh-CN" sz="4400" b="1"/>
              <a:t>6</a:t>
            </a:r>
            <a:r>
              <a:rPr lang="zh-CN" altLang="en-US" sz="4400" b="1" dirty="0"/>
              <a:t>大基本概念</a:t>
            </a:r>
            <a:endParaRPr lang="en-US" sz="4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dirty="0">
            <a:solidFill>
              <a:srgbClr val="C00000"/>
            </a:solidFill>
            <a:latin typeface="Times New Roman" panose="02020603050405020304" pitchFamily="18" charset="0"/>
            <a:ea typeface="楷体" panose="02010609060101010101" pitchFamily="49" charset="-122"/>
          </a:defRPr>
        </a:defPPr>
      </a:lstStyle>
    </a:spDef>
    <a:lnDef>
      <a:spPr bwMode="auto">
        <a:solidFill>
          <a:srgbClr val="00B8FF"/>
        </a:solidFill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</a:spPr>
      <a:bodyPr wrap="square" rtlCol="0">
        <a:spAutoFit/>
      </a:bodyPr>
      <a:lstStyle>
        <a:defPPr eaLnBrk="1" hangingPunct="1">
          <a:lnSpc>
            <a:spcPct val="120000"/>
          </a:lnSpc>
          <a:spcBef>
            <a:spcPct val="0"/>
          </a:spcBef>
          <a:buClrTx/>
          <a:buSzTx/>
          <a:buFontTx/>
          <a:buNone/>
          <a:defRPr kumimoji="1" sz="2800" b="1" dirty="0" smtClean="0">
            <a:solidFill>
              <a:srgbClr val="C00000"/>
            </a:solidFill>
            <a:latin typeface="Times New Roman" panose="02020603050405020304" pitchFamily="18" charset="0"/>
            <a:ea typeface="楷体" panose="02010609060101010101" pitchFamily="49" charset="-122"/>
          </a:defRPr>
        </a:defPPr>
      </a:lstStyle>
    </a:tx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26027</TotalTime>
  <Words>760</Words>
  <Application>Microsoft Macintosh PowerPoint</Application>
  <PresentationFormat>On-screen Show (4:3)</PresentationFormat>
  <Paragraphs>163</Paragraphs>
  <Slides>32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HelveticaNeueLT Pro 77 BdCn</vt:lpstr>
      <vt:lpstr>楷体_GB2312</vt:lpstr>
      <vt:lpstr>华文中宋</vt:lpstr>
      <vt:lpstr>Arial</vt:lpstr>
      <vt:lpstr>Courier New</vt:lpstr>
      <vt:lpstr>Helvetica Neue</vt:lpstr>
      <vt:lpstr>Times New Roman</vt:lpstr>
      <vt:lpstr>Office 主题​​</vt:lpstr>
      <vt:lpstr>传感器技术与应用</vt:lpstr>
      <vt:lpstr>PowerPoint Presentation</vt:lpstr>
      <vt:lpstr>Arduino 及兼容板</vt:lpstr>
      <vt:lpstr>Arduino硬件</vt:lpstr>
      <vt:lpstr>Arduino硬件</vt:lpstr>
      <vt:lpstr>Arduino 简单示例</vt:lpstr>
      <vt:lpstr>概念: 输入INPUT vs. 输出OUTPUT</vt:lpstr>
      <vt:lpstr>概念: 输入INPUT vs. 输出OUTPUT</vt:lpstr>
      <vt:lpstr>概念: 模拟量 vs. 数字量</vt:lpstr>
      <vt:lpstr>下载Arduino的IDE</vt:lpstr>
      <vt:lpstr>PowerPoint Presentation</vt:lpstr>
      <vt:lpstr>解压IDE的压缩包</vt:lpstr>
      <vt:lpstr>PowerPoint Presentation</vt:lpstr>
      <vt:lpstr>Arduin的IDE</vt:lpstr>
      <vt:lpstr>设置：开发板Mega 2560</vt:lpstr>
      <vt:lpstr>设置端口：选自己机器上的端口号</vt:lpstr>
      <vt:lpstr>PowerPoint Presentation</vt:lpstr>
      <vt:lpstr>PowerPoint Presentation</vt:lpstr>
      <vt:lpstr>PowerPoint Presentation</vt:lpstr>
      <vt:lpstr>PowerPoint Presentation</vt:lpstr>
      <vt:lpstr>编程：注释</vt:lpstr>
      <vt:lpstr>编程:  变量</vt:lpstr>
      <vt:lpstr>编程概念:  变量类型</vt:lpstr>
      <vt:lpstr>编程：3条基本的指令</vt:lpstr>
      <vt:lpstr>PowerPoint Presentation</vt:lpstr>
      <vt:lpstr>如何修改程序？</vt:lpstr>
      <vt:lpstr>Arduino如何实现输出模拟信号？</vt:lpstr>
      <vt:lpstr>用脉宽调制产生模拟信号</vt:lpstr>
      <vt:lpstr>模拟信号输出</vt:lpstr>
      <vt:lpstr>如何实现LED的减亮间按的效果？</vt:lpstr>
      <vt:lpstr>参考代码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IBM_ILY</dc:creator>
  <cp:keywords/>
  <dc:description/>
  <cp:lastModifiedBy>Microsoft Office User</cp:lastModifiedBy>
  <cp:revision>318</cp:revision>
  <cp:lastPrinted>1601-01-01T00:00:00Z</cp:lastPrinted>
  <dcterms:created xsi:type="dcterms:W3CDTF">2007-02-12T01:40:33Z</dcterms:created>
  <dcterms:modified xsi:type="dcterms:W3CDTF">2025-03-05T07:43:10Z</dcterms:modified>
</cp:coreProperties>
</file>