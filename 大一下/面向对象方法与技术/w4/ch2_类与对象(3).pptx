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6"/>
  </p:notesMasterIdLst>
  <p:sldIdLst>
    <p:sldId id="257" r:id="rId2"/>
    <p:sldId id="357" r:id="rId3"/>
    <p:sldId id="368" r:id="rId4"/>
    <p:sldId id="303" r:id="rId5"/>
    <p:sldId id="378" r:id="rId6"/>
    <p:sldId id="369" r:id="rId7"/>
    <p:sldId id="371" r:id="rId8"/>
    <p:sldId id="372" r:id="rId9"/>
    <p:sldId id="373" r:id="rId10"/>
    <p:sldId id="304" r:id="rId11"/>
    <p:sldId id="379" r:id="rId12"/>
    <p:sldId id="363" r:id="rId13"/>
    <p:sldId id="370" r:id="rId14"/>
    <p:sldId id="380" r:id="rId15"/>
    <p:sldId id="308" r:id="rId16"/>
    <p:sldId id="375" r:id="rId17"/>
    <p:sldId id="376" r:id="rId18"/>
    <p:sldId id="377" r:id="rId19"/>
    <p:sldId id="311" r:id="rId20"/>
    <p:sldId id="312" r:id="rId21"/>
    <p:sldId id="374" r:id="rId22"/>
    <p:sldId id="313" r:id="rId23"/>
    <p:sldId id="314" r:id="rId24"/>
    <p:sldId id="315" r:id="rId25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6F747"/>
    <a:srgbClr val="F0FA90"/>
    <a:srgbClr val="FAFEB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749"/>
    <p:restoredTop sz="94660"/>
  </p:normalViewPr>
  <p:slideViewPr>
    <p:cSldViewPr>
      <p:cViewPr varScale="1">
        <p:scale>
          <a:sx n="128" d="100"/>
          <a:sy n="128" d="100"/>
        </p:scale>
        <p:origin x="1440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90" d="100"/>
        <a:sy n="190" d="100"/>
      </p:scale>
      <p:origin x="0" y="-5789"/>
    </p:cViewPr>
  </p:sorterViewPr>
  <p:gridSpacing cx="36004" cy="36004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C9A2C77-C32B-432B-B41B-DCAA66A5AE2D}" type="datetimeFigureOut">
              <a:rPr lang="zh-CN" altLang="en-US" smtClean="0"/>
              <a:t>2024/3/13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6F0234E-5856-4ADF-B799-10D87A0C067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996359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4423" eaLnBrk="0" hangingPunct="0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685817" indent="-263776" defTabSz="914423" eaLnBrk="0" hangingPunct="0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055103" indent="-211021" defTabSz="914423" eaLnBrk="0" hangingPunct="0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477145" indent="-211021" defTabSz="914423" eaLnBrk="0" hangingPunct="0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1899186" indent="-211021" defTabSz="914423" eaLnBrk="0" hangingPunct="0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321227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743269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165310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587351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/>
            <a:fld id="{62490164-6E60-4EED-B13D-5ACDAC0A2C84}" type="slidenum">
              <a:rPr lang="en-US" altLang="zh-CN" sz="1200"/>
              <a:pPr eaLnBrk="1" hangingPunct="1"/>
              <a:t>1</a:t>
            </a:fld>
            <a:endParaRPr lang="en-US" altLang="zh-CN" sz="1200"/>
          </a:p>
        </p:txBody>
      </p:sp>
      <p:sp>
        <p:nvSpPr>
          <p:cNvPr id="102403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ln/>
        </p:spPr>
      </p:sp>
      <p:sp>
        <p:nvSpPr>
          <p:cNvPr id="102404" name="Rectangle 1027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>
              <a:ea typeface="宋体" charset="-122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4423" eaLnBrk="0" hangingPunct="0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685817" indent="-263776" defTabSz="914423" eaLnBrk="0" hangingPunct="0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055103" indent="-211021" defTabSz="914423" eaLnBrk="0" hangingPunct="0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477145" indent="-211021" defTabSz="914423" eaLnBrk="0" hangingPunct="0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1899186" indent="-211021" defTabSz="914423" eaLnBrk="0" hangingPunct="0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321227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743269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165310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587351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/>
            <a:fld id="{E11D925C-3430-4855-AA02-AFE8AFE659EA}" type="slidenum">
              <a:rPr lang="en-US" altLang="zh-CN" sz="1200"/>
              <a:pPr eaLnBrk="1" hangingPunct="1"/>
              <a:t>2</a:t>
            </a:fld>
            <a:endParaRPr lang="en-US" altLang="zh-CN" sz="1200"/>
          </a:p>
        </p:txBody>
      </p:sp>
      <p:sp>
        <p:nvSpPr>
          <p:cNvPr id="1034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ln/>
        </p:spPr>
      </p:sp>
      <p:sp>
        <p:nvSpPr>
          <p:cNvPr id="1034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>
              <a:ea typeface="宋体" charset="-122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506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4423" eaLnBrk="0" hangingPunct="0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685817" indent="-263776" defTabSz="914423" eaLnBrk="0" hangingPunct="0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055103" indent="-211021" defTabSz="914423" eaLnBrk="0" hangingPunct="0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477145" indent="-211021" defTabSz="914423" eaLnBrk="0" hangingPunct="0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1899186" indent="-211021" defTabSz="914423" eaLnBrk="0" hangingPunct="0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321227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743269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165310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587351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/>
            <a:fld id="{D203DC7F-0F4B-4E8B-9102-D81231B54C9F}" type="slidenum">
              <a:rPr lang="en-US" altLang="zh-CN" sz="1200"/>
              <a:pPr eaLnBrk="1" hangingPunct="1"/>
              <a:t>4</a:t>
            </a:fld>
            <a:endParaRPr lang="en-US" altLang="zh-CN" sz="1200"/>
          </a:p>
        </p:txBody>
      </p:sp>
      <p:sp>
        <p:nvSpPr>
          <p:cNvPr id="1495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ln/>
        </p:spPr>
      </p:sp>
      <p:sp>
        <p:nvSpPr>
          <p:cNvPr id="149508" name="Rectangle 4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>
              <a:ea typeface="宋体" charset="-122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506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4423" eaLnBrk="0" hangingPunct="0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685817" indent="-263776" defTabSz="914423" eaLnBrk="0" hangingPunct="0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055103" indent="-211021" defTabSz="914423" eaLnBrk="0" hangingPunct="0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477145" indent="-211021" defTabSz="914423" eaLnBrk="0" hangingPunct="0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1899186" indent="-211021" defTabSz="914423" eaLnBrk="0" hangingPunct="0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321227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743269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165310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587351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/>
            <a:fld id="{D203DC7F-0F4B-4E8B-9102-D81231B54C9F}" type="slidenum">
              <a:rPr lang="en-US" altLang="zh-CN" sz="1200">
                <a:solidFill>
                  <a:prstClr val="black"/>
                </a:solidFill>
              </a:rPr>
              <a:pPr eaLnBrk="1" hangingPunct="1"/>
              <a:t>5</a:t>
            </a:fld>
            <a:endParaRPr lang="en-US" altLang="zh-CN" sz="1200">
              <a:solidFill>
                <a:prstClr val="black"/>
              </a:solidFill>
            </a:endParaRPr>
          </a:p>
        </p:txBody>
      </p:sp>
      <p:sp>
        <p:nvSpPr>
          <p:cNvPr id="1495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ln/>
        </p:spPr>
      </p:sp>
      <p:sp>
        <p:nvSpPr>
          <p:cNvPr id="149508" name="Rectangle 4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>
              <a:ea typeface="宋体" charset="-122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530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4423" eaLnBrk="0" hangingPunct="0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685817" indent="-263776" defTabSz="914423" eaLnBrk="0" hangingPunct="0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055103" indent="-211021" defTabSz="914423" eaLnBrk="0" hangingPunct="0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477145" indent="-211021" defTabSz="914423" eaLnBrk="0" hangingPunct="0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1899186" indent="-211021" defTabSz="914423" eaLnBrk="0" hangingPunct="0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321227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743269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165310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587351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/>
            <a:fld id="{5FFA3DFA-55F9-416E-A40F-12B3428255A6}" type="slidenum">
              <a:rPr lang="en-US" altLang="zh-CN" sz="1200"/>
              <a:pPr eaLnBrk="1" hangingPunct="1"/>
              <a:t>7</a:t>
            </a:fld>
            <a:endParaRPr lang="en-US" altLang="zh-CN" sz="1200"/>
          </a:p>
        </p:txBody>
      </p:sp>
      <p:sp>
        <p:nvSpPr>
          <p:cNvPr id="1505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ln/>
        </p:spPr>
      </p:sp>
      <p:sp>
        <p:nvSpPr>
          <p:cNvPr id="150532" name="Rectangle 4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>
              <a:ea typeface="宋体" charset="-122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78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4423" eaLnBrk="0" hangingPunct="0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685817" indent="-263776" defTabSz="914423" eaLnBrk="0" hangingPunct="0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055103" indent="-211021" defTabSz="914423" eaLnBrk="0" hangingPunct="0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477145" indent="-211021" defTabSz="914423" eaLnBrk="0" hangingPunct="0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1899186" indent="-211021" defTabSz="914423" eaLnBrk="0" hangingPunct="0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321227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743269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165310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587351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/>
            <a:fld id="{9B74B4C1-A4E5-4766-8D44-0C4038E9EF6B}" type="slidenum">
              <a:rPr lang="en-US" altLang="zh-CN" sz="1200"/>
              <a:pPr eaLnBrk="1" hangingPunct="1"/>
              <a:t>8</a:t>
            </a:fld>
            <a:endParaRPr lang="en-US" altLang="zh-CN" sz="1200"/>
          </a:p>
        </p:txBody>
      </p:sp>
      <p:sp>
        <p:nvSpPr>
          <p:cNvPr id="152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ln/>
        </p:spPr>
      </p:sp>
      <p:sp>
        <p:nvSpPr>
          <p:cNvPr id="152580" name="Rectangle 4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>
              <a:ea typeface="宋体" charset="-122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02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4423" eaLnBrk="0" hangingPunct="0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685817" indent="-263776" defTabSz="914423" eaLnBrk="0" hangingPunct="0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055103" indent="-211021" defTabSz="914423" eaLnBrk="0" hangingPunct="0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477145" indent="-211021" defTabSz="914423" eaLnBrk="0" hangingPunct="0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1899186" indent="-211021" defTabSz="914423" eaLnBrk="0" hangingPunct="0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321227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743269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165310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587351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/>
            <a:fld id="{EDC8F2AA-7622-43D1-9279-51BE11225151}" type="slidenum">
              <a:rPr lang="en-US" altLang="zh-CN" sz="1200"/>
              <a:pPr eaLnBrk="1" hangingPunct="1"/>
              <a:t>9</a:t>
            </a:fld>
            <a:endParaRPr lang="en-US" altLang="zh-CN" sz="1200"/>
          </a:p>
        </p:txBody>
      </p:sp>
      <p:sp>
        <p:nvSpPr>
          <p:cNvPr id="1536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ln/>
        </p:spPr>
      </p:sp>
      <p:sp>
        <p:nvSpPr>
          <p:cNvPr id="153604" name="Rectangle 4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>
              <a:ea typeface="宋体" charset="-122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530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4423" eaLnBrk="0" hangingPunct="0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685817" indent="-263776" defTabSz="914423" eaLnBrk="0" hangingPunct="0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055103" indent="-211021" defTabSz="914423" eaLnBrk="0" hangingPunct="0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477145" indent="-211021" defTabSz="914423" eaLnBrk="0" hangingPunct="0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1899186" indent="-211021" defTabSz="914423" eaLnBrk="0" hangingPunct="0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321227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743269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165310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587351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/>
            <a:fld id="{5FFA3DFA-55F9-416E-A40F-12B3428255A6}" type="slidenum">
              <a:rPr lang="en-US" altLang="zh-CN" sz="1200"/>
              <a:pPr eaLnBrk="1" hangingPunct="1"/>
              <a:t>10</a:t>
            </a:fld>
            <a:endParaRPr lang="en-US" altLang="zh-CN" sz="1200"/>
          </a:p>
        </p:txBody>
      </p:sp>
      <p:sp>
        <p:nvSpPr>
          <p:cNvPr id="1505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ln/>
        </p:spPr>
      </p:sp>
      <p:sp>
        <p:nvSpPr>
          <p:cNvPr id="150532" name="Rectangle 4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>
              <a:ea typeface="宋体" charset="-122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530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4423" eaLnBrk="0" hangingPunct="0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685817" indent="-263776" defTabSz="914423" eaLnBrk="0" hangingPunct="0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055103" indent="-211021" defTabSz="914423" eaLnBrk="0" hangingPunct="0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477145" indent="-211021" defTabSz="914423" eaLnBrk="0" hangingPunct="0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1899186" indent="-211021" defTabSz="914423" eaLnBrk="0" hangingPunct="0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321227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743269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165310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587351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marL="0" marR="0" lvl="0" indent="0" algn="r" defTabSz="91442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FFA3DFA-55F9-416E-A40F-12B3428255A6}" type="slidenum">
              <a:rPr kumimoji="1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charset="-122"/>
                <a:cs typeface="+mn-cs"/>
              </a:rPr>
              <a:pPr marL="0" marR="0" lvl="0" indent="0" algn="r" defTabSz="91442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itchFamily="18" charset="0"/>
              <a:ea typeface="宋体" charset="-122"/>
              <a:cs typeface="+mn-cs"/>
            </a:endParaRPr>
          </a:p>
        </p:txBody>
      </p:sp>
      <p:sp>
        <p:nvSpPr>
          <p:cNvPr id="1505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ln/>
        </p:spPr>
      </p:sp>
      <p:sp>
        <p:nvSpPr>
          <p:cNvPr id="150532" name="Rectangle 4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>
              <a:ea typeface="宋体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43152076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554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4423" eaLnBrk="0" hangingPunct="0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685817" indent="-263776" defTabSz="914423" eaLnBrk="0" hangingPunct="0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055103" indent="-211021" defTabSz="914423" eaLnBrk="0" hangingPunct="0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477145" indent="-211021" defTabSz="914423" eaLnBrk="0" hangingPunct="0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1899186" indent="-211021" defTabSz="914423" eaLnBrk="0" hangingPunct="0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321227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743269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165310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587351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/>
            <a:fld id="{E25DED22-5031-4311-965B-487A74548CF2}" type="slidenum">
              <a:rPr lang="en-US" altLang="zh-CN" sz="1200"/>
              <a:pPr eaLnBrk="1" hangingPunct="1"/>
              <a:t>12</a:t>
            </a:fld>
            <a:endParaRPr lang="en-US" altLang="zh-CN" sz="1200"/>
          </a:p>
        </p:txBody>
      </p:sp>
      <p:sp>
        <p:nvSpPr>
          <p:cNvPr id="1515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ln/>
        </p:spPr>
      </p:sp>
      <p:sp>
        <p:nvSpPr>
          <p:cNvPr id="151556" name="Rectangle 4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>
              <a:ea typeface="宋体" charset="-122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530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4423" eaLnBrk="0" hangingPunct="0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685817" indent="-263776" defTabSz="914423" eaLnBrk="0" hangingPunct="0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055103" indent="-211021" defTabSz="914423" eaLnBrk="0" hangingPunct="0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477145" indent="-211021" defTabSz="914423" eaLnBrk="0" hangingPunct="0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1899186" indent="-211021" defTabSz="914423" eaLnBrk="0" hangingPunct="0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321227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743269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165310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587351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/>
            <a:fld id="{5FFA3DFA-55F9-416E-A40F-12B3428255A6}" type="slidenum">
              <a:rPr lang="en-US" altLang="zh-CN" sz="1200"/>
              <a:pPr eaLnBrk="1" hangingPunct="1"/>
              <a:t>13</a:t>
            </a:fld>
            <a:endParaRPr lang="en-US" altLang="zh-CN" sz="1200"/>
          </a:p>
        </p:txBody>
      </p:sp>
      <p:sp>
        <p:nvSpPr>
          <p:cNvPr id="1505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ln/>
        </p:spPr>
      </p:sp>
      <p:sp>
        <p:nvSpPr>
          <p:cNvPr id="150532" name="Rectangle 4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>
              <a:ea typeface="宋体" charset="-122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530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4423" eaLnBrk="0" hangingPunct="0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685817" indent="-263776" defTabSz="914423" eaLnBrk="0" hangingPunct="0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055103" indent="-211021" defTabSz="914423" eaLnBrk="0" hangingPunct="0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477145" indent="-211021" defTabSz="914423" eaLnBrk="0" hangingPunct="0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1899186" indent="-211021" defTabSz="914423" eaLnBrk="0" hangingPunct="0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321227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743269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165310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587351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marL="0" marR="0" lvl="0" indent="0" algn="r" defTabSz="91442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FFA3DFA-55F9-416E-A40F-12B3428255A6}" type="slidenum">
              <a:rPr kumimoji="1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charset="-122"/>
                <a:cs typeface="+mn-cs"/>
              </a:rPr>
              <a:pPr marL="0" marR="0" lvl="0" indent="0" algn="r" defTabSz="91442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itchFamily="18" charset="0"/>
              <a:ea typeface="宋体" charset="-122"/>
              <a:cs typeface="+mn-cs"/>
            </a:endParaRPr>
          </a:p>
        </p:txBody>
      </p:sp>
      <p:sp>
        <p:nvSpPr>
          <p:cNvPr id="1505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ln/>
        </p:spPr>
      </p:sp>
      <p:sp>
        <p:nvSpPr>
          <p:cNvPr id="150532" name="Rectangle 4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>
              <a:ea typeface="宋体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13142063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6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4423" eaLnBrk="0" hangingPunct="0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685817" indent="-263776" defTabSz="914423" eaLnBrk="0" hangingPunct="0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055103" indent="-211021" defTabSz="914423" eaLnBrk="0" hangingPunct="0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477145" indent="-211021" defTabSz="914423" eaLnBrk="0" hangingPunct="0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1899186" indent="-211021" defTabSz="914423" eaLnBrk="0" hangingPunct="0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321227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743269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165310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587351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/>
            <a:fld id="{777423DE-CDCE-4D24-8BAC-1DA5ACCE4B6E}" type="slidenum">
              <a:rPr lang="en-US" altLang="zh-CN" sz="1200"/>
              <a:pPr eaLnBrk="1" hangingPunct="1"/>
              <a:t>15</a:t>
            </a:fld>
            <a:endParaRPr lang="en-US" altLang="zh-CN" sz="1200"/>
          </a:p>
        </p:txBody>
      </p:sp>
      <p:sp>
        <p:nvSpPr>
          <p:cNvPr id="1546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ln/>
        </p:spPr>
      </p:sp>
      <p:sp>
        <p:nvSpPr>
          <p:cNvPr id="154628" name="Rectangle 4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>
              <a:ea typeface="宋体" charset="-122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698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4423" eaLnBrk="0" hangingPunct="0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685817" indent="-263776" defTabSz="914423" eaLnBrk="0" hangingPunct="0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055103" indent="-211021" defTabSz="914423" eaLnBrk="0" hangingPunct="0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477145" indent="-211021" defTabSz="914423" eaLnBrk="0" hangingPunct="0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1899186" indent="-211021" defTabSz="914423" eaLnBrk="0" hangingPunct="0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321227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743269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165310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587351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/>
            <a:fld id="{CA832D0E-A0ED-46A8-B7C5-F586054797B5}" type="slidenum">
              <a:rPr lang="en-US" altLang="zh-CN" sz="1200"/>
              <a:pPr eaLnBrk="1" hangingPunct="1"/>
              <a:t>19</a:t>
            </a:fld>
            <a:endParaRPr lang="en-US" altLang="zh-CN" sz="1200"/>
          </a:p>
        </p:txBody>
      </p:sp>
      <p:sp>
        <p:nvSpPr>
          <p:cNvPr id="1576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ln/>
        </p:spPr>
      </p:sp>
      <p:sp>
        <p:nvSpPr>
          <p:cNvPr id="157700" name="Rectangle 4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>
              <a:ea typeface="宋体" charset="-122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722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4423" eaLnBrk="0" hangingPunct="0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685817" indent="-263776" defTabSz="914423" eaLnBrk="0" hangingPunct="0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055103" indent="-211021" defTabSz="914423" eaLnBrk="0" hangingPunct="0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477145" indent="-211021" defTabSz="914423" eaLnBrk="0" hangingPunct="0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1899186" indent="-211021" defTabSz="914423" eaLnBrk="0" hangingPunct="0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321227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743269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165310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587351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/>
            <a:fld id="{B833ACCF-94E5-40D9-9D91-048987B2A306}" type="slidenum">
              <a:rPr lang="en-US" altLang="zh-CN" sz="1200"/>
              <a:pPr eaLnBrk="1" hangingPunct="1"/>
              <a:t>20</a:t>
            </a:fld>
            <a:endParaRPr lang="en-US" altLang="zh-CN" sz="1200"/>
          </a:p>
        </p:txBody>
      </p:sp>
      <p:sp>
        <p:nvSpPr>
          <p:cNvPr id="1587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ln/>
        </p:spPr>
      </p:sp>
      <p:sp>
        <p:nvSpPr>
          <p:cNvPr id="158724" name="Rectangle 4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>
              <a:ea typeface="宋体" charset="-122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746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4423" eaLnBrk="0" hangingPunct="0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685817" indent="-263776" defTabSz="914423" eaLnBrk="0" hangingPunct="0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055103" indent="-211021" defTabSz="914423" eaLnBrk="0" hangingPunct="0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477145" indent="-211021" defTabSz="914423" eaLnBrk="0" hangingPunct="0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1899186" indent="-211021" defTabSz="914423" eaLnBrk="0" hangingPunct="0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321227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743269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165310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587351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/>
            <a:fld id="{45ECC495-1F20-4F1B-96A7-436256C81974}" type="slidenum">
              <a:rPr lang="en-US" altLang="zh-CN" sz="1200"/>
              <a:pPr eaLnBrk="1" hangingPunct="1"/>
              <a:t>22</a:t>
            </a:fld>
            <a:endParaRPr lang="en-US" altLang="zh-CN" sz="1200"/>
          </a:p>
        </p:txBody>
      </p:sp>
      <p:sp>
        <p:nvSpPr>
          <p:cNvPr id="1597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ln/>
        </p:spPr>
      </p:sp>
      <p:sp>
        <p:nvSpPr>
          <p:cNvPr id="159748" name="Rectangle 4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>
              <a:ea typeface="宋体" charset="-122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770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4423" eaLnBrk="0" hangingPunct="0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685817" indent="-263776" defTabSz="914423" eaLnBrk="0" hangingPunct="0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055103" indent="-211021" defTabSz="914423" eaLnBrk="0" hangingPunct="0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477145" indent="-211021" defTabSz="914423" eaLnBrk="0" hangingPunct="0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1899186" indent="-211021" defTabSz="914423" eaLnBrk="0" hangingPunct="0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321227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743269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165310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587351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/>
            <a:fld id="{4BB39E74-EBE3-45D9-9A07-331526DA8053}" type="slidenum">
              <a:rPr lang="en-US" altLang="zh-CN" sz="1200"/>
              <a:pPr eaLnBrk="1" hangingPunct="1"/>
              <a:t>23</a:t>
            </a:fld>
            <a:endParaRPr lang="en-US" altLang="zh-CN" sz="1200"/>
          </a:p>
        </p:txBody>
      </p:sp>
      <p:sp>
        <p:nvSpPr>
          <p:cNvPr id="1607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ln/>
        </p:spPr>
      </p:sp>
      <p:sp>
        <p:nvSpPr>
          <p:cNvPr id="160772" name="Rectangle 4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>
              <a:ea typeface="宋体" charset="-122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794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4423" eaLnBrk="0" hangingPunct="0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685817" indent="-263776" defTabSz="914423" eaLnBrk="0" hangingPunct="0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055103" indent="-211021" defTabSz="914423" eaLnBrk="0" hangingPunct="0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477145" indent="-211021" defTabSz="914423" eaLnBrk="0" hangingPunct="0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1899186" indent="-211021" defTabSz="914423" eaLnBrk="0" hangingPunct="0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321227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743269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165310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587351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/>
            <a:fld id="{A908B1AA-2B51-40D5-9CD3-F5BA6B330235}" type="slidenum">
              <a:rPr lang="en-US" altLang="zh-CN" sz="1200"/>
              <a:pPr eaLnBrk="1" hangingPunct="1"/>
              <a:t>24</a:t>
            </a:fld>
            <a:endParaRPr lang="en-US" altLang="zh-CN" sz="1200"/>
          </a:p>
        </p:txBody>
      </p:sp>
      <p:sp>
        <p:nvSpPr>
          <p:cNvPr id="1617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ln/>
        </p:spPr>
      </p:sp>
      <p:sp>
        <p:nvSpPr>
          <p:cNvPr id="161796" name="Rectangle 4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>
              <a:ea typeface="宋体" charset="-122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173157"/>
            <a:ext cx="7772400" cy="1470025"/>
          </a:xfrm>
        </p:spPr>
        <p:txBody>
          <a:bodyPr anchor="b"/>
          <a:lstStyle>
            <a:lvl1pPr algn="l">
              <a:defRPr sz="4800"/>
            </a:lvl1pPr>
          </a:lstStyle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687716" y="2643182"/>
            <a:ext cx="6670366" cy="1752600"/>
          </a:xfrm>
        </p:spPr>
        <p:txBody>
          <a:bodyPr/>
          <a:lstStyle>
            <a:lvl1pPr marL="0" indent="0" algn="l">
              <a:buNone/>
              <a:defRPr sz="28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0" lang="zh-CN" altLang="en-US"/>
              <a:t>单击此处编辑母版副标题样式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2024/3/13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zh-CN" altLang="en-US"/>
              <a:t>单击此处编辑母版文本样式</a:t>
            </a:r>
          </a:p>
          <a:p>
            <a:pPr lvl="1" eaLnBrk="1" latinLnBrk="0" hangingPunct="1"/>
            <a:r>
              <a:rPr lang="zh-CN" altLang="en-US"/>
              <a:t>第二级</a:t>
            </a:r>
          </a:p>
          <a:p>
            <a:pPr lvl="2" eaLnBrk="1" latinLnBrk="0" hangingPunct="1"/>
            <a:r>
              <a:rPr lang="zh-CN" altLang="en-US"/>
              <a:t>第三级</a:t>
            </a:r>
          </a:p>
          <a:p>
            <a:pPr lvl="3" eaLnBrk="1" latinLnBrk="0" hangingPunct="1"/>
            <a:r>
              <a:rPr lang="zh-CN" altLang="en-US"/>
              <a:t>第四级</a:t>
            </a:r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2024/3/13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5800" y="2924181"/>
            <a:ext cx="7772400" cy="1362075"/>
          </a:xfrm>
        </p:spPr>
        <p:txBody>
          <a:bodyPr anchor="t"/>
          <a:lstStyle>
            <a:lvl1pPr algn="l">
              <a:defRPr sz="4400" b="0" cap="all"/>
            </a:lvl1pPr>
          </a:lstStyle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85800" y="1428747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eaLnBrk="1" latinLnBrk="0" hangingPunct="1"/>
            <a:r>
              <a:rPr lang="zh-CN" altLang="en-US"/>
              <a:t>单击此处编辑母版文本样式</a:t>
            </a:r>
          </a:p>
          <a:p>
            <a:pPr lvl="1" eaLnBrk="1" latinLnBrk="0" hangingPunct="1"/>
            <a:r>
              <a:rPr lang="zh-CN" altLang="en-US"/>
              <a:t>第二级</a:t>
            </a:r>
          </a:p>
          <a:p>
            <a:pPr lvl="2" eaLnBrk="1" latinLnBrk="0" hangingPunct="1"/>
            <a:r>
              <a:rPr lang="zh-CN" altLang="en-US"/>
              <a:t>第三级</a:t>
            </a:r>
          </a:p>
          <a:p>
            <a:pPr lvl="3" eaLnBrk="1" latinLnBrk="0" hangingPunct="1"/>
            <a:r>
              <a:rPr lang="zh-CN" altLang="en-US"/>
              <a:t>第四级</a:t>
            </a:r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2024/3/13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eaLnBrk="1" latinLnBrk="0" hangingPunct="1"/>
            <a:r>
              <a:rPr lang="zh-CN" altLang="en-US"/>
              <a:t>单击此处编辑母版文本样式</a:t>
            </a:r>
          </a:p>
          <a:p>
            <a:pPr lvl="1" eaLnBrk="1" latinLnBrk="0" hangingPunct="1"/>
            <a:r>
              <a:rPr lang="zh-CN" altLang="en-US"/>
              <a:t>第二级</a:t>
            </a:r>
          </a:p>
          <a:p>
            <a:pPr lvl="2" eaLnBrk="1" latinLnBrk="0" hangingPunct="1"/>
            <a:r>
              <a:rPr lang="zh-CN" altLang="en-US"/>
              <a:t>第三级</a:t>
            </a:r>
          </a:p>
          <a:p>
            <a:pPr lvl="3" eaLnBrk="1" latinLnBrk="0" hangingPunct="1"/>
            <a:r>
              <a:rPr lang="zh-CN" altLang="en-US"/>
              <a:t>第四级</a:t>
            </a:r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eaLnBrk="1" latinLnBrk="0" hangingPunct="1"/>
            <a:r>
              <a:rPr lang="zh-CN" altLang="en-US"/>
              <a:t>单击此处编辑母版文本样式</a:t>
            </a:r>
          </a:p>
          <a:p>
            <a:pPr lvl="1" eaLnBrk="1" latinLnBrk="0" hangingPunct="1"/>
            <a:r>
              <a:rPr lang="zh-CN" altLang="en-US"/>
              <a:t>第二级</a:t>
            </a:r>
          </a:p>
          <a:p>
            <a:pPr lvl="2" eaLnBrk="1" latinLnBrk="0" hangingPunct="1"/>
            <a:r>
              <a:rPr lang="zh-CN" altLang="en-US"/>
              <a:t>第三级</a:t>
            </a:r>
          </a:p>
          <a:p>
            <a:pPr lvl="3" eaLnBrk="1" latinLnBrk="0" hangingPunct="1"/>
            <a:r>
              <a:rPr lang="zh-CN" altLang="en-US"/>
              <a:t>第四级</a:t>
            </a:r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2024/3/13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eaLnBrk="1" latinLnBrk="0" hangingPunct="1"/>
            <a:r>
              <a:rPr kumimoji="0"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eaLnBrk="1" latinLnBrk="0" hangingPunct="1"/>
            <a:r>
              <a:rPr lang="zh-CN" altLang="en-US"/>
              <a:t>单击此处编辑母版文本样式</a:t>
            </a:r>
          </a:p>
          <a:p>
            <a:pPr lvl="1" eaLnBrk="1" latinLnBrk="0" hangingPunct="1"/>
            <a:r>
              <a:rPr lang="zh-CN" altLang="en-US"/>
              <a:t>第二级</a:t>
            </a:r>
          </a:p>
          <a:p>
            <a:pPr lvl="2" eaLnBrk="1" latinLnBrk="0" hangingPunct="1"/>
            <a:r>
              <a:rPr lang="zh-CN" altLang="en-US"/>
              <a:t>第三级</a:t>
            </a:r>
          </a:p>
          <a:p>
            <a:pPr lvl="3" eaLnBrk="1" latinLnBrk="0" hangingPunct="1"/>
            <a:r>
              <a:rPr lang="zh-CN" altLang="en-US"/>
              <a:t>第四级</a:t>
            </a:r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eaLnBrk="1" latinLnBrk="0" hangingPunct="1"/>
            <a:r>
              <a:rPr kumimoji="0"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eaLnBrk="1" latinLnBrk="0" hangingPunct="1"/>
            <a:r>
              <a:rPr lang="zh-CN" altLang="en-US"/>
              <a:t>单击此处编辑母版文本样式</a:t>
            </a:r>
          </a:p>
          <a:p>
            <a:pPr lvl="1" eaLnBrk="1" latinLnBrk="0" hangingPunct="1"/>
            <a:r>
              <a:rPr lang="zh-CN" altLang="en-US"/>
              <a:t>第二级</a:t>
            </a:r>
          </a:p>
          <a:p>
            <a:pPr lvl="2" eaLnBrk="1" latinLnBrk="0" hangingPunct="1"/>
            <a:r>
              <a:rPr lang="zh-CN" altLang="en-US"/>
              <a:t>第三级</a:t>
            </a:r>
          </a:p>
          <a:p>
            <a:pPr lvl="3" eaLnBrk="1" latinLnBrk="0" hangingPunct="1"/>
            <a:r>
              <a:rPr lang="zh-CN" altLang="en-US"/>
              <a:t>第四级</a:t>
            </a:r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2024/3/13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2024/3/13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2024/3/13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60382" y="1071546"/>
            <a:ext cx="5111750" cy="504976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eaLnBrk="1" latinLnBrk="0" hangingPunct="1"/>
            <a:r>
              <a:rPr lang="zh-CN" altLang="en-US"/>
              <a:t>单击此处编辑母版文本样式</a:t>
            </a:r>
          </a:p>
          <a:p>
            <a:pPr lvl="1" eaLnBrk="1" latinLnBrk="0" hangingPunct="1"/>
            <a:r>
              <a:rPr lang="zh-CN" altLang="en-US"/>
              <a:t>第二级</a:t>
            </a:r>
          </a:p>
          <a:p>
            <a:pPr lvl="2" eaLnBrk="1" latinLnBrk="0" hangingPunct="1"/>
            <a:r>
              <a:rPr lang="zh-CN" altLang="en-US"/>
              <a:t>第三级</a:t>
            </a:r>
          </a:p>
          <a:p>
            <a:pPr lvl="3" eaLnBrk="1" latinLnBrk="0" hangingPunct="1"/>
            <a:r>
              <a:rPr lang="zh-CN" altLang="en-US"/>
              <a:t>第四级</a:t>
            </a:r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5679083" y="1071546"/>
            <a:ext cx="3008313" cy="342902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eaLnBrk="1" latinLnBrk="0" hangingPunct="1"/>
            <a:r>
              <a:rPr lang="zh-CN" altLang="en-US"/>
              <a:t>单击此处编辑母版文本样式</a:t>
            </a:r>
          </a:p>
          <a:p>
            <a:pPr lvl="1" eaLnBrk="1" latinLnBrk="0" hangingPunct="1"/>
            <a:r>
              <a:rPr lang="zh-CN" altLang="en-US"/>
              <a:t>第二级</a:t>
            </a:r>
          </a:p>
          <a:p>
            <a:pPr lvl="2" eaLnBrk="1" latinLnBrk="0" hangingPunct="1"/>
            <a:r>
              <a:rPr lang="zh-CN" altLang="en-US"/>
              <a:t>第三级</a:t>
            </a:r>
          </a:p>
          <a:p>
            <a:pPr lvl="3" eaLnBrk="1" latinLnBrk="0" hangingPunct="1"/>
            <a:r>
              <a:rPr lang="zh-CN" altLang="en-US"/>
              <a:t>第四级</a:t>
            </a:r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2024/3/13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5" y="285728"/>
            <a:ext cx="8230993" cy="696626"/>
          </a:xfrm>
        </p:spPr>
        <p:txBody>
          <a:bodyPr anchor="ctr"/>
          <a:lstStyle>
            <a:lvl1pPr algn="ctr">
              <a:defRPr sz="3600" b="0"/>
            </a:lvl1pPr>
          </a:lstStyle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001024" y="642918"/>
            <a:ext cx="785818" cy="4572032"/>
          </a:xfrm>
        </p:spPr>
        <p:txBody>
          <a:bodyPr vert="eaVert" anchor="ctr"/>
          <a:lstStyle>
            <a:lvl1pPr algn="l">
              <a:defRPr sz="2400" b="0"/>
            </a:lvl1pPr>
          </a:lstStyle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442922" y="541340"/>
            <a:ext cx="6415094" cy="5459428"/>
          </a:xfrm>
          <a:prstGeom prst="roundRect">
            <a:avLst>
              <a:gd name="adj" fmla="val 4800"/>
            </a:avLst>
          </a:prstGeom>
          <a:solidFill>
            <a:schemeClr val="accent1">
              <a:tint val="20000"/>
            </a:schemeClr>
          </a:solidFill>
          <a:ln w="38100">
            <a:gradFill flip="none" rotWithShape="1">
              <a:gsLst>
                <a:gs pos="0">
                  <a:schemeClr val="accent1">
                    <a:alpha val="50000"/>
                  </a:schemeClr>
                </a:gs>
                <a:gs pos="100000">
                  <a:schemeClr val="accent1">
                    <a:tint val="20000"/>
                  </a:schemeClr>
                </a:gs>
              </a:gsLst>
              <a:lin ang="16200000" scaled="1"/>
              <a:tileRect/>
            </a:gradFill>
          </a:ln>
          <a:effectLst>
            <a:outerShdw blurRad="76200" dist="38100" dir="5400000" sx="100500" sy="100500" algn="tl" rotWithShape="0">
              <a:srgbClr val="000000">
                <a:alpha val="50000"/>
              </a:srgbClr>
            </a:outerShdw>
          </a:effectLst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kumimoji="0" lang="zh-CN" altLang="en-US"/>
              <a:t>单击图标添加图片</a:t>
            </a:r>
            <a:endParaRPr kumimoji="0" 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7072330" y="1000108"/>
            <a:ext cx="914368" cy="4214842"/>
          </a:xfrm>
        </p:spPr>
        <p:txBody>
          <a:bodyPr vert="eaVert" anchor="ctr"/>
          <a:lstStyle>
            <a:lvl1pPr marL="0" indent="0" algn="ctr">
              <a:buNone/>
              <a:defRPr sz="1400"/>
            </a:lvl1pPr>
            <a:lvl2pPr marL="457200" indent="0" algn="ctr">
              <a:buNone/>
              <a:defRPr sz="1200"/>
            </a:lvl2pPr>
            <a:lvl3pPr marL="914400" indent="0" algn="ctr">
              <a:buNone/>
              <a:defRPr sz="1000"/>
            </a:lvl3pPr>
            <a:lvl4pPr marL="1371600" indent="0" algn="ctr">
              <a:buNone/>
              <a:defRPr sz="900"/>
            </a:lvl4pPr>
            <a:lvl5pPr marL="1828800" indent="0" algn="ctr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eaLnBrk="1" latinLnBrk="0" hangingPunct="1"/>
            <a:r>
              <a:rPr lang="zh-CN" altLang="en-US"/>
              <a:t>单击此处编辑母版文本样式</a:t>
            </a:r>
          </a:p>
          <a:p>
            <a:pPr lvl="1" eaLnBrk="1" latinLnBrk="0" hangingPunct="1"/>
            <a:r>
              <a:rPr lang="zh-CN" altLang="en-US"/>
              <a:t>第二级</a:t>
            </a:r>
          </a:p>
          <a:p>
            <a:pPr lvl="2" eaLnBrk="1" latinLnBrk="0" hangingPunct="1"/>
            <a:r>
              <a:rPr lang="zh-CN" altLang="en-US"/>
              <a:t>第三级</a:t>
            </a:r>
          </a:p>
          <a:p>
            <a:pPr lvl="3" eaLnBrk="1" latinLnBrk="0" hangingPunct="1"/>
            <a:r>
              <a:rPr lang="zh-CN" altLang="en-US"/>
              <a:t>第四级</a:t>
            </a:r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2024/3/13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zh-CN" altLang="en-US"/>
              <a:t>单击此处编辑母版文本样式</a:t>
            </a:r>
          </a:p>
          <a:p>
            <a:pPr lvl="1" eaLnBrk="1" latinLnBrk="0" hangingPunct="1"/>
            <a:r>
              <a:rPr lang="zh-CN" altLang="en-US"/>
              <a:t>第二级</a:t>
            </a:r>
          </a:p>
          <a:p>
            <a:pPr lvl="2" eaLnBrk="1" latinLnBrk="0" hangingPunct="1"/>
            <a:r>
              <a:rPr lang="zh-CN" altLang="en-US"/>
              <a:t>第三级</a:t>
            </a:r>
          </a:p>
          <a:p>
            <a:pPr lvl="3" eaLnBrk="1" latinLnBrk="0" hangingPunct="1"/>
            <a:r>
              <a:rPr lang="zh-CN" altLang="en-US"/>
              <a:t>第四级</a:t>
            </a:r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2024/3/13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143768" y="274639"/>
            <a:ext cx="1543032" cy="5851525"/>
          </a:xfrm>
        </p:spPr>
        <p:txBody>
          <a:bodyPr vert="eaVert"/>
          <a:lstStyle/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9"/>
            <a:ext cx="6615130" cy="5851525"/>
          </a:xfrm>
        </p:spPr>
        <p:txBody>
          <a:bodyPr vert="eaVert"/>
          <a:lstStyle/>
          <a:p>
            <a:pPr lvl="0" eaLnBrk="1" latinLnBrk="0" hangingPunct="1"/>
            <a:r>
              <a:rPr lang="zh-CN" altLang="en-US"/>
              <a:t>单击此处编辑母版文本样式</a:t>
            </a:r>
          </a:p>
          <a:p>
            <a:pPr lvl="1" eaLnBrk="1" latinLnBrk="0" hangingPunct="1"/>
            <a:r>
              <a:rPr lang="zh-CN" altLang="en-US"/>
              <a:t>第二级</a:t>
            </a:r>
          </a:p>
          <a:p>
            <a:pPr lvl="2" eaLnBrk="1" latinLnBrk="0" hangingPunct="1"/>
            <a:r>
              <a:rPr lang="zh-CN" altLang="en-US"/>
              <a:t>第三级</a:t>
            </a:r>
          </a:p>
          <a:p>
            <a:pPr lvl="3" eaLnBrk="1" latinLnBrk="0" hangingPunct="1"/>
            <a:r>
              <a:rPr lang="zh-CN" altLang="en-US"/>
              <a:t>第四级</a:t>
            </a:r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2024/3/13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3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4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/>
        </p:nvPicPr>
        <p:blipFill>
          <a:blip r:embed="rId13">
            <a:duotone>
              <a:schemeClr val="accent1"/>
              <a:srgbClr val="FFFFFF"/>
            </a:duotone>
            <a:lum bright="12000" contrast="40000"/>
          </a:blip>
          <a:stretch>
            <a:fillRect/>
          </a:stretch>
        </p:blipFill>
        <p:spPr>
          <a:xfrm>
            <a:off x="6667809" y="4915143"/>
            <a:ext cx="2476191" cy="1942857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矩形 9"/>
          <p:cNvSpPr/>
          <p:nvPr/>
        </p:nvSpPr>
        <p:spPr>
          <a:xfrm>
            <a:off x="0" y="0"/>
            <a:ext cx="9144000" cy="71438"/>
          </a:xfrm>
          <a:prstGeom prst="rect">
            <a:avLst/>
          </a:prstGeom>
          <a:gradFill flip="none" rotWithShape="1">
            <a:gsLst>
              <a:gs pos="0">
                <a:schemeClr val="accent1">
                  <a:tint val="100000"/>
                  <a:shade val="50000"/>
                  <a:hueMod val="100000"/>
                  <a:satMod val="250000"/>
                  <a:alpha val="0"/>
                </a:schemeClr>
              </a:gs>
              <a:gs pos="75000">
                <a:schemeClr val="accent1">
                  <a:tint val="80000"/>
                  <a:shade val="100000"/>
                  <a:hueMod val="100000"/>
                  <a:satMod val="375000"/>
                  <a:alpha val="20000"/>
                </a:schemeClr>
              </a:gs>
              <a:gs pos="100000">
                <a:schemeClr val="accent1">
                  <a:tint val="50000"/>
                  <a:shade val="100000"/>
                  <a:hueMod val="100000"/>
                  <a:satMod val="500000"/>
                </a:schemeClr>
              </a:gs>
            </a:gsLst>
            <a:lin ang="18900000" scaled="1"/>
            <a:tileRect/>
          </a:gradFill>
          <a:ln w="12700" cap="rnd" cmpd="sng" algn="ctr">
            <a:noFill/>
            <a:prstDash val="soli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eaLnBrk="1" latinLnBrk="0" hangingPunct="1"/>
            <a:endParaRPr kumimoji="0"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0" y="40951"/>
            <a:ext cx="4572000" cy="71438"/>
          </a:xfrm>
          <a:prstGeom prst="rect">
            <a:avLst/>
          </a:prstGeom>
          <a:gradFill flip="none" rotWithShape="1">
            <a:gsLst>
              <a:gs pos="0">
                <a:schemeClr val="accent1">
                  <a:tint val="100000"/>
                  <a:shade val="50000"/>
                  <a:hueMod val="100000"/>
                  <a:satMod val="250000"/>
                  <a:alpha val="0"/>
                </a:schemeClr>
              </a:gs>
              <a:gs pos="75000">
                <a:schemeClr val="accent1">
                  <a:tint val="80000"/>
                  <a:shade val="100000"/>
                  <a:hueMod val="100000"/>
                  <a:satMod val="375000"/>
                  <a:alpha val="5000"/>
                </a:schemeClr>
              </a:gs>
              <a:gs pos="100000">
                <a:schemeClr val="accent1">
                  <a:tint val="50000"/>
                  <a:shade val="100000"/>
                  <a:hueMod val="100000"/>
                  <a:satMod val="500000"/>
                  <a:alpha val="60000"/>
                </a:schemeClr>
              </a:gs>
            </a:gsLst>
            <a:lin ang="8100000" scaled="1"/>
            <a:tileRect/>
          </a:gradFill>
          <a:ln w="12700" cap="rnd" cmpd="sng" algn="ctr">
            <a:noFill/>
            <a:prstDash val="solid"/>
          </a:ln>
          <a:effectLst>
            <a:glow>
              <a:schemeClr val="accent1">
                <a:tint val="100000"/>
                <a:shade val="100000"/>
                <a:hueMod val="100000"/>
                <a:satMod val="100000"/>
              </a:schemeClr>
            </a:glow>
            <a:softEdge rad="12700"/>
          </a:effectLst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eaLnBrk="1" latinLnBrk="0" hangingPunct="1"/>
            <a:endParaRPr kumimoji="0" lang="zh-CN" altLang="en-US"/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4">
            <a:duotone>
              <a:schemeClr val="accent1"/>
              <a:srgbClr val="FFFFFF"/>
            </a:duotone>
            <a:lum bright="35000" contrast="40000"/>
          </a:blip>
          <a:stretch>
            <a:fillRect/>
          </a:stretch>
        </p:blipFill>
        <p:spPr>
          <a:xfrm>
            <a:off x="0" y="6420445"/>
            <a:ext cx="9144000" cy="437555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rtlCol="0" anchor="ctr">
            <a:normAutofit/>
          </a:bodyPr>
          <a:lstStyle/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rtlCol="0">
            <a:normAutofit/>
          </a:bodyPr>
          <a:lstStyle/>
          <a:p>
            <a:pPr lvl="0" eaLnBrk="1" latinLnBrk="0" hangingPunct="1"/>
            <a:r>
              <a:rPr kumimoji="0" lang="zh-CN" altLang="en-US"/>
              <a:t>单击此处编辑母版文本样式</a:t>
            </a:r>
          </a:p>
          <a:p>
            <a:pPr lvl="1" eaLnBrk="1" latinLnBrk="0" hangingPunct="1"/>
            <a:r>
              <a:rPr kumimoji="0" lang="zh-CN" altLang="en-US"/>
              <a:t>第二级</a:t>
            </a:r>
          </a:p>
          <a:p>
            <a:pPr lvl="2" eaLnBrk="1" latinLnBrk="0" hangingPunct="1"/>
            <a:r>
              <a:rPr kumimoji="0" lang="zh-CN" altLang="en-US"/>
              <a:t>第三级</a:t>
            </a:r>
          </a:p>
          <a:p>
            <a:pPr lvl="3" eaLnBrk="1" latinLnBrk="0" hangingPunct="1"/>
            <a:r>
              <a:rPr kumimoji="0" lang="zh-CN" altLang="en-US"/>
              <a:t>第四级</a:t>
            </a:r>
          </a:p>
          <a:p>
            <a:pPr lvl="4" eaLnBrk="1" latinLnBrk="0" hangingPunct="1"/>
            <a:r>
              <a:rPr kumimoji="0" lang="zh-CN" altLang="en-US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rtlCol="0" anchor="ctr"/>
          <a:lstStyle>
            <a:lvl1pPr algn="l" eaLnBrk="1" latinLnBrk="0" hangingPunct="1">
              <a:defRPr kumimoji="0"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  <a:t>2024/3/13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rtlCol="0" anchor="ctr"/>
          <a:lstStyle>
            <a:lvl1pPr algn="ctr" eaLnBrk="1" latinLnBrk="0" hangingPunct="1">
              <a:defRPr kumimoji="0"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rtlCol="0" anchor="ctr"/>
          <a:lstStyle>
            <a:lvl1pPr algn="r" eaLnBrk="1" latinLnBrk="0" hangingPunct="1">
              <a:defRPr kumimoji="0"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rtl="0" eaLnBrk="1" latinLnBrk="0" hangingPunct="1">
        <a:spcBef>
          <a:spcPct val="0"/>
        </a:spcBef>
        <a:buNone/>
        <a:defRPr kumimoji="0" sz="440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latinLnBrk="0" hangingPunct="1">
        <a:defRPr kumimoji="0">
          <a:solidFill>
            <a:schemeClr val="tx2"/>
          </a:solidFill>
        </a:defRPr>
      </a:lvl2pPr>
      <a:lvl3pPr eaLnBrk="1" latinLnBrk="0" hangingPunct="1">
        <a:defRPr kumimoji="0">
          <a:solidFill>
            <a:schemeClr val="tx2"/>
          </a:solidFill>
        </a:defRPr>
      </a:lvl3pPr>
      <a:lvl4pPr eaLnBrk="1" latinLnBrk="0" hangingPunct="1">
        <a:defRPr kumimoji="0">
          <a:solidFill>
            <a:schemeClr val="tx2"/>
          </a:solidFill>
        </a:defRPr>
      </a:lvl4pPr>
      <a:lvl5pPr eaLnBrk="1" latinLnBrk="0" hangingPunct="1">
        <a:defRPr kumimoji="0">
          <a:solidFill>
            <a:schemeClr val="tx2"/>
          </a:solidFill>
        </a:defRPr>
      </a:lvl5pPr>
      <a:lvl6pPr eaLnBrk="1" latinLnBrk="0" hangingPunct="1">
        <a:defRPr kumimoji="0">
          <a:solidFill>
            <a:schemeClr val="tx2"/>
          </a:solidFill>
        </a:defRPr>
      </a:lvl6pPr>
      <a:lvl7pPr eaLnBrk="1" latinLnBrk="0" hangingPunct="1">
        <a:defRPr kumimoji="0">
          <a:solidFill>
            <a:schemeClr val="tx2"/>
          </a:solidFill>
        </a:defRPr>
      </a:lvl7pPr>
      <a:lvl8pPr eaLnBrk="1" latinLnBrk="0" hangingPunct="1">
        <a:defRPr kumimoji="0">
          <a:solidFill>
            <a:schemeClr val="tx2"/>
          </a:solidFill>
        </a:defRPr>
      </a:lvl8pPr>
      <a:lvl9pPr eaLnBrk="1" latinLnBrk="0" hangingPunct="1">
        <a:defRPr kumimoji="0">
          <a:solidFill>
            <a:schemeClr val="tx2"/>
          </a:solidFill>
        </a:defRPr>
      </a:lvl9pPr>
    </p:titleStyle>
    <p:bodyStyle>
      <a:lvl1pPr marL="342900" indent="-342900" algn="l" rtl="0" eaLnBrk="1" latinLnBrk="0" hangingPunct="1">
        <a:spcBef>
          <a:spcPct val="20000"/>
        </a:spcBef>
        <a:buClr>
          <a:schemeClr val="accent1"/>
        </a:buClr>
        <a:buSzPct val="50000"/>
        <a:buFont typeface="Wingdings 2"/>
        <a:buChar char=""/>
        <a:defRPr kumimoji="0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latinLnBrk="0" hangingPunct="1">
        <a:spcBef>
          <a:spcPct val="20000"/>
        </a:spcBef>
        <a:buClr>
          <a:schemeClr val="accent2"/>
        </a:buClr>
        <a:buSzPct val="50000"/>
        <a:buFont typeface="Wingdings 2"/>
        <a:buChar char="³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1" latinLnBrk="0" hangingPunct="1">
        <a:spcBef>
          <a:spcPct val="20000"/>
        </a:spcBef>
        <a:buClr>
          <a:schemeClr val="accent3"/>
        </a:buClr>
        <a:buSzPct val="60000"/>
        <a:buFont typeface="Wingdings 2"/>
        <a:buChar char="®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1" latinLnBrk="0" hangingPunct="1">
        <a:spcBef>
          <a:spcPct val="20000"/>
        </a:spcBef>
        <a:buClr>
          <a:schemeClr val="accent5"/>
        </a:buClr>
        <a:buSzPct val="45000"/>
        <a:buFont typeface="Wingdings 2"/>
        <a:buChar char="¯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1" latinLnBrk="0" hangingPunct="1">
        <a:spcBef>
          <a:spcPct val="20000"/>
        </a:spcBef>
        <a:buClr>
          <a:schemeClr val="accent6"/>
        </a:buClr>
        <a:buFont typeface="Wingdings 2"/>
        <a:buChar char="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rtl="0" eaLnBrk="1" latinLnBrk="0" hangingPunct="1">
        <a:spcBef>
          <a:spcPct val="20000"/>
        </a:spcBef>
        <a:buFont typeface="Arial"/>
        <a:buChar char="•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rtl="0" eaLnBrk="1" latinLnBrk="0" hangingPunct="1">
        <a:spcBef>
          <a:spcPct val="20000"/>
        </a:spcBef>
        <a:buFont typeface="Arial"/>
        <a:buChar char="•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rtl="0" eaLnBrk="1" latinLnBrk="0" hangingPunct="1">
        <a:spcBef>
          <a:spcPct val="20000"/>
        </a:spcBef>
        <a:buFont typeface="Arial"/>
        <a:buChar char="•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rtl="0" eaLnBrk="1" latinLnBrk="0" hangingPunct="1">
        <a:spcBef>
          <a:spcPct val="20000"/>
        </a:spcBef>
        <a:buFont typeface="Arial"/>
        <a:buChar char="•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719572" y="1196752"/>
            <a:ext cx="7772400" cy="1143000"/>
          </a:xfrm>
        </p:spPr>
        <p:txBody>
          <a:bodyPr/>
          <a:lstStyle/>
          <a:p>
            <a:pPr eaLnBrk="1" hangingPunct="1"/>
            <a:r>
              <a:rPr lang="zh-CN" altLang="en-US" dirty="0"/>
              <a:t>第</a:t>
            </a:r>
            <a:r>
              <a:rPr lang="en-US" altLang="zh-CN" dirty="0"/>
              <a:t>2</a:t>
            </a:r>
            <a:r>
              <a:rPr lang="zh-CN" altLang="en-US" dirty="0"/>
              <a:t>讲  类与对象</a:t>
            </a:r>
          </a:p>
        </p:txBody>
      </p:sp>
      <p:sp>
        <p:nvSpPr>
          <p:cNvPr id="3" name="Rectangle 2"/>
          <p:cNvSpPr txBox="1">
            <a:spLocks noChangeArrowheads="1"/>
          </p:cNvSpPr>
          <p:nvPr/>
        </p:nvSpPr>
        <p:spPr>
          <a:xfrm>
            <a:off x="2267744" y="3212976"/>
            <a:ext cx="4788532" cy="1143000"/>
          </a:xfrm>
          <a:prstGeom prst="rect">
            <a:avLst/>
          </a:prstGeom>
        </p:spPr>
        <p:txBody>
          <a:bodyPr vert="horz" rtlCol="0" anchor="b">
            <a:normAutofit fontScale="85000" lnSpcReduction="20000"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48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latinLnBrk="0" hangingPunct="1">
              <a:defRPr kumimoji="0">
                <a:solidFill>
                  <a:schemeClr val="tx2"/>
                </a:solidFill>
              </a:defRPr>
            </a:lvl2pPr>
            <a:lvl3pPr eaLnBrk="1" latinLnBrk="0" hangingPunct="1">
              <a:defRPr kumimoji="0">
                <a:solidFill>
                  <a:schemeClr val="tx2"/>
                </a:solidFill>
              </a:defRPr>
            </a:lvl3pPr>
            <a:lvl4pPr eaLnBrk="1" latinLnBrk="0" hangingPunct="1">
              <a:defRPr kumimoji="0">
                <a:solidFill>
                  <a:schemeClr val="tx2"/>
                </a:solidFill>
              </a:defRPr>
            </a:lvl4pPr>
            <a:lvl5pPr eaLnBrk="1" latinLnBrk="0" hangingPunct="1">
              <a:defRPr kumimoji="0">
                <a:solidFill>
                  <a:schemeClr val="tx2"/>
                </a:solidFill>
              </a:defRPr>
            </a:lvl5pPr>
            <a:lvl6pPr eaLnBrk="1" latinLnBrk="0" hangingPunct="1">
              <a:defRPr kumimoji="0">
                <a:solidFill>
                  <a:schemeClr val="tx2"/>
                </a:solidFill>
              </a:defRPr>
            </a:lvl6pPr>
            <a:lvl7pPr eaLnBrk="1" latinLnBrk="0" hangingPunct="1">
              <a:defRPr kumimoji="0">
                <a:solidFill>
                  <a:schemeClr val="tx2"/>
                </a:solidFill>
              </a:defRPr>
            </a:lvl7pPr>
            <a:lvl8pPr eaLnBrk="1" latinLnBrk="0" hangingPunct="1">
              <a:defRPr kumimoji="0">
                <a:solidFill>
                  <a:schemeClr val="tx2"/>
                </a:solidFill>
              </a:defRPr>
            </a:lvl8pPr>
            <a:lvl9pPr eaLnBrk="1" latinLnBrk="0" hangingPunct="1">
              <a:defRPr kumimoji="0">
                <a:solidFill>
                  <a:schemeClr val="tx2"/>
                </a:solidFill>
              </a:defRPr>
            </a:lvl9pPr>
          </a:lstStyle>
          <a:p>
            <a:r>
              <a:rPr lang="zh-CN" altLang="en-US" dirty="0"/>
              <a:t>类的组合</a:t>
            </a:r>
            <a:endParaRPr lang="en-US" altLang="zh-CN" dirty="0"/>
          </a:p>
          <a:p>
            <a:r>
              <a:rPr lang="zh-CN" altLang="en-US" dirty="0"/>
              <a:t>类的前向引用声明</a:t>
            </a:r>
          </a:p>
        </p:txBody>
      </p:sp>
    </p:spTree>
    <p:extLst>
      <p:ext uri="{BB962C8B-B14F-4D97-AF65-F5344CB8AC3E}">
        <p14:creationId xmlns:p14="http://schemas.microsoft.com/office/powerpoint/2010/main" val="33552751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marL="0" indent="0">
              <a:lnSpc>
                <a:spcPct val="150000"/>
              </a:lnSpc>
            </a:pPr>
            <a:r>
              <a:rPr lang="zh-CN" altLang="en-US" dirty="0"/>
              <a:t>大纲</a:t>
            </a:r>
            <a:endParaRPr lang="en-US" altLang="zh-CN" dirty="0"/>
          </a:p>
        </p:txBody>
      </p:sp>
      <p:sp>
        <p:nvSpPr>
          <p:cNvPr id="4100" name="Rectangle 3"/>
          <p:cNvSpPr>
            <a:spLocks noGrp="1" noChangeArrowheads="1"/>
          </p:cNvSpPr>
          <p:nvPr>
            <p:ph sz="half" idx="1"/>
          </p:nvPr>
        </p:nvSpPr>
        <p:spPr>
          <a:xfrm>
            <a:off x="1219200" y="1628800"/>
            <a:ext cx="6593160" cy="3168351"/>
          </a:xfrm>
        </p:spPr>
        <p:txBody>
          <a:bodyPr>
            <a:no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altLang="zh-CN" sz="3200" dirty="0"/>
              <a:t>1.  </a:t>
            </a:r>
            <a:r>
              <a:rPr lang="zh-CN" altLang="en-US" sz="3200" dirty="0"/>
              <a:t>组合</a:t>
            </a:r>
            <a:endParaRPr lang="en-US" altLang="zh-CN" sz="3200" dirty="0"/>
          </a:p>
          <a:p>
            <a:pPr marL="0" indent="0">
              <a:lnSpc>
                <a:spcPct val="110000"/>
              </a:lnSpc>
              <a:buNone/>
            </a:pPr>
            <a:r>
              <a:rPr lang="en-US" altLang="zh-CN" sz="3200" dirty="0"/>
              <a:t>	</a:t>
            </a:r>
            <a:r>
              <a:rPr lang="zh-CN" altLang="en-US" sz="3200" dirty="0"/>
              <a:t>组合类的构造</a:t>
            </a:r>
            <a:endParaRPr lang="en-US" altLang="zh-CN" sz="3200" dirty="0"/>
          </a:p>
          <a:p>
            <a:pPr marL="0" indent="0">
              <a:lnSpc>
                <a:spcPct val="110000"/>
              </a:lnSpc>
              <a:buNone/>
            </a:pPr>
            <a:r>
              <a:rPr lang="en-US" altLang="zh-CN" sz="3200" dirty="0"/>
              <a:t>	</a:t>
            </a:r>
            <a:r>
              <a:rPr lang="zh-CN" altLang="en-US" sz="3200" dirty="0"/>
              <a:t>组合类对子对象的访问</a:t>
            </a:r>
          </a:p>
          <a:p>
            <a:pPr marL="0" indent="0" eaLnBrk="1" hangingPunct="1">
              <a:lnSpc>
                <a:spcPct val="150000"/>
              </a:lnSpc>
              <a:buNone/>
            </a:pPr>
            <a:r>
              <a:rPr lang="en-US" altLang="zh-CN" sz="3200" dirty="0"/>
              <a:t>2. </a:t>
            </a:r>
            <a:r>
              <a:rPr lang="zh-CN" altLang="en-US" sz="3200" dirty="0"/>
              <a:t>前向引用声明</a:t>
            </a:r>
            <a:endParaRPr lang="en-US" altLang="zh-CN" sz="3200" dirty="0"/>
          </a:p>
          <a:p>
            <a:pPr marL="0" indent="0" eaLnBrk="1" hangingPunct="1">
              <a:lnSpc>
                <a:spcPct val="150000"/>
              </a:lnSpc>
              <a:buNone/>
            </a:pPr>
            <a:endParaRPr lang="zh-CN" altLang="en-US" sz="3200" dirty="0"/>
          </a:p>
        </p:txBody>
      </p:sp>
      <p:sp>
        <p:nvSpPr>
          <p:cNvPr id="4098" name="灯片编号占位符 6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/>
            <a:fld id="{417B6F42-A00D-48FC-9D59-B814951D9973}" type="slidenum">
              <a:rPr lang="en-US" altLang="zh-CN" sz="1400"/>
              <a:pPr eaLnBrk="1" hangingPunct="1"/>
              <a:t>2</a:t>
            </a:fld>
            <a:endParaRPr lang="en-US" altLang="zh-CN" sz="1400"/>
          </a:p>
        </p:txBody>
      </p:sp>
    </p:spTree>
    <p:extLst>
      <p:ext uri="{BB962C8B-B14F-4D97-AF65-F5344CB8AC3E}">
        <p14:creationId xmlns:p14="http://schemas.microsoft.com/office/powerpoint/2010/main" val="30775080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5636" y="1268760"/>
            <a:ext cx="6624736" cy="51706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Rectangle 2"/>
          <p:cNvSpPr>
            <a:spLocks noGrp="1" noChangeArrowheads="1"/>
          </p:cNvSpPr>
          <p:nvPr>
            <p:ph type="title"/>
          </p:nvPr>
        </p:nvSpPr>
        <p:spPr>
          <a:xfrm>
            <a:off x="935596" y="260648"/>
            <a:ext cx="7740860" cy="6858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zh-CN" altLang="en-US" dirty="0"/>
              <a:t>组 合：  整体 </a:t>
            </a:r>
            <a:r>
              <a:rPr lang="en-US" altLang="zh-CN" dirty="0"/>
              <a:t>- </a:t>
            </a:r>
            <a:r>
              <a:rPr lang="zh-CN" altLang="en-US" dirty="0"/>
              <a:t>部分</a:t>
            </a:r>
          </a:p>
        </p:txBody>
      </p:sp>
    </p:spTree>
    <p:extLst>
      <p:ext uri="{BB962C8B-B14F-4D97-AF65-F5344CB8AC3E}">
        <p14:creationId xmlns:p14="http://schemas.microsoft.com/office/powerpoint/2010/main" val="34771249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9" name="Rectangle 2"/>
          <p:cNvSpPr>
            <a:spLocks noGrp="1" noChangeArrowheads="1"/>
          </p:cNvSpPr>
          <p:nvPr>
            <p:ph type="title"/>
          </p:nvPr>
        </p:nvSpPr>
        <p:spPr>
          <a:xfrm>
            <a:off x="935596" y="260648"/>
            <a:ext cx="7239000" cy="6858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zh-CN" altLang="en-US" dirty="0"/>
              <a:t>组合的概念</a:t>
            </a:r>
          </a:p>
        </p:txBody>
      </p:sp>
      <p:sp>
        <p:nvSpPr>
          <p:cNvPr id="50180" name="Rectangle 3"/>
          <p:cNvSpPr>
            <a:spLocks noGrp="1" noChangeArrowheads="1"/>
          </p:cNvSpPr>
          <p:nvPr>
            <p:ph idx="1"/>
          </p:nvPr>
        </p:nvSpPr>
        <p:spPr>
          <a:xfrm>
            <a:off x="647564" y="1484784"/>
            <a:ext cx="7992888" cy="3924436"/>
          </a:xfrm>
        </p:spPr>
        <p:txBody>
          <a:bodyPr>
            <a:noAutofit/>
          </a:bodyPr>
          <a:lstStyle/>
          <a:p>
            <a:pPr eaLnBrk="1" hangingPunct="1">
              <a:lnSpc>
                <a:spcPct val="160000"/>
              </a:lnSpc>
            </a:pPr>
            <a:r>
              <a:rPr lang="zh-CN" altLang="en-US" sz="2800" dirty="0"/>
              <a:t>类中的成员数据是另一个类的对象。</a:t>
            </a:r>
            <a:endParaRPr lang="en-US" altLang="zh-CN" sz="2800" dirty="0"/>
          </a:p>
          <a:p>
            <a:pPr marL="450850" indent="0" eaLnBrk="1" hangingPunct="1">
              <a:lnSpc>
                <a:spcPct val="160000"/>
              </a:lnSpc>
              <a:buNone/>
            </a:pPr>
            <a:r>
              <a:rPr lang="zh-CN" altLang="en-US" sz="2400" dirty="0"/>
              <a:t>例如：线段</a:t>
            </a:r>
            <a:r>
              <a:rPr lang="en-US" altLang="zh-CN" sz="2400" dirty="0">
                <a:solidFill>
                  <a:srgbClr val="C00000"/>
                </a:solidFill>
              </a:rPr>
              <a:t>Line</a:t>
            </a:r>
            <a:r>
              <a:rPr lang="zh-CN" altLang="en-US" sz="2400" dirty="0"/>
              <a:t>包含两个端点</a:t>
            </a:r>
            <a:r>
              <a:rPr lang="en-US" altLang="zh-CN" sz="2400" dirty="0">
                <a:solidFill>
                  <a:srgbClr val="C00000"/>
                </a:solidFill>
              </a:rPr>
              <a:t>Point</a:t>
            </a:r>
          </a:p>
          <a:p>
            <a:pPr marL="1350963" indent="0" eaLnBrk="1" hangingPunct="1">
              <a:lnSpc>
                <a:spcPct val="160000"/>
              </a:lnSpc>
              <a:buNone/>
            </a:pPr>
            <a:r>
              <a:rPr lang="zh-CN" altLang="en-US" sz="2400" dirty="0"/>
              <a:t>圆</a:t>
            </a:r>
            <a:r>
              <a:rPr lang="en-US" altLang="zh-CN" sz="2400" dirty="0">
                <a:solidFill>
                  <a:srgbClr val="C00000"/>
                </a:solidFill>
              </a:rPr>
              <a:t>Circle</a:t>
            </a:r>
            <a:r>
              <a:rPr lang="zh-CN" altLang="en-US" sz="2400" dirty="0"/>
              <a:t>包含圆心</a:t>
            </a:r>
            <a:r>
              <a:rPr lang="en-US" altLang="zh-CN" sz="2400" dirty="0">
                <a:solidFill>
                  <a:srgbClr val="C00000"/>
                </a:solidFill>
              </a:rPr>
              <a:t>Point</a:t>
            </a:r>
            <a:r>
              <a:rPr lang="zh-CN" altLang="en-US" sz="2400" dirty="0"/>
              <a:t>、半径</a:t>
            </a:r>
            <a:r>
              <a:rPr lang="en-US" altLang="zh-CN" sz="2400" dirty="0">
                <a:solidFill>
                  <a:srgbClr val="0070C0"/>
                </a:solidFill>
              </a:rPr>
              <a:t>double</a:t>
            </a:r>
          </a:p>
          <a:p>
            <a:pPr marL="1350963" indent="0" eaLnBrk="1" hangingPunct="1">
              <a:lnSpc>
                <a:spcPct val="160000"/>
              </a:lnSpc>
              <a:buNone/>
            </a:pPr>
            <a:r>
              <a:rPr lang="zh-CN" altLang="en-US" sz="2400" dirty="0"/>
              <a:t>人</a:t>
            </a:r>
            <a:r>
              <a:rPr lang="en-US" altLang="zh-CN" sz="2400" dirty="0">
                <a:solidFill>
                  <a:srgbClr val="C00000"/>
                </a:solidFill>
              </a:rPr>
              <a:t>Person</a:t>
            </a:r>
            <a:r>
              <a:rPr lang="zh-CN" altLang="en-US" sz="2400" dirty="0"/>
              <a:t>包含姓名</a:t>
            </a:r>
            <a:r>
              <a:rPr lang="en-US" altLang="zh-CN" sz="2400" dirty="0">
                <a:solidFill>
                  <a:srgbClr val="C00000"/>
                </a:solidFill>
              </a:rPr>
              <a:t>string</a:t>
            </a:r>
            <a:r>
              <a:rPr lang="zh-CN" altLang="en-US" sz="2400" dirty="0"/>
              <a:t>、生日</a:t>
            </a:r>
            <a:r>
              <a:rPr lang="en-US" altLang="zh-CN" sz="2400" dirty="0">
                <a:solidFill>
                  <a:srgbClr val="C00000"/>
                </a:solidFill>
              </a:rPr>
              <a:t>Date</a:t>
            </a:r>
            <a:r>
              <a:rPr lang="zh-CN" altLang="en-US" sz="2400" dirty="0"/>
              <a:t>、性别</a:t>
            </a:r>
            <a:r>
              <a:rPr lang="en-US" altLang="zh-CN" sz="2400" dirty="0">
                <a:solidFill>
                  <a:srgbClr val="0070C0"/>
                </a:solidFill>
              </a:rPr>
              <a:t>char</a:t>
            </a:r>
          </a:p>
          <a:p>
            <a:pPr eaLnBrk="1" hangingPunct="1">
              <a:lnSpc>
                <a:spcPct val="160000"/>
              </a:lnSpc>
            </a:pPr>
            <a:r>
              <a:rPr lang="zh-CN" altLang="en-US" sz="2800" dirty="0"/>
              <a:t>可以在已有抽象的基础上实现更复杂的抽象。</a:t>
            </a:r>
            <a:endParaRPr lang="en-US" altLang="zh-CN" sz="2800" dirty="0"/>
          </a:p>
        </p:txBody>
      </p:sp>
      <p:sp>
        <p:nvSpPr>
          <p:cNvPr id="50178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/>
            <a:fld id="{A2F63702-596B-47BC-81BB-20E1BB6FF499}" type="slidenum">
              <a:rPr lang="en-US" altLang="zh-CN" sz="1400"/>
              <a:pPr eaLnBrk="1" hangingPunct="1"/>
              <a:t>4</a:t>
            </a:fld>
            <a:endParaRPr lang="en-US" altLang="zh-CN" sz="1400"/>
          </a:p>
        </p:txBody>
      </p:sp>
    </p:spTree>
    <p:extLst>
      <p:ext uri="{BB962C8B-B14F-4D97-AF65-F5344CB8AC3E}">
        <p14:creationId xmlns:p14="http://schemas.microsoft.com/office/powerpoint/2010/main" val="1106713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80" name="Rectangle 3"/>
          <p:cNvSpPr>
            <a:spLocks noGrp="1" noChangeArrowheads="1"/>
          </p:cNvSpPr>
          <p:nvPr>
            <p:ph idx="1"/>
          </p:nvPr>
        </p:nvSpPr>
        <p:spPr>
          <a:xfrm>
            <a:off x="755576" y="1268760"/>
            <a:ext cx="7992888" cy="4716524"/>
          </a:xfrm>
        </p:spPr>
        <p:txBody>
          <a:bodyPr>
            <a:noAutofit/>
          </a:bodyPr>
          <a:lstStyle/>
          <a:p>
            <a:pPr marL="0" indent="0">
              <a:lnSpc>
                <a:spcPct val="160000"/>
              </a:lnSpc>
              <a:buNone/>
            </a:pPr>
            <a:r>
              <a:rPr lang="zh-CN" altLang="en-US" sz="2800" dirty="0"/>
              <a:t>相关概念：</a:t>
            </a:r>
            <a:endParaRPr lang="en-US" altLang="zh-CN" sz="2800" dirty="0"/>
          </a:p>
          <a:p>
            <a:pPr>
              <a:lnSpc>
                <a:spcPct val="160000"/>
              </a:lnSpc>
            </a:pPr>
            <a:r>
              <a:rPr lang="zh-CN" altLang="en-US" sz="2800" dirty="0"/>
              <a:t>类的组合、类的嵌套</a:t>
            </a:r>
            <a:endParaRPr lang="en-US" altLang="zh-CN" sz="2800" dirty="0"/>
          </a:p>
          <a:p>
            <a:pPr>
              <a:lnSpc>
                <a:spcPct val="160000"/>
              </a:lnSpc>
            </a:pPr>
            <a:r>
              <a:rPr lang="zh-CN" altLang="en-US" sz="2800" dirty="0"/>
              <a:t>组合类：包含其他类的复杂类</a:t>
            </a:r>
            <a:endParaRPr lang="en-US" altLang="zh-CN" sz="2800" dirty="0"/>
          </a:p>
          <a:p>
            <a:pPr>
              <a:lnSpc>
                <a:spcPct val="160000"/>
              </a:lnSpc>
            </a:pPr>
            <a:r>
              <a:rPr lang="zh-CN" altLang="en-US" sz="2800" dirty="0"/>
              <a:t>子对象：被包含的成员数据</a:t>
            </a:r>
          </a:p>
        </p:txBody>
      </p:sp>
      <p:sp>
        <p:nvSpPr>
          <p:cNvPr id="50178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/>
            <a:fld id="{A2F63702-596B-47BC-81BB-20E1BB6FF499}" type="slidenum">
              <a:rPr lang="en-US" altLang="zh-CN" sz="1400">
                <a:solidFill>
                  <a:prstClr val="black"/>
                </a:solidFill>
              </a:rPr>
              <a:pPr eaLnBrk="1" hangingPunct="1"/>
              <a:t>5</a:t>
            </a:fld>
            <a:endParaRPr lang="en-US" altLang="zh-CN" sz="140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371979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title"/>
          </p:nvPr>
        </p:nvSpPr>
        <p:spPr>
          <a:xfrm>
            <a:off x="827584" y="358552"/>
            <a:ext cx="7086600" cy="838200"/>
          </a:xfrm>
        </p:spPr>
        <p:txBody>
          <a:bodyPr/>
          <a:lstStyle/>
          <a:p>
            <a:pPr eaLnBrk="1" hangingPunct="1"/>
            <a:r>
              <a:rPr lang="zh-CN" altLang="en-US" dirty="0"/>
              <a:t>举例</a:t>
            </a:r>
            <a:r>
              <a:rPr lang="en-US" altLang="zh-CN" dirty="0"/>
              <a:t>: </a:t>
            </a:r>
            <a:r>
              <a:rPr lang="en-US" altLang="zh-CN" dirty="0" err="1"/>
              <a:t>Line&amp;Point</a:t>
            </a:r>
            <a:endParaRPr lang="zh-CN" altLang="en-US" dirty="0"/>
          </a:p>
        </p:txBody>
      </p:sp>
      <p:cxnSp>
        <p:nvCxnSpPr>
          <p:cNvPr id="6" name="直接连接符 5"/>
          <p:cNvCxnSpPr/>
          <p:nvPr/>
        </p:nvCxnSpPr>
        <p:spPr>
          <a:xfrm flipV="1">
            <a:off x="2483768" y="2708920"/>
            <a:ext cx="3600400" cy="1872208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椭圆 7"/>
          <p:cNvSpPr/>
          <p:nvPr/>
        </p:nvSpPr>
        <p:spPr>
          <a:xfrm>
            <a:off x="2483768" y="4545124"/>
            <a:ext cx="72008" cy="72008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椭圆 8"/>
          <p:cNvSpPr/>
          <p:nvPr/>
        </p:nvSpPr>
        <p:spPr>
          <a:xfrm>
            <a:off x="6084212" y="2672916"/>
            <a:ext cx="72008" cy="72008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110538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/>
            <a:fld id="{42605527-5112-47DF-A750-2C96D0629359}" type="slidenum">
              <a:rPr lang="en-US" altLang="zh-CN" sz="1400"/>
              <a:pPr eaLnBrk="1" hangingPunct="1"/>
              <a:t>7</a:t>
            </a:fld>
            <a:endParaRPr lang="en-US" altLang="zh-CN" sz="1400"/>
          </a:p>
        </p:txBody>
      </p:sp>
      <p:sp>
        <p:nvSpPr>
          <p:cNvPr id="2" name="矩形 1"/>
          <p:cNvSpPr/>
          <p:nvPr/>
        </p:nvSpPr>
        <p:spPr>
          <a:xfrm>
            <a:off x="143508" y="267613"/>
            <a:ext cx="4140460" cy="2585323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class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Point</a:t>
            </a:r>
            <a:endParaRPr lang="en-US" altLang="zh-CN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  <a:ea typeface="新宋体"/>
            </a:endParaRPr>
          </a:p>
          <a:p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{</a:t>
            </a:r>
            <a:r>
              <a:rPr lang="en-US" altLang="zh-CN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private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:</a:t>
            </a:r>
          </a:p>
          <a:p>
            <a:pPr marL="352425"/>
            <a:r>
              <a:rPr lang="en-US" altLang="zh-CN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int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_x, _y; </a:t>
            </a:r>
          </a:p>
          <a:p>
            <a:pPr marL="92075"/>
            <a:r>
              <a:rPr lang="en-US" altLang="zh-CN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public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:</a:t>
            </a:r>
          </a:p>
          <a:p>
            <a:pPr marL="274638"/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Point(</a:t>
            </a:r>
            <a:r>
              <a:rPr lang="en-US" altLang="zh-CN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int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x = 0, </a:t>
            </a:r>
            <a:r>
              <a:rPr lang="en-US" altLang="zh-CN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int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y = 0); </a:t>
            </a:r>
            <a:endParaRPr lang="zh-CN" altLang="en-US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  <a:ea typeface="新宋体"/>
            </a:endParaRPr>
          </a:p>
          <a:p>
            <a:pPr marL="274638"/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Point(</a:t>
            </a:r>
            <a:r>
              <a:rPr lang="en-US" altLang="zh-CN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const </a:t>
            </a:r>
            <a:r>
              <a:rPr lang="en-US" altLang="zh-CN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Point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&amp; p);</a:t>
            </a:r>
            <a:endParaRPr lang="zh-CN" altLang="en-US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  <a:ea typeface="新宋体"/>
            </a:endParaRPr>
          </a:p>
          <a:p>
            <a:pPr marL="274638"/>
            <a:r>
              <a:rPr lang="en-US" altLang="zh-CN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int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getX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() </a:t>
            </a:r>
            <a:r>
              <a:rPr lang="en-US" altLang="zh-CN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const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; </a:t>
            </a:r>
            <a:endParaRPr lang="zh-CN" altLang="en-US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  <a:ea typeface="新宋体"/>
            </a:endParaRPr>
          </a:p>
          <a:p>
            <a:pPr marL="274638"/>
            <a:r>
              <a:rPr lang="en-US" altLang="zh-CN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int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getY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() </a:t>
            </a:r>
            <a:r>
              <a:rPr lang="en-US" altLang="zh-CN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const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; </a:t>
            </a:r>
            <a:endParaRPr lang="zh-CN" altLang="en-US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  <a:ea typeface="新宋体"/>
            </a:endParaRPr>
          </a:p>
          <a:p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};</a:t>
            </a:r>
          </a:p>
        </p:txBody>
      </p:sp>
      <p:sp>
        <p:nvSpPr>
          <p:cNvPr id="3" name="矩形 2"/>
          <p:cNvSpPr/>
          <p:nvPr/>
        </p:nvSpPr>
        <p:spPr>
          <a:xfrm>
            <a:off x="107504" y="3039921"/>
            <a:ext cx="4140460" cy="2585323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class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Line</a:t>
            </a:r>
            <a:endParaRPr lang="en-US" altLang="zh-CN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  <a:ea typeface="新宋体"/>
            </a:endParaRPr>
          </a:p>
          <a:p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{</a:t>
            </a:r>
            <a:r>
              <a:rPr lang="en-US" altLang="zh-CN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private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:</a:t>
            </a:r>
          </a:p>
          <a:p>
            <a:r>
              <a:rPr lang="en-US" altLang="zh-CN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  Point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_p1, _p2; </a:t>
            </a:r>
          </a:p>
          <a:p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  </a:t>
            </a:r>
            <a:r>
              <a:rPr lang="en-US" altLang="zh-CN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double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_</a:t>
            </a:r>
            <a:r>
              <a:rPr lang="en-US" altLang="zh-CN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len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;</a:t>
            </a:r>
          </a:p>
          <a:p>
            <a:r>
              <a:rPr lang="en-US" altLang="zh-CN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public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:</a:t>
            </a:r>
          </a:p>
          <a:p>
            <a:pPr marL="352425"/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Line(</a:t>
            </a:r>
            <a:r>
              <a:rPr lang="en-US" altLang="zh-CN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Point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p1, </a:t>
            </a:r>
            <a:r>
              <a:rPr lang="en-US" altLang="zh-CN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Point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p2); </a:t>
            </a:r>
            <a:endParaRPr lang="zh-CN" altLang="en-US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  <a:ea typeface="新宋体"/>
            </a:endParaRPr>
          </a:p>
          <a:p>
            <a:pPr marL="352425"/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Line(</a:t>
            </a:r>
            <a:r>
              <a:rPr lang="en-US" altLang="zh-CN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const </a:t>
            </a:r>
            <a:r>
              <a:rPr lang="en-US" altLang="zh-CN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Line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&amp; l);</a:t>
            </a:r>
          </a:p>
          <a:p>
            <a:pPr marL="352425"/>
            <a:r>
              <a:rPr lang="en-US" altLang="zh-CN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double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getLen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() </a:t>
            </a:r>
            <a:r>
              <a:rPr lang="en-US" altLang="zh-CN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const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;</a:t>
            </a:r>
          </a:p>
          <a:p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};</a:t>
            </a:r>
          </a:p>
        </p:txBody>
      </p:sp>
      <p:grpSp>
        <p:nvGrpSpPr>
          <p:cNvPr id="51215" name="组合 51214"/>
          <p:cNvGrpSpPr/>
          <p:nvPr/>
        </p:nvGrpSpPr>
        <p:grpSpPr>
          <a:xfrm>
            <a:off x="4896036" y="332656"/>
            <a:ext cx="2808912" cy="3888432"/>
            <a:chOff x="5327484" y="620688"/>
            <a:chExt cx="2808912" cy="3888432"/>
          </a:xfrm>
        </p:grpSpPr>
        <p:grpSp>
          <p:nvGrpSpPr>
            <p:cNvPr id="25" name="组合 24"/>
            <p:cNvGrpSpPr/>
            <p:nvPr/>
          </p:nvGrpSpPr>
          <p:grpSpPr>
            <a:xfrm>
              <a:off x="6840252" y="620688"/>
              <a:ext cx="1296144" cy="3888432"/>
              <a:chOff x="5796136" y="620688"/>
              <a:chExt cx="1296144" cy="3888432"/>
            </a:xfrm>
          </p:grpSpPr>
          <p:cxnSp>
            <p:nvCxnSpPr>
              <p:cNvPr id="21" name="直接连接符 20"/>
              <p:cNvCxnSpPr/>
              <p:nvPr/>
            </p:nvCxnSpPr>
            <p:spPr>
              <a:xfrm>
                <a:off x="5796136" y="620688"/>
                <a:ext cx="0" cy="3888432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直接连接符 22"/>
              <p:cNvCxnSpPr/>
              <p:nvPr/>
            </p:nvCxnSpPr>
            <p:spPr>
              <a:xfrm>
                <a:off x="7092280" y="656692"/>
                <a:ext cx="0" cy="3852428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直接连接符 23"/>
              <p:cNvCxnSpPr/>
              <p:nvPr/>
            </p:nvCxnSpPr>
            <p:spPr>
              <a:xfrm>
                <a:off x="5796136" y="1124744"/>
                <a:ext cx="1296144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直接连接符 25"/>
              <p:cNvCxnSpPr/>
              <p:nvPr/>
            </p:nvCxnSpPr>
            <p:spPr>
              <a:xfrm>
                <a:off x="5796136" y="1556792"/>
                <a:ext cx="1296144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直接连接符 26"/>
              <p:cNvCxnSpPr/>
              <p:nvPr/>
            </p:nvCxnSpPr>
            <p:spPr>
              <a:xfrm>
                <a:off x="5796136" y="1952836"/>
                <a:ext cx="1296144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直接连接符 27"/>
              <p:cNvCxnSpPr/>
              <p:nvPr/>
            </p:nvCxnSpPr>
            <p:spPr>
              <a:xfrm>
                <a:off x="5796136" y="2384884"/>
                <a:ext cx="1296144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直接连接符 28"/>
              <p:cNvCxnSpPr/>
              <p:nvPr/>
            </p:nvCxnSpPr>
            <p:spPr>
              <a:xfrm>
                <a:off x="5796136" y="2780928"/>
                <a:ext cx="1296144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直接连接符 29"/>
              <p:cNvCxnSpPr/>
              <p:nvPr/>
            </p:nvCxnSpPr>
            <p:spPr>
              <a:xfrm>
                <a:off x="5796136" y="3176972"/>
                <a:ext cx="1296144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直接连接符 30"/>
              <p:cNvCxnSpPr/>
              <p:nvPr/>
            </p:nvCxnSpPr>
            <p:spPr>
              <a:xfrm>
                <a:off x="5796136" y="3897052"/>
                <a:ext cx="1296144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51201" name="矩形 51200"/>
            <p:cNvSpPr/>
            <p:nvPr/>
          </p:nvSpPr>
          <p:spPr>
            <a:xfrm>
              <a:off x="5327484" y="2663624"/>
              <a:ext cx="720080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zh-CN" dirty="0"/>
                <a:t>Line   </a:t>
              </a:r>
            </a:p>
          </p:txBody>
        </p:sp>
        <p:sp>
          <p:nvSpPr>
            <p:cNvPr id="51203" name="矩形 51202"/>
            <p:cNvSpPr/>
            <p:nvPr/>
          </p:nvSpPr>
          <p:spPr>
            <a:xfrm>
              <a:off x="6137980" y="1700808"/>
              <a:ext cx="526106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dirty="0"/>
                <a:t>_p1</a:t>
              </a:r>
              <a:endParaRPr lang="zh-CN" altLang="en-US" dirty="0"/>
            </a:p>
          </p:txBody>
        </p:sp>
        <p:sp>
          <p:nvSpPr>
            <p:cNvPr id="51204" name="矩形 51203"/>
            <p:cNvSpPr/>
            <p:nvPr/>
          </p:nvSpPr>
          <p:spPr>
            <a:xfrm>
              <a:off x="6147078" y="2564904"/>
              <a:ext cx="526106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dirty="0"/>
                <a:t>_p2</a:t>
              </a:r>
              <a:endParaRPr lang="zh-CN" altLang="en-US" dirty="0"/>
            </a:p>
          </p:txBody>
        </p:sp>
        <p:sp>
          <p:nvSpPr>
            <p:cNvPr id="51206" name="矩形 51205"/>
            <p:cNvSpPr/>
            <p:nvPr/>
          </p:nvSpPr>
          <p:spPr>
            <a:xfrm>
              <a:off x="7258646" y="1988840"/>
              <a:ext cx="386644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dirty="0"/>
                <a:t>_y</a:t>
              </a:r>
              <a:endParaRPr lang="zh-CN" altLang="en-US" dirty="0"/>
            </a:p>
          </p:txBody>
        </p:sp>
        <p:sp>
          <p:nvSpPr>
            <p:cNvPr id="40" name="矩形 39"/>
            <p:cNvSpPr/>
            <p:nvPr/>
          </p:nvSpPr>
          <p:spPr>
            <a:xfrm>
              <a:off x="7272300" y="2816932"/>
              <a:ext cx="386644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dirty="0"/>
                <a:t>_y</a:t>
              </a:r>
              <a:endParaRPr lang="zh-CN" altLang="en-US" dirty="0"/>
            </a:p>
          </p:txBody>
        </p:sp>
        <p:sp>
          <p:nvSpPr>
            <p:cNvPr id="51208" name="矩形 51207"/>
            <p:cNvSpPr/>
            <p:nvPr/>
          </p:nvSpPr>
          <p:spPr>
            <a:xfrm>
              <a:off x="7180710" y="3311696"/>
              <a:ext cx="572593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dirty="0"/>
                <a:t>_</a:t>
              </a:r>
              <a:r>
                <a:rPr lang="en-US" altLang="zh-CN" dirty="0" err="1"/>
                <a:t>len</a:t>
              </a:r>
              <a:endParaRPr lang="zh-CN" altLang="en-US" dirty="0"/>
            </a:p>
          </p:txBody>
        </p:sp>
        <p:cxnSp>
          <p:nvCxnSpPr>
            <p:cNvPr id="45" name="直接连接符 44"/>
            <p:cNvCxnSpPr/>
            <p:nvPr/>
          </p:nvCxnSpPr>
          <p:spPr>
            <a:xfrm>
              <a:off x="6840252" y="4293096"/>
              <a:ext cx="129614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1213" name="左大括号 51212"/>
            <p:cNvSpPr/>
            <p:nvPr/>
          </p:nvSpPr>
          <p:spPr>
            <a:xfrm>
              <a:off x="6714238" y="1556792"/>
              <a:ext cx="126014" cy="801380"/>
            </a:xfrm>
            <a:prstGeom prst="leftBrac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9" name="左大括号 48"/>
            <p:cNvSpPr/>
            <p:nvPr/>
          </p:nvSpPr>
          <p:spPr>
            <a:xfrm>
              <a:off x="6714238" y="2375592"/>
              <a:ext cx="126014" cy="801380"/>
            </a:xfrm>
            <a:prstGeom prst="leftBrac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0" name="左大括号 49"/>
            <p:cNvSpPr/>
            <p:nvPr/>
          </p:nvSpPr>
          <p:spPr>
            <a:xfrm>
              <a:off x="6048164" y="1907540"/>
              <a:ext cx="144015" cy="1989512"/>
            </a:xfrm>
            <a:prstGeom prst="leftBrac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1214" name="矩形 51213"/>
            <p:cNvSpPr/>
            <p:nvPr/>
          </p:nvSpPr>
          <p:spPr>
            <a:xfrm>
              <a:off x="7263456" y="1556792"/>
              <a:ext cx="381836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dirty="0"/>
                <a:t>_x</a:t>
              </a:r>
            </a:p>
          </p:txBody>
        </p:sp>
        <p:sp>
          <p:nvSpPr>
            <p:cNvPr id="52" name="矩形 51"/>
            <p:cNvSpPr/>
            <p:nvPr/>
          </p:nvSpPr>
          <p:spPr>
            <a:xfrm>
              <a:off x="7272300" y="2375592"/>
              <a:ext cx="381836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dirty="0"/>
                <a:t>_x</a:t>
              </a:r>
            </a:p>
          </p:txBody>
        </p:sp>
      </p:grpSp>
      <p:sp>
        <p:nvSpPr>
          <p:cNvPr id="51216" name="矩形 51215"/>
          <p:cNvSpPr/>
          <p:nvPr/>
        </p:nvSpPr>
        <p:spPr>
          <a:xfrm>
            <a:off x="4968044" y="4617132"/>
            <a:ext cx="3166251" cy="1569660"/>
          </a:xfrm>
          <a:prstGeom prst="rect">
            <a:avLst/>
          </a:prstGeom>
          <a:solidFill>
            <a:srgbClr val="FFFF00"/>
          </a:solidFill>
        </p:spPr>
        <p:txBody>
          <a:bodyPr wrap="none">
            <a:spAutoFit/>
          </a:bodyPr>
          <a:lstStyle/>
          <a:p>
            <a:r>
              <a:rPr lang="zh-CN" altLang="en-US" sz="2400" dirty="0"/>
              <a:t>每次创建</a:t>
            </a:r>
            <a:r>
              <a:rPr lang="en-US" altLang="zh-CN" sz="2400" dirty="0"/>
              <a:t>Line</a:t>
            </a:r>
            <a:r>
              <a:rPr lang="zh-CN" altLang="en-US" sz="2400" dirty="0"/>
              <a:t>对象，</a:t>
            </a:r>
            <a:endParaRPr lang="en-US" altLang="zh-CN" sz="2400" dirty="0"/>
          </a:p>
          <a:p>
            <a:r>
              <a:rPr lang="zh-CN" altLang="en-US" sz="2400" dirty="0"/>
              <a:t>先构造子对象</a:t>
            </a:r>
            <a:r>
              <a:rPr lang="en-US" altLang="zh-CN" sz="2400" dirty="0"/>
              <a:t> _p1</a:t>
            </a:r>
            <a:r>
              <a:rPr lang="zh-CN" altLang="en-US" sz="2400" dirty="0"/>
              <a:t>，</a:t>
            </a:r>
            <a:endParaRPr lang="en-US" altLang="zh-CN" sz="2400" dirty="0"/>
          </a:p>
          <a:p>
            <a:r>
              <a:rPr lang="zh-CN" altLang="en-US" sz="2400" dirty="0"/>
              <a:t>再构造子对象</a:t>
            </a:r>
            <a:r>
              <a:rPr lang="en-US" altLang="zh-CN" sz="2400" dirty="0"/>
              <a:t> _p2</a:t>
            </a:r>
            <a:r>
              <a:rPr lang="zh-CN" altLang="en-US" sz="2400" dirty="0"/>
              <a:t>，</a:t>
            </a:r>
            <a:endParaRPr lang="en-US" altLang="zh-CN" sz="2400" dirty="0"/>
          </a:p>
          <a:p>
            <a:r>
              <a:rPr lang="zh-CN" altLang="en-US" sz="2400" dirty="0"/>
              <a:t>最后构造成员变量</a:t>
            </a:r>
            <a:r>
              <a:rPr lang="en-US" altLang="zh-CN" sz="2400" dirty="0"/>
              <a:t>_</a:t>
            </a:r>
            <a:r>
              <a:rPr lang="en-US" altLang="zh-CN" sz="2400" dirty="0" err="1"/>
              <a:t>len</a:t>
            </a:r>
            <a:endParaRPr lang="en-US" altLang="zh-CN" sz="2400" dirty="0"/>
          </a:p>
        </p:txBody>
      </p:sp>
    </p:spTree>
    <p:extLst>
      <p:ext uri="{BB962C8B-B14F-4D97-AF65-F5344CB8AC3E}">
        <p14:creationId xmlns:p14="http://schemas.microsoft.com/office/powerpoint/2010/main" val="6171710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1216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1" name="Rectangle 2"/>
          <p:cNvSpPr>
            <a:spLocks noGrp="1" noChangeArrowheads="1"/>
          </p:cNvSpPr>
          <p:nvPr>
            <p:ph type="title"/>
          </p:nvPr>
        </p:nvSpPr>
        <p:spPr>
          <a:xfrm>
            <a:off x="755576" y="228600"/>
            <a:ext cx="7620000" cy="1143000"/>
          </a:xfrm>
        </p:spPr>
        <p:txBody>
          <a:bodyPr/>
          <a:lstStyle/>
          <a:p>
            <a:pPr eaLnBrk="1" hangingPunct="1"/>
            <a:r>
              <a:rPr lang="zh-CN" altLang="en-US" dirty="0"/>
              <a:t>类组合的构造函数设计</a:t>
            </a:r>
          </a:p>
        </p:txBody>
      </p:sp>
      <p:sp>
        <p:nvSpPr>
          <p:cNvPr id="53252" name="Rectangle 3"/>
          <p:cNvSpPr>
            <a:spLocks noGrp="1" noChangeArrowheads="1"/>
          </p:cNvSpPr>
          <p:nvPr>
            <p:ph idx="1"/>
          </p:nvPr>
        </p:nvSpPr>
        <p:spPr>
          <a:xfrm>
            <a:off x="539552" y="1376772"/>
            <a:ext cx="7924800" cy="2088232"/>
          </a:xfrm>
        </p:spPr>
        <p:txBody>
          <a:bodyPr/>
          <a:lstStyle/>
          <a:p>
            <a:pPr eaLnBrk="1" hangingPunct="1">
              <a:lnSpc>
                <a:spcPct val="120000"/>
              </a:lnSpc>
            </a:pPr>
            <a:r>
              <a:rPr lang="zh-CN" altLang="en-US" dirty="0">
                <a:latin typeface="宋体" charset="-122"/>
              </a:rPr>
              <a:t>原则：不仅要负责对本类中的基本类型成员数据赋初值，也要对子对象成员初始化。</a:t>
            </a:r>
          </a:p>
          <a:p>
            <a:pPr eaLnBrk="1" hangingPunct="1">
              <a:lnSpc>
                <a:spcPct val="120000"/>
              </a:lnSpc>
            </a:pPr>
            <a:r>
              <a:rPr lang="zh-CN" altLang="en-US" dirty="0">
                <a:latin typeface="宋体" charset="-122"/>
              </a:rPr>
              <a:t>构造函数声明形式：</a:t>
            </a:r>
          </a:p>
        </p:txBody>
      </p:sp>
      <p:sp>
        <p:nvSpPr>
          <p:cNvPr id="53250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/>
            <a:fld id="{10DFE60D-51BB-4BA0-841C-62C47FF6B9D9}" type="slidenum">
              <a:rPr lang="en-US" altLang="zh-CN" sz="1400"/>
              <a:pPr eaLnBrk="1" hangingPunct="1"/>
              <a:t>8</a:t>
            </a:fld>
            <a:endParaRPr lang="en-US" altLang="zh-CN" sz="1400"/>
          </a:p>
        </p:txBody>
      </p:sp>
      <p:sp>
        <p:nvSpPr>
          <p:cNvPr id="2" name="矩形 1"/>
          <p:cNvSpPr/>
          <p:nvPr/>
        </p:nvSpPr>
        <p:spPr>
          <a:xfrm>
            <a:off x="395536" y="3392996"/>
            <a:ext cx="7812868" cy="2172903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txBody>
          <a:bodyPr wrap="square">
            <a:spAutoFit/>
          </a:bodyPr>
          <a:lstStyle/>
          <a:p>
            <a:pPr marL="0" lvl="1">
              <a:lnSpc>
                <a:spcPct val="130000"/>
              </a:lnSpc>
            </a:pPr>
            <a:r>
              <a:rPr lang="zh-CN" altLang="en-US" sz="2600" dirty="0">
                <a:latin typeface="宋体" charset="-122"/>
              </a:rPr>
              <a:t>类名</a:t>
            </a:r>
            <a:r>
              <a:rPr lang="en-US" altLang="zh-CN" sz="2600" dirty="0">
                <a:latin typeface="宋体" charset="-122"/>
              </a:rPr>
              <a:t>::</a:t>
            </a:r>
            <a:r>
              <a:rPr lang="zh-CN" altLang="en-US" sz="2600" dirty="0">
                <a:latin typeface="宋体" charset="-122"/>
              </a:rPr>
              <a:t>类名</a:t>
            </a:r>
            <a:r>
              <a:rPr lang="en-US" altLang="zh-CN" sz="2600" dirty="0">
                <a:latin typeface="宋体" charset="-122"/>
              </a:rPr>
              <a:t>(</a:t>
            </a:r>
            <a:r>
              <a:rPr lang="zh-CN" altLang="en-US" sz="2600" dirty="0">
                <a:latin typeface="宋体" charset="-122"/>
              </a:rPr>
              <a:t>子对象成员所需的形参，本类成员形参</a:t>
            </a:r>
            <a:r>
              <a:rPr lang="en-US" altLang="zh-CN" sz="2600" dirty="0">
                <a:latin typeface="宋体" charset="-122"/>
              </a:rPr>
              <a:t>)</a:t>
            </a:r>
          </a:p>
          <a:p>
            <a:pPr marL="0" lvl="1">
              <a:lnSpc>
                <a:spcPct val="130000"/>
              </a:lnSpc>
            </a:pPr>
            <a:r>
              <a:rPr lang="en-US" altLang="zh-CN" sz="2600" dirty="0">
                <a:latin typeface="宋体" charset="-122"/>
              </a:rPr>
              <a:t>       :</a:t>
            </a:r>
            <a:r>
              <a:rPr lang="zh-CN" altLang="en-US" sz="2600" dirty="0">
                <a:latin typeface="宋体" charset="-122"/>
              </a:rPr>
              <a:t>子对象</a:t>
            </a:r>
            <a:r>
              <a:rPr lang="en-US" altLang="zh-CN" sz="2600" dirty="0">
                <a:latin typeface="宋体" charset="-122"/>
              </a:rPr>
              <a:t>1(</a:t>
            </a:r>
            <a:r>
              <a:rPr lang="zh-CN" altLang="en-US" sz="2600" dirty="0">
                <a:latin typeface="宋体" charset="-122"/>
              </a:rPr>
              <a:t>参数</a:t>
            </a:r>
            <a:r>
              <a:rPr lang="en-US" altLang="zh-CN" sz="2600" dirty="0">
                <a:latin typeface="宋体" charset="-122"/>
              </a:rPr>
              <a:t>)</a:t>
            </a:r>
            <a:r>
              <a:rPr lang="zh-CN" altLang="en-US" sz="2600" dirty="0">
                <a:latin typeface="宋体" charset="-122"/>
              </a:rPr>
              <a:t>，子对象</a:t>
            </a:r>
            <a:r>
              <a:rPr lang="en-US" altLang="zh-CN" sz="2600" dirty="0">
                <a:latin typeface="宋体" charset="-122"/>
              </a:rPr>
              <a:t>2(</a:t>
            </a:r>
            <a:r>
              <a:rPr lang="zh-CN" altLang="en-US" sz="2600" dirty="0">
                <a:latin typeface="宋体" charset="-122"/>
              </a:rPr>
              <a:t>参数</a:t>
            </a:r>
            <a:r>
              <a:rPr lang="en-US" altLang="zh-CN" sz="2600" dirty="0">
                <a:latin typeface="宋体" charset="-122"/>
              </a:rPr>
              <a:t>)</a:t>
            </a:r>
            <a:r>
              <a:rPr lang="zh-CN" altLang="en-US" sz="2600" dirty="0">
                <a:latin typeface="宋体" charset="-122"/>
              </a:rPr>
              <a:t>，</a:t>
            </a:r>
            <a:r>
              <a:rPr lang="en-US" altLang="zh-CN" sz="2600" dirty="0">
                <a:latin typeface="宋体" charset="-122"/>
              </a:rPr>
              <a:t>......</a:t>
            </a:r>
          </a:p>
          <a:p>
            <a:pPr marL="0" lvl="1">
              <a:lnSpc>
                <a:spcPct val="130000"/>
              </a:lnSpc>
            </a:pPr>
            <a:r>
              <a:rPr lang="en-US" altLang="zh-CN" sz="2600" dirty="0">
                <a:latin typeface="宋体" charset="-122"/>
              </a:rPr>
              <a:t>{  </a:t>
            </a:r>
            <a:r>
              <a:rPr lang="zh-CN" altLang="en-US" sz="2600" dirty="0">
                <a:latin typeface="宋体" charset="-122"/>
              </a:rPr>
              <a:t>本类初始化  </a:t>
            </a:r>
            <a:endParaRPr lang="en-US" altLang="zh-CN" sz="2600" dirty="0">
              <a:latin typeface="宋体" charset="-122"/>
            </a:endParaRPr>
          </a:p>
          <a:p>
            <a:pPr marL="0" lvl="1">
              <a:lnSpc>
                <a:spcPct val="130000"/>
              </a:lnSpc>
            </a:pPr>
            <a:r>
              <a:rPr lang="en-US" altLang="zh-CN" sz="2600" dirty="0">
                <a:latin typeface="宋体" charset="-122"/>
              </a:rPr>
              <a:t>}</a:t>
            </a:r>
          </a:p>
        </p:txBody>
      </p:sp>
      <p:sp>
        <p:nvSpPr>
          <p:cNvPr id="3" name="矩形 2"/>
          <p:cNvSpPr/>
          <p:nvPr/>
        </p:nvSpPr>
        <p:spPr>
          <a:xfrm>
            <a:off x="4163174" y="5085184"/>
            <a:ext cx="4801314" cy="461665"/>
          </a:xfrm>
          <a:prstGeom prst="rect">
            <a:avLst/>
          </a:prstGeom>
          <a:solidFill>
            <a:srgbClr val="FFC000"/>
          </a:solidFill>
        </p:spPr>
        <p:txBody>
          <a:bodyPr wrap="none">
            <a:spAutoFit/>
          </a:bodyPr>
          <a:lstStyle/>
          <a:p>
            <a:r>
              <a:rPr lang="zh-CN" altLang="en-US" sz="2400" dirty="0">
                <a:latin typeface="宋体" charset="-122"/>
              </a:rPr>
              <a:t>子对象的构造必须使用初始化列表</a:t>
            </a:r>
            <a:endParaRPr lang="zh-CN" altLang="en-US" sz="2400" dirty="0"/>
          </a:p>
        </p:txBody>
      </p:sp>
      <p:sp>
        <p:nvSpPr>
          <p:cNvPr id="4" name="圆角矩形 3"/>
          <p:cNvSpPr/>
          <p:nvPr/>
        </p:nvSpPr>
        <p:spPr>
          <a:xfrm>
            <a:off x="1799692" y="4041068"/>
            <a:ext cx="4788532" cy="438379"/>
          </a:xfrm>
          <a:prstGeom prst="roundRect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493021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类组合的构造函数调用</a:t>
            </a:r>
          </a:p>
        </p:txBody>
      </p:sp>
      <p:sp>
        <p:nvSpPr>
          <p:cNvPr id="120835" name="Rectangle 3"/>
          <p:cNvSpPr>
            <a:spLocks noGrp="1" noChangeArrowheads="1"/>
          </p:cNvSpPr>
          <p:nvPr>
            <p:ph idx="1"/>
          </p:nvPr>
        </p:nvSpPr>
        <p:spPr>
          <a:xfrm>
            <a:off x="107504" y="1592796"/>
            <a:ext cx="8136904" cy="1440160"/>
          </a:xfrm>
        </p:spPr>
        <p:txBody>
          <a:bodyPr vert="horz" rtlCol="0">
            <a:normAutofit/>
          </a:bodyPr>
          <a:lstStyle/>
          <a:p>
            <a:pPr>
              <a:lnSpc>
                <a:spcPct val="105000"/>
              </a:lnSpc>
            </a:pPr>
            <a:r>
              <a:rPr lang="zh-CN" altLang="en-US" sz="2800" dirty="0"/>
              <a:t>组合类构造函数调用顺序：先调用子对象的构造函数（按组合时的声明顺序，先声明者先构造）。然后调用本类的构造函数。</a:t>
            </a:r>
            <a:endParaRPr lang="en-US" altLang="zh-CN" sz="2800" dirty="0"/>
          </a:p>
        </p:txBody>
      </p:sp>
      <p:sp>
        <p:nvSpPr>
          <p:cNvPr id="54274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/>
            <a:fld id="{7178C6AA-0B34-40D4-A178-DA869808EC65}" type="slidenum">
              <a:rPr lang="en-US" altLang="zh-CN" sz="1400"/>
              <a:pPr eaLnBrk="1" hangingPunct="1"/>
              <a:t>9</a:t>
            </a:fld>
            <a:endParaRPr lang="en-US" altLang="zh-CN" sz="1400"/>
          </a:p>
        </p:txBody>
      </p:sp>
      <p:sp>
        <p:nvSpPr>
          <p:cNvPr id="2" name="矩形 1"/>
          <p:cNvSpPr/>
          <p:nvPr/>
        </p:nvSpPr>
        <p:spPr>
          <a:xfrm>
            <a:off x="8036512" y="1736812"/>
            <a:ext cx="1107996" cy="830997"/>
          </a:xfrm>
          <a:prstGeom prst="rect">
            <a:avLst/>
          </a:prstGeom>
          <a:solidFill>
            <a:srgbClr val="FFFF00"/>
          </a:solidFill>
        </p:spPr>
        <p:txBody>
          <a:bodyPr wrap="none">
            <a:spAutoFit/>
          </a:bodyPr>
          <a:lstStyle/>
          <a:p>
            <a:r>
              <a:rPr lang="zh-CN" altLang="en-US" sz="2400" dirty="0"/>
              <a:t>先客人</a:t>
            </a:r>
            <a:endParaRPr lang="en-US" altLang="zh-CN" sz="2400" dirty="0"/>
          </a:p>
          <a:p>
            <a:r>
              <a:rPr lang="zh-CN" altLang="en-US" sz="2400" dirty="0"/>
              <a:t>后自己</a:t>
            </a:r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>
          <a:xfrm>
            <a:off x="143508" y="3032956"/>
            <a:ext cx="7920880" cy="540060"/>
          </a:xfrm>
          <a:prstGeom prst="rect">
            <a:avLst/>
          </a:prstGeom>
        </p:spPr>
        <p:txBody>
          <a:bodyPr vert="horz" rtlCol="0">
            <a:normAutofit/>
          </a:bodyPr>
          <a:lstStyle>
            <a:lvl1pPr marL="342900" indent="-342900">
              <a:lnSpc>
                <a:spcPct val="105000"/>
              </a:lnSpc>
              <a:spcBef>
                <a:spcPct val="20000"/>
              </a:spcBef>
              <a:buClr>
                <a:schemeClr val="accent1"/>
              </a:buClr>
              <a:buSzPct val="50000"/>
              <a:buFont typeface="Wingdings 2"/>
              <a:buChar char=""/>
              <a:defRPr kumimoji="0" sz="3200"/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50000"/>
              <a:buFont typeface="Wingdings 2"/>
              <a:buChar char="³"/>
              <a:defRPr kumimoji="0" sz="2800"/>
            </a:lvl2pPr>
            <a:lvl3pPr marL="1143000" indent="-228600">
              <a:spcBef>
                <a:spcPct val="20000"/>
              </a:spcBef>
              <a:buClr>
                <a:schemeClr val="accent3"/>
              </a:buClr>
              <a:buSzPct val="60000"/>
              <a:buFont typeface="Wingdings 2"/>
              <a:buChar char="®"/>
              <a:defRPr kumimoji="0" sz="2400"/>
            </a:lvl3pPr>
            <a:lvl4pPr marL="1600200" indent="-228600">
              <a:spcBef>
                <a:spcPct val="20000"/>
              </a:spcBef>
              <a:buClr>
                <a:schemeClr val="accent5"/>
              </a:buClr>
              <a:buSzPct val="45000"/>
              <a:buFont typeface="Wingdings 2"/>
              <a:buChar char="¯"/>
              <a:defRPr kumimoji="0" sz="2000"/>
            </a:lvl4pPr>
            <a:lvl5pPr marL="2057400" indent="-228600">
              <a:spcBef>
                <a:spcPct val="20000"/>
              </a:spcBef>
              <a:buClr>
                <a:schemeClr val="accent6"/>
              </a:buClr>
              <a:buFont typeface="Wingdings 2"/>
              <a:buChar char=""/>
              <a:defRPr kumimoji="0" sz="2000"/>
            </a:lvl5pPr>
            <a:lvl6pPr marL="2514600" indent="-228600">
              <a:spcBef>
                <a:spcPct val="20000"/>
              </a:spcBef>
              <a:buFont typeface="Arial"/>
              <a:buChar char="•"/>
              <a:defRPr kumimoji="0" sz="2000"/>
            </a:lvl6pPr>
            <a:lvl7pPr marL="2971800" indent="-228600">
              <a:spcBef>
                <a:spcPct val="20000"/>
              </a:spcBef>
              <a:buFont typeface="Arial"/>
              <a:buChar char="•"/>
              <a:defRPr kumimoji="0" sz="2000"/>
            </a:lvl7pPr>
            <a:lvl8pPr marL="3429000" indent="-228600">
              <a:spcBef>
                <a:spcPct val="20000"/>
              </a:spcBef>
              <a:buFont typeface="Arial"/>
              <a:buChar char="•"/>
              <a:defRPr kumimoji="0" sz="2000"/>
            </a:lvl8pPr>
            <a:lvl9pPr marL="3886200" indent="-228600">
              <a:spcBef>
                <a:spcPct val="20000"/>
              </a:spcBef>
              <a:buFont typeface="Arial"/>
              <a:buChar char="•"/>
              <a:defRPr kumimoji="0" sz="2000"/>
            </a:lvl9pPr>
          </a:lstStyle>
          <a:p>
            <a:r>
              <a:rPr lang="zh-CN" altLang="en-US" sz="2800" dirty="0"/>
              <a:t>析构函数的调用顺序相反</a:t>
            </a:r>
          </a:p>
        </p:txBody>
      </p:sp>
      <p:sp>
        <p:nvSpPr>
          <p:cNvPr id="7" name="Rectangle 3"/>
          <p:cNvSpPr txBox="1">
            <a:spLocks noChangeArrowheads="1"/>
          </p:cNvSpPr>
          <p:nvPr/>
        </p:nvSpPr>
        <p:spPr>
          <a:xfrm>
            <a:off x="143508" y="3969060"/>
            <a:ext cx="8604956" cy="1152128"/>
          </a:xfrm>
          <a:prstGeom prst="rect">
            <a:avLst/>
          </a:prstGeom>
        </p:spPr>
        <p:txBody>
          <a:bodyPr vert="horz" rtlCol="0">
            <a:noAutofit/>
          </a:bodyPr>
          <a:lstStyle>
            <a:defPPr>
              <a:defRPr lang="zh-CN"/>
            </a:defPPr>
            <a:lvl1pPr marL="342900" indent="-342900">
              <a:lnSpc>
                <a:spcPct val="105000"/>
              </a:lnSpc>
              <a:spcBef>
                <a:spcPct val="20000"/>
              </a:spcBef>
              <a:buClr>
                <a:schemeClr val="accent1"/>
              </a:buClr>
              <a:buSzPct val="50000"/>
              <a:buFont typeface="Wingdings 2"/>
              <a:buChar char=""/>
              <a:defRPr kumimoji="0" sz="3200"/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50000"/>
              <a:buFont typeface="Wingdings 2"/>
              <a:buChar char="³"/>
              <a:defRPr kumimoji="0" sz="2800"/>
            </a:lvl2pPr>
            <a:lvl3pPr marL="1143000" indent="-228600">
              <a:spcBef>
                <a:spcPct val="20000"/>
              </a:spcBef>
              <a:buClr>
                <a:schemeClr val="accent3"/>
              </a:buClr>
              <a:buSzPct val="60000"/>
              <a:buFont typeface="Wingdings 2"/>
              <a:buChar char="®"/>
              <a:defRPr kumimoji="0" sz="2400"/>
            </a:lvl3pPr>
            <a:lvl4pPr marL="1600200" indent="-228600">
              <a:spcBef>
                <a:spcPct val="20000"/>
              </a:spcBef>
              <a:buClr>
                <a:schemeClr val="accent5"/>
              </a:buClr>
              <a:buSzPct val="45000"/>
              <a:buFont typeface="Wingdings 2"/>
              <a:buChar char="¯"/>
              <a:defRPr kumimoji="0" sz="2000"/>
            </a:lvl4pPr>
            <a:lvl5pPr marL="2057400" indent="-228600">
              <a:spcBef>
                <a:spcPct val="20000"/>
              </a:spcBef>
              <a:buClr>
                <a:schemeClr val="accent6"/>
              </a:buClr>
              <a:buFont typeface="Wingdings 2"/>
              <a:buChar char=""/>
              <a:defRPr kumimoji="0" sz="2000"/>
            </a:lvl5pPr>
            <a:lvl6pPr marL="2514600" indent="-228600">
              <a:spcBef>
                <a:spcPct val="20000"/>
              </a:spcBef>
              <a:buFont typeface="Arial"/>
              <a:buChar char="•"/>
              <a:defRPr kumimoji="0" sz="2000"/>
            </a:lvl6pPr>
            <a:lvl7pPr marL="2971800" indent="-228600">
              <a:spcBef>
                <a:spcPct val="20000"/>
              </a:spcBef>
              <a:buFont typeface="Arial"/>
              <a:buChar char="•"/>
              <a:defRPr kumimoji="0" sz="2000"/>
            </a:lvl7pPr>
            <a:lvl8pPr marL="3429000" indent="-228600">
              <a:spcBef>
                <a:spcPct val="20000"/>
              </a:spcBef>
              <a:buFont typeface="Arial"/>
              <a:buChar char="•"/>
              <a:defRPr kumimoji="0" sz="2000"/>
            </a:lvl8pPr>
            <a:lvl9pPr marL="3886200" indent="-228600">
              <a:spcBef>
                <a:spcPct val="20000"/>
              </a:spcBef>
              <a:buFont typeface="Arial"/>
              <a:buChar char="•"/>
              <a:defRPr kumimoji="0" sz="2000"/>
            </a:lvl9pPr>
          </a:lstStyle>
          <a:p>
            <a:r>
              <a:rPr lang="zh-CN" altLang="en-US" sz="2800" dirty="0"/>
              <a:t>组合类构造函数初始化列表中未出现的子对象，用子对象的默认构造函数（无参构造函数）初始化</a:t>
            </a:r>
            <a:endParaRPr lang="en-US" altLang="zh-CN" sz="2800" dirty="0"/>
          </a:p>
        </p:txBody>
      </p:sp>
      <p:sp>
        <p:nvSpPr>
          <p:cNvPr id="8" name="Rectangle 3"/>
          <p:cNvSpPr txBox="1">
            <a:spLocks noChangeArrowheads="1"/>
          </p:cNvSpPr>
          <p:nvPr/>
        </p:nvSpPr>
        <p:spPr>
          <a:xfrm>
            <a:off x="107504" y="5139713"/>
            <a:ext cx="8460940" cy="1241615"/>
          </a:xfrm>
          <a:prstGeom prst="rect">
            <a:avLst/>
          </a:prstGeom>
        </p:spPr>
        <p:txBody>
          <a:bodyPr vert="horz" rtlCol="0">
            <a:normAutofit fontScale="92500"/>
          </a:bodyPr>
          <a:lstStyle>
            <a:lvl1pPr marL="342900" indent="-342900" algn="l" rtl="0" eaLnBrk="1" latinLnBrk="0" hangingPunct="1">
              <a:spcBef>
                <a:spcPct val="20000"/>
              </a:spcBef>
              <a:buClr>
                <a:schemeClr val="accent1"/>
              </a:buClr>
              <a:buSzPct val="50000"/>
              <a:buFont typeface="Wingdings 2"/>
              <a:buChar char=""/>
              <a:defRPr kumimoji="0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latinLnBrk="0" hangingPunct="1">
              <a:spcBef>
                <a:spcPct val="20000"/>
              </a:spcBef>
              <a:buClr>
                <a:schemeClr val="accent2"/>
              </a:buClr>
              <a:buSzPct val="50000"/>
              <a:buFont typeface="Wingdings 2"/>
              <a:buChar char="³"/>
              <a:defRPr kumimoji="0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latinLnBrk="0" hangingPunct="1">
              <a:spcBef>
                <a:spcPct val="20000"/>
              </a:spcBef>
              <a:buClr>
                <a:schemeClr val="accent3"/>
              </a:buClr>
              <a:buSzPct val="60000"/>
              <a:buFont typeface="Wingdings 2"/>
              <a:buChar char="®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latinLnBrk="0" hangingPunct="1">
              <a:spcBef>
                <a:spcPct val="20000"/>
              </a:spcBef>
              <a:buClr>
                <a:schemeClr val="accent5"/>
              </a:buClr>
              <a:buSzPct val="45000"/>
              <a:buFont typeface="Wingdings 2"/>
              <a:buChar char="¯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latinLnBrk="0" hangingPunct="1">
              <a:spcBef>
                <a:spcPct val="20000"/>
              </a:spcBef>
              <a:buClr>
                <a:schemeClr val="accent6"/>
              </a:buClr>
              <a:buFont typeface="Wingdings 2"/>
              <a:buChar char="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rtl="0" eaLnBrk="1" latinLnBrk="0" hangingPunct="1">
              <a:spcBef>
                <a:spcPct val="20000"/>
              </a:spcBef>
              <a:buFont typeface="Arial"/>
              <a:buChar char="•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rtl="0" eaLnBrk="1" latinLnBrk="0" hangingPunct="1">
              <a:spcBef>
                <a:spcPct val="20000"/>
              </a:spcBef>
              <a:buFont typeface="Arial"/>
              <a:buChar char="•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rtl="0" eaLnBrk="1" latinLnBrk="0" hangingPunct="1">
              <a:spcBef>
                <a:spcPct val="20000"/>
              </a:spcBef>
              <a:buFont typeface="Arial"/>
              <a:buChar char="•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rtl="0" eaLnBrk="1" latinLnBrk="0" hangingPunct="1">
              <a:spcBef>
                <a:spcPct val="20000"/>
              </a:spcBef>
              <a:buFont typeface="Arial"/>
              <a:buChar char="•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5000"/>
              </a:lnSpc>
              <a:defRPr/>
            </a:pPr>
            <a:r>
              <a:rPr lang="zh-CN" altLang="en-US" sz="2800" dirty="0"/>
              <a:t>系统自动生成的组合类默认构造函数中，子对象全部用子对象的默认构造函数（无参构造函数）初始化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794815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0835" grpId="0" build="p"/>
      <p:bldP spid="2" grpId="0" animBg="1"/>
      <p:bldP spid="6" grpId="0"/>
      <p:bldP spid="7" grpId="0"/>
      <p:bldP spid="8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/>
            <a:fld id="{42605527-5112-47DF-A750-2C96D0629359}" type="slidenum">
              <a:rPr lang="en-US" altLang="zh-CN" sz="1400"/>
              <a:pPr eaLnBrk="1" hangingPunct="1"/>
              <a:t>10</a:t>
            </a:fld>
            <a:endParaRPr lang="en-US" altLang="zh-CN" sz="1400"/>
          </a:p>
        </p:txBody>
      </p:sp>
      <p:sp>
        <p:nvSpPr>
          <p:cNvPr id="2" name="矩形 1"/>
          <p:cNvSpPr/>
          <p:nvPr/>
        </p:nvSpPr>
        <p:spPr>
          <a:xfrm>
            <a:off x="35496" y="152636"/>
            <a:ext cx="3492388" cy="6247864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40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#include </a:t>
            </a:r>
            <a:r>
              <a:rPr lang="en-US" altLang="zh-CN" sz="1400" dirty="0">
                <a:solidFill>
                  <a:srgbClr val="C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&lt;iostream&gt;</a:t>
            </a:r>
          </a:p>
          <a:p>
            <a:r>
              <a:rPr lang="en-US" altLang="zh-CN" sz="140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#include </a:t>
            </a:r>
            <a:r>
              <a:rPr lang="en-US" altLang="zh-CN" sz="1400" dirty="0">
                <a:solidFill>
                  <a:srgbClr val="C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&lt;</a:t>
            </a:r>
            <a:r>
              <a:rPr lang="en-US" altLang="zh-CN" sz="1400" dirty="0" err="1">
                <a:solidFill>
                  <a:srgbClr val="C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cmath</a:t>
            </a:r>
            <a:r>
              <a:rPr lang="en-US" altLang="zh-CN" sz="1400" dirty="0">
                <a:solidFill>
                  <a:srgbClr val="C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&gt;</a:t>
            </a:r>
          </a:p>
          <a:p>
            <a:r>
              <a:rPr lang="en-US" altLang="zh-CN" sz="1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using namespace std;</a:t>
            </a:r>
          </a:p>
          <a:p>
            <a:r>
              <a:rPr lang="en-US" altLang="zh-CN" sz="1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class</a:t>
            </a:r>
            <a:r>
              <a:rPr lang="en-US" altLang="zh-C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1400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Point</a:t>
            </a:r>
            <a:endParaRPr lang="en-US" altLang="zh-CN" sz="14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  <a:ea typeface="新宋体"/>
            </a:endParaRPr>
          </a:p>
          <a:p>
            <a:r>
              <a:rPr lang="en-US" altLang="zh-C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{</a:t>
            </a:r>
            <a:r>
              <a:rPr lang="en-US" altLang="zh-CN" sz="1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private</a:t>
            </a:r>
            <a:r>
              <a:rPr lang="en-US" altLang="zh-C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:</a:t>
            </a:r>
          </a:p>
          <a:p>
            <a:pPr marL="352425"/>
            <a:r>
              <a:rPr lang="en-US" altLang="zh-CN" sz="1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int</a:t>
            </a:r>
            <a:r>
              <a:rPr lang="en-US" altLang="zh-C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_x, _y; </a:t>
            </a:r>
          </a:p>
          <a:p>
            <a:pPr marL="92075"/>
            <a:r>
              <a:rPr lang="en-US" altLang="zh-CN" sz="1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public</a:t>
            </a:r>
            <a:r>
              <a:rPr lang="en-US" altLang="zh-C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:</a:t>
            </a:r>
          </a:p>
          <a:p>
            <a:pPr marL="274638"/>
            <a:r>
              <a:rPr lang="en-US" altLang="zh-C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Point(</a:t>
            </a:r>
            <a:r>
              <a:rPr lang="en-US" altLang="zh-CN" sz="1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int</a:t>
            </a:r>
            <a:r>
              <a:rPr lang="en-US" altLang="zh-C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x = 0, </a:t>
            </a:r>
            <a:r>
              <a:rPr lang="en-US" altLang="zh-CN" sz="1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int</a:t>
            </a:r>
            <a:r>
              <a:rPr lang="en-US" altLang="zh-C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y = 0); </a:t>
            </a:r>
            <a:endParaRPr lang="zh-CN" altLang="en-US" sz="14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  <a:ea typeface="新宋体"/>
            </a:endParaRPr>
          </a:p>
          <a:p>
            <a:pPr marL="274638"/>
            <a:r>
              <a:rPr lang="en-US" altLang="zh-C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Point(</a:t>
            </a:r>
            <a:r>
              <a:rPr lang="en-US" altLang="zh-CN" sz="1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const</a:t>
            </a:r>
            <a:r>
              <a:rPr lang="en-US" altLang="zh-C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1400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Point</a:t>
            </a:r>
            <a:r>
              <a:rPr lang="en-US" altLang="zh-C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&amp; p);</a:t>
            </a:r>
            <a:endParaRPr lang="zh-CN" altLang="en-US" sz="14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  <a:ea typeface="新宋体"/>
            </a:endParaRPr>
          </a:p>
          <a:p>
            <a:pPr marL="274638"/>
            <a:r>
              <a:rPr lang="en-US" altLang="zh-CN" sz="1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int</a:t>
            </a:r>
            <a:r>
              <a:rPr lang="en-US" altLang="zh-C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getX</a:t>
            </a:r>
            <a:r>
              <a:rPr lang="en-US" altLang="zh-C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() </a:t>
            </a:r>
            <a:r>
              <a:rPr lang="en-US" altLang="zh-CN" sz="1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const</a:t>
            </a:r>
            <a:r>
              <a:rPr lang="en-US" altLang="zh-C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; </a:t>
            </a:r>
            <a:endParaRPr lang="zh-CN" altLang="en-US" sz="14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  <a:ea typeface="新宋体"/>
            </a:endParaRPr>
          </a:p>
          <a:p>
            <a:pPr marL="274638"/>
            <a:r>
              <a:rPr lang="en-US" altLang="zh-CN" sz="1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int</a:t>
            </a:r>
            <a:r>
              <a:rPr lang="en-US" altLang="zh-C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getY</a:t>
            </a:r>
            <a:r>
              <a:rPr lang="en-US" altLang="zh-C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() </a:t>
            </a:r>
            <a:r>
              <a:rPr lang="en-US" altLang="zh-CN" sz="1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const</a:t>
            </a:r>
            <a:r>
              <a:rPr lang="en-US" altLang="zh-C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; </a:t>
            </a:r>
            <a:endParaRPr lang="zh-CN" altLang="en-US" sz="14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  <a:ea typeface="新宋体"/>
            </a:endParaRPr>
          </a:p>
          <a:p>
            <a:r>
              <a:rPr lang="en-US" altLang="zh-C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};</a:t>
            </a:r>
          </a:p>
          <a:p>
            <a:r>
              <a:rPr lang="fr-FR" altLang="zh-CN" sz="1400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Point</a:t>
            </a:r>
            <a:r>
              <a:rPr lang="fr-FR" altLang="zh-C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::Point(</a:t>
            </a:r>
            <a:r>
              <a:rPr lang="fr-FR" altLang="zh-CN" sz="1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int</a:t>
            </a:r>
            <a:r>
              <a:rPr lang="fr-FR" altLang="zh-C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</a:t>
            </a:r>
            <a:r>
              <a:rPr lang="fr-FR" altLang="zh-CN" sz="140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x</a:t>
            </a:r>
            <a:r>
              <a:rPr lang="fr-FR" altLang="zh-C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, </a:t>
            </a:r>
            <a:r>
              <a:rPr lang="fr-FR" altLang="zh-CN" sz="1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int</a:t>
            </a:r>
            <a:r>
              <a:rPr lang="fr-FR" altLang="zh-C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</a:t>
            </a:r>
            <a:r>
              <a:rPr lang="fr-FR" altLang="zh-CN" sz="140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y</a:t>
            </a:r>
            <a:r>
              <a:rPr lang="fr-FR" altLang="zh-C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)</a:t>
            </a:r>
          </a:p>
          <a:p>
            <a:r>
              <a:rPr lang="en-US" altLang="zh-C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{  _x = </a:t>
            </a:r>
            <a:r>
              <a:rPr lang="en-US" altLang="zh-CN" sz="140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x</a:t>
            </a:r>
            <a:r>
              <a:rPr lang="en-US" altLang="zh-C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;</a:t>
            </a:r>
          </a:p>
          <a:p>
            <a:r>
              <a:rPr lang="en-US" altLang="zh-C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  _y = </a:t>
            </a:r>
            <a:r>
              <a:rPr lang="en-US" altLang="zh-CN" sz="140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y</a:t>
            </a:r>
            <a:r>
              <a:rPr lang="en-US" altLang="zh-C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;</a:t>
            </a:r>
          </a:p>
          <a:p>
            <a:r>
              <a:rPr lang="en-US" altLang="zh-C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}</a:t>
            </a:r>
          </a:p>
          <a:p>
            <a:r>
              <a:rPr lang="en-US" altLang="zh-CN" sz="1400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Point</a:t>
            </a:r>
            <a:r>
              <a:rPr lang="en-US" altLang="zh-C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::Point(</a:t>
            </a:r>
            <a:r>
              <a:rPr lang="en-US" altLang="zh-CN" sz="1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const</a:t>
            </a:r>
            <a:r>
              <a:rPr lang="en-US" altLang="zh-C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1400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Point</a:t>
            </a:r>
            <a:r>
              <a:rPr lang="en-US" altLang="zh-C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&amp; </a:t>
            </a:r>
            <a:r>
              <a:rPr lang="en-US" altLang="zh-CN" sz="140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p</a:t>
            </a:r>
            <a:r>
              <a:rPr lang="en-US" altLang="zh-C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)</a:t>
            </a:r>
          </a:p>
          <a:p>
            <a:r>
              <a:rPr lang="en-US" altLang="zh-C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{  _x = </a:t>
            </a:r>
            <a:r>
              <a:rPr lang="en-US" altLang="zh-CN" sz="1400" dirty="0" err="1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p</a:t>
            </a:r>
            <a:r>
              <a:rPr lang="en-US" altLang="zh-CN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._x</a:t>
            </a:r>
            <a:r>
              <a:rPr lang="en-US" altLang="zh-C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;</a:t>
            </a:r>
          </a:p>
          <a:p>
            <a:pPr marL="352425"/>
            <a:r>
              <a:rPr lang="en-US" altLang="zh-C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_y = </a:t>
            </a:r>
            <a:r>
              <a:rPr lang="en-US" altLang="zh-CN" sz="1400" dirty="0" err="1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p</a:t>
            </a:r>
            <a:r>
              <a:rPr lang="en-US" altLang="zh-CN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._y</a:t>
            </a:r>
            <a:r>
              <a:rPr lang="en-US" altLang="zh-C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;</a:t>
            </a:r>
          </a:p>
          <a:p>
            <a:pPr marL="352425"/>
            <a:r>
              <a:rPr lang="en-US" altLang="zh-CN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cout</a:t>
            </a:r>
            <a:r>
              <a:rPr lang="en-US" altLang="zh-C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&lt;&lt; </a:t>
            </a:r>
            <a:r>
              <a:rPr lang="en-US" altLang="zh-CN" sz="1400" dirty="0">
                <a:highlight>
                  <a:srgbClr val="FFFFFF"/>
                </a:highlight>
              </a:rPr>
              <a:t>"</a:t>
            </a:r>
            <a:r>
              <a:rPr lang="en-US" altLang="zh-CN" dirty="0">
                <a:highlight>
                  <a:srgbClr val="FFFFFF"/>
                </a:highlight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Calling the copy constructor of Point</a:t>
            </a:r>
            <a:r>
              <a:rPr lang="en-US" altLang="zh-CN" dirty="0">
                <a:highlight>
                  <a:srgbClr val="FFFFFF"/>
                </a:highlight>
              </a:rPr>
              <a:t> </a:t>
            </a:r>
            <a:r>
              <a:rPr lang="en-US" altLang="zh-CN" sz="1400" dirty="0">
                <a:highlight>
                  <a:srgbClr val="FFFFFF"/>
                </a:highlight>
              </a:rPr>
              <a:t>"</a:t>
            </a:r>
            <a:r>
              <a:rPr lang="en-US" altLang="zh-C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&lt;&lt; </a:t>
            </a:r>
            <a:r>
              <a:rPr lang="en-US" altLang="zh-CN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endl</a:t>
            </a:r>
            <a:r>
              <a:rPr lang="en-US" altLang="zh-C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;</a:t>
            </a:r>
          </a:p>
          <a:p>
            <a:r>
              <a:rPr lang="en-US" altLang="zh-C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}</a:t>
            </a:r>
          </a:p>
          <a:p>
            <a:r>
              <a:rPr lang="en-US" altLang="zh-CN" sz="1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int</a:t>
            </a:r>
            <a:r>
              <a:rPr lang="en-US" altLang="zh-C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1400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Point</a:t>
            </a:r>
            <a:r>
              <a:rPr lang="en-US" altLang="zh-C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::</a:t>
            </a:r>
            <a:r>
              <a:rPr lang="en-US" altLang="zh-CN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getX</a:t>
            </a:r>
            <a:r>
              <a:rPr lang="en-US" altLang="zh-C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() </a:t>
            </a:r>
            <a:r>
              <a:rPr lang="en-US" altLang="zh-CN" sz="1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const</a:t>
            </a:r>
            <a:endParaRPr lang="en-US" altLang="zh-CN" sz="14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  <a:ea typeface="新宋体"/>
            </a:endParaRPr>
          </a:p>
          <a:p>
            <a:r>
              <a:rPr lang="en-US" altLang="zh-C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{  </a:t>
            </a:r>
            <a:r>
              <a:rPr lang="en-US" altLang="zh-CN" sz="1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return</a:t>
            </a:r>
            <a:r>
              <a:rPr lang="en-US" altLang="zh-C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_x;</a:t>
            </a:r>
          </a:p>
          <a:p>
            <a:r>
              <a:rPr lang="en-US" altLang="zh-C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}</a:t>
            </a:r>
          </a:p>
          <a:p>
            <a:r>
              <a:rPr lang="en-US" altLang="zh-CN" sz="1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int</a:t>
            </a:r>
            <a:r>
              <a:rPr lang="en-US" altLang="zh-C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1400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Point</a:t>
            </a:r>
            <a:r>
              <a:rPr lang="en-US" altLang="zh-C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::</a:t>
            </a:r>
            <a:r>
              <a:rPr lang="en-US" altLang="zh-CN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getY</a:t>
            </a:r>
            <a:r>
              <a:rPr lang="en-US" altLang="zh-C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() </a:t>
            </a:r>
            <a:r>
              <a:rPr lang="en-US" altLang="zh-CN" sz="1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const</a:t>
            </a:r>
            <a:endParaRPr lang="en-US" altLang="zh-CN" sz="14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  <a:ea typeface="新宋体"/>
            </a:endParaRPr>
          </a:p>
          <a:p>
            <a:r>
              <a:rPr lang="en-US" altLang="zh-C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{  </a:t>
            </a:r>
            <a:r>
              <a:rPr lang="en-US" altLang="zh-CN" sz="1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return</a:t>
            </a:r>
            <a:r>
              <a:rPr lang="en-US" altLang="zh-C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_y;</a:t>
            </a:r>
          </a:p>
          <a:p>
            <a:r>
              <a:rPr lang="en-US" altLang="zh-C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}</a:t>
            </a:r>
            <a:endParaRPr lang="zh-CN" altLang="en-US" sz="1400" dirty="0">
              <a:latin typeface="Consolas" panose="020B0609020204030204" pitchFamily="49" charset="0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B7D1F70-BAD5-5596-A313-CAAB0C752E8A}"/>
              </a:ext>
            </a:extLst>
          </p:cNvPr>
          <p:cNvSpPr/>
          <p:nvPr/>
        </p:nvSpPr>
        <p:spPr>
          <a:xfrm>
            <a:off x="3599892" y="224644"/>
            <a:ext cx="5580620" cy="5386090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highlight>
                  <a:srgbClr val="FFFFFF"/>
                </a:highlight>
                <a:uLnTx/>
                <a:uFillTx/>
                <a:latin typeface="Consolas" panose="020B0609020204030204" pitchFamily="49" charset="0"/>
                <a:ea typeface="新宋体"/>
              </a:rPr>
              <a:t>class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onsolas" panose="020B0609020204030204" pitchFamily="49" charset="0"/>
                <a:ea typeface="新宋体"/>
              </a:rPr>
              <a:t>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2B91AF"/>
                </a:solidFill>
                <a:effectLst/>
                <a:highlight>
                  <a:srgbClr val="FFFFFF"/>
                </a:highlight>
                <a:uLnTx/>
                <a:uFillTx/>
                <a:latin typeface="Consolas" panose="020B0609020204030204" pitchFamily="49" charset="0"/>
                <a:ea typeface="新宋体"/>
              </a:rPr>
              <a:t>Line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highlight>
                <a:srgbClr val="FFFFFF"/>
              </a:highlight>
              <a:uLnTx/>
              <a:uFillTx/>
              <a:latin typeface="Consolas" panose="020B0609020204030204" pitchFamily="49" charset="0"/>
              <a:ea typeface="新宋体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onsolas" panose="020B0609020204030204" pitchFamily="49" charset="0"/>
                <a:ea typeface="新宋体"/>
              </a:rPr>
              <a:t>{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highlight>
                  <a:srgbClr val="FFFFFF"/>
                </a:highlight>
                <a:uLnTx/>
                <a:uFillTx/>
                <a:latin typeface="Consolas" panose="020B0609020204030204" pitchFamily="49" charset="0"/>
                <a:ea typeface="新宋体"/>
              </a:rPr>
              <a:t>private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onsolas" panose="020B0609020204030204" pitchFamily="49" charset="0"/>
                <a:ea typeface="新宋体"/>
              </a:rPr>
              <a:t>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2B91AF"/>
                </a:solidFill>
                <a:effectLst/>
                <a:highlight>
                  <a:srgbClr val="FFFFFF"/>
                </a:highlight>
                <a:uLnTx/>
                <a:uFillTx/>
                <a:latin typeface="Consolas" panose="020B0609020204030204" pitchFamily="49" charset="0"/>
                <a:ea typeface="新宋体"/>
              </a:rPr>
              <a:t>   Point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onsolas" panose="020B0609020204030204" pitchFamily="49" charset="0"/>
                <a:ea typeface="新宋体"/>
              </a:rPr>
              <a:t> _p1, _p2;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onsolas" panose="020B0609020204030204" pitchFamily="49" charset="0"/>
                <a:ea typeface="新宋体"/>
              </a:rPr>
              <a:t>  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highlight>
                  <a:srgbClr val="FFFFFF"/>
                </a:highlight>
                <a:uLnTx/>
                <a:uFillTx/>
                <a:latin typeface="Consolas" panose="020B0609020204030204" pitchFamily="49" charset="0"/>
                <a:ea typeface="新宋体"/>
              </a:rPr>
              <a:t>double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onsolas" panose="020B0609020204030204" pitchFamily="49" charset="0"/>
                <a:ea typeface="新宋体"/>
              </a:rPr>
              <a:t> _</a:t>
            </a:r>
            <a:r>
              <a:rPr kumimoji="0" lang="en-US" altLang="zh-CN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onsolas" panose="020B0609020204030204" pitchFamily="49" charset="0"/>
                <a:ea typeface="新宋体"/>
              </a:rPr>
              <a:t>len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onsolas" panose="020B0609020204030204" pitchFamily="49" charset="0"/>
                <a:ea typeface="新宋体"/>
              </a:rPr>
              <a:t>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highlight>
                  <a:srgbClr val="FFFFFF"/>
                </a:highlight>
                <a:uLnTx/>
                <a:uFillTx/>
                <a:latin typeface="Consolas" panose="020B0609020204030204" pitchFamily="49" charset="0"/>
                <a:ea typeface="新宋体"/>
              </a:rPr>
              <a:t>public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onsolas" panose="020B0609020204030204" pitchFamily="49" charset="0"/>
                <a:ea typeface="新宋体"/>
              </a:rPr>
              <a:t>:</a:t>
            </a:r>
          </a:p>
          <a:p>
            <a:pPr marL="352425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onsolas" panose="020B0609020204030204" pitchFamily="49" charset="0"/>
                <a:ea typeface="新宋体"/>
              </a:rPr>
              <a:t>Line(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2B91AF"/>
                </a:solidFill>
                <a:effectLst/>
                <a:highlight>
                  <a:srgbClr val="FFFFFF"/>
                </a:highlight>
                <a:uLnTx/>
                <a:uFillTx/>
                <a:latin typeface="Consolas" panose="020B0609020204030204" pitchFamily="49" charset="0"/>
                <a:ea typeface="新宋体"/>
              </a:rPr>
              <a:t>Point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onsolas" panose="020B0609020204030204" pitchFamily="49" charset="0"/>
                <a:ea typeface="新宋体"/>
              </a:rPr>
              <a:t> p1,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2B91AF"/>
                </a:solidFill>
                <a:effectLst/>
                <a:highlight>
                  <a:srgbClr val="FFFFFF"/>
                </a:highlight>
                <a:uLnTx/>
                <a:uFillTx/>
                <a:latin typeface="Consolas" panose="020B0609020204030204" pitchFamily="49" charset="0"/>
                <a:ea typeface="新宋体"/>
              </a:rPr>
              <a:t>Point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onsolas" panose="020B0609020204030204" pitchFamily="49" charset="0"/>
                <a:ea typeface="新宋体"/>
              </a:rPr>
              <a:t> p2); 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highlight>
                <a:srgbClr val="FFFFFF"/>
              </a:highlight>
              <a:uLnTx/>
              <a:uFillTx/>
              <a:latin typeface="Consolas" panose="020B0609020204030204" pitchFamily="49" charset="0"/>
              <a:ea typeface="新宋体"/>
            </a:endParaRPr>
          </a:p>
          <a:p>
            <a:pPr marL="352425" lvl="0"/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onsolas" panose="020B0609020204030204" pitchFamily="49" charset="0"/>
                <a:ea typeface="新宋体"/>
              </a:rPr>
              <a:t>Line(</a:t>
            </a:r>
            <a:r>
              <a:rPr lang="en-US" altLang="zh-CN" sz="1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const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2B91AF"/>
                </a:solidFill>
                <a:effectLst/>
                <a:highlight>
                  <a:srgbClr val="FFFFFF"/>
                </a:highlight>
                <a:uLnTx/>
                <a:uFillTx/>
                <a:latin typeface="Consolas" panose="020B0609020204030204" pitchFamily="49" charset="0"/>
                <a:ea typeface="新宋体"/>
              </a:rPr>
              <a:t>Line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onsolas" panose="020B0609020204030204" pitchFamily="49" charset="0"/>
                <a:ea typeface="新宋体"/>
              </a:rPr>
              <a:t>&amp; l);</a:t>
            </a:r>
          </a:p>
          <a:p>
            <a:pPr marL="352425" lvl="0"/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highlight>
                  <a:srgbClr val="FFFFFF"/>
                </a:highlight>
                <a:uLnTx/>
                <a:uFillTx/>
                <a:latin typeface="Consolas" panose="020B0609020204030204" pitchFamily="49" charset="0"/>
                <a:ea typeface="新宋体"/>
              </a:rPr>
              <a:t>double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onsolas" panose="020B0609020204030204" pitchFamily="49" charset="0"/>
                <a:ea typeface="新宋体"/>
              </a:rPr>
              <a:t> </a:t>
            </a:r>
            <a:r>
              <a:rPr kumimoji="0" lang="en-US" altLang="zh-CN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onsolas" panose="020B0609020204030204" pitchFamily="49" charset="0"/>
                <a:ea typeface="新宋体"/>
              </a:rPr>
              <a:t>getLen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onsolas" panose="020B0609020204030204" pitchFamily="49" charset="0"/>
                <a:ea typeface="新宋体"/>
              </a:rPr>
              <a:t>() </a:t>
            </a:r>
            <a:r>
              <a:rPr lang="en-US" altLang="zh-CN" sz="1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const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onsolas" panose="020B0609020204030204" pitchFamily="49" charset="0"/>
                <a:ea typeface="新宋体"/>
              </a:rPr>
              <a:t>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onsolas" panose="020B0609020204030204" pitchFamily="49" charset="0"/>
                <a:ea typeface="新宋体"/>
              </a:rPr>
              <a:t>};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highlight>
                  <a:srgbClr val="FFFFFF"/>
                </a:highlight>
                <a:uLnTx/>
                <a:uFillTx/>
                <a:latin typeface="Consolas" panose="020B0609020204030204" pitchFamily="49" charset="0"/>
                <a:ea typeface="新宋体"/>
              </a:rPr>
              <a:t>//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highlight>
                  <a:srgbClr val="FFFFFF"/>
                </a:highlight>
                <a:uLnTx/>
                <a:uFillTx/>
                <a:latin typeface="Consolas" panose="020B0609020204030204" pitchFamily="49" charset="0"/>
                <a:ea typeface="新宋体"/>
              </a:rPr>
              <a:t>组合类的构造函数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highlight>
                <a:srgbClr val="FFFFFF"/>
              </a:highlight>
              <a:uLnTx/>
              <a:uFillTx/>
              <a:latin typeface="Consolas" panose="020B0609020204030204" pitchFamily="49" charset="0"/>
              <a:ea typeface="新宋体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2B91AF"/>
                </a:solidFill>
                <a:effectLst/>
                <a:highlight>
                  <a:srgbClr val="FFFFFF"/>
                </a:highlight>
                <a:uLnTx/>
                <a:uFillTx/>
                <a:latin typeface="Consolas" panose="020B0609020204030204" pitchFamily="49" charset="0"/>
                <a:ea typeface="新宋体"/>
              </a:rPr>
              <a:t>Line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onsolas" panose="020B0609020204030204" pitchFamily="49" charset="0"/>
                <a:ea typeface="新宋体"/>
              </a:rPr>
              <a:t>::Line(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2B91AF"/>
                </a:solidFill>
                <a:effectLst/>
                <a:highlight>
                  <a:srgbClr val="FFFFFF"/>
                </a:highlight>
                <a:uLnTx/>
                <a:uFillTx/>
                <a:latin typeface="Consolas" panose="020B0609020204030204" pitchFamily="49" charset="0"/>
                <a:ea typeface="新宋体"/>
              </a:rPr>
              <a:t>Point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onsolas" panose="020B0609020204030204" pitchFamily="49" charset="0"/>
                <a:ea typeface="新宋体"/>
              </a:rPr>
              <a:t>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highlight>
                  <a:srgbClr val="FFFFFF"/>
                </a:highlight>
                <a:uLnTx/>
                <a:uFillTx/>
                <a:latin typeface="Consolas" panose="020B0609020204030204" pitchFamily="49" charset="0"/>
                <a:ea typeface="新宋体"/>
              </a:rPr>
              <a:t>p1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onsolas" panose="020B0609020204030204" pitchFamily="49" charset="0"/>
                <a:ea typeface="新宋体"/>
              </a:rPr>
              <a:t>,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2B91AF"/>
                </a:solidFill>
                <a:effectLst/>
                <a:highlight>
                  <a:srgbClr val="FFFFFF"/>
                </a:highlight>
                <a:uLnTx/>
                <a:uFillTx/>
                <a:latin typeface="Consolas" panose="020B0609020204030204" pitchFamily="49" charset="0"/>
                <a:ea typeface="新宋体"/>
              </a:rPr>
              <a:t>Point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onsolas" panose="020B0609020204030204" pitchFamily="49" charset="0"/>
                <a:ea typeface="新宋体"/>
              </a:rPr>
              <a:t>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highlight>
                  <a:srgbClr val="FFFFFF"/>
                </a:highlight>
                <a:uLnTx/>
                <a:uFillTx/>
                <a:latin typeface="Consolas" panose="020B0609020204030204" pitchFamily="49" charset="0"/>
                <a:ea typeface="新宋体"/>
              </a:rPr>
              <a:t>p2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onsolas" panose="020B0609020204030204" pitchFamily="49" charset="0"/>
                <a:ea typeface="新宋体"/>
              </a:rPr>
              <a:t>): _p1(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highlight>
                  <a:srgbClr val="FFFFFF"/>
                </a:highlight>
                <a:uLnTx/>
                <a:uFillTx/>
                <a:latin typeface="Consolas" panose="020B0609020204030204" pitchFamily="49" charset="0"/>
                <a:ea typeface="新宋体"/>
              </a:rPr>
              <a:t>p1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onsolas" panose="020B0609020204030204" pitchFamily="49" charset="0"/>
                <a:ea typeface="新宋体"/>
              </a:rPr>
              <a:t>),_p2(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highlight>
                  <a:srgbClr val="FFFFFF"/>
                </a:highlight>
                <a:uLnTx/>
                <a:uFillTx/>
                <a:latin typeface="Consolas" panose="020B0609020204030204" pitchFamily="49" charset="0"/>
                <a:ea typeface="新宋体"/>
              </a:rPr>
              <a:t>p2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onsolas" panose="020B0609020204030204" pitchFamily="49" charset="0"/>
                <a:ea typeface="新宋体"/>
              </a:rPr>
              <a:t>)</a:t>
            </a:r>
          </a:p>
          <a:p>
            <a:pPr lvl="0"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onsolas" panose="020B0609020204030204" pitchFamily="49" charset="0"/>
                <a:ea typeface="新宋体"/>
              </a:rPr>
              <a:t>{  </a:t>
            </a:r>
            <a:r>
              <a:rPr kumimoji="0" lang="en-US" altLang="zh-CN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onsolas" panose="020B0609020204030204" pitchFamily="49" charset="0"/>
                <a:ea typeface="新宋体"/>
              </a:rPr>
              <a:t>cout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onsolas" panose="020B0609020204030204" pitchFamily="49" charset="0"/>
                <a:ea typeface="新宋体"/>
              </a:rPr>
              <a:t> &lt;&lt; </a:t>
            </a:r>
            <a:r>
              <a:rPr lang="en-US" altLang="zh-CN" sz="1400" dirty="0">
                <a:highlight>
                  <a:srgbClr val="FFFFFF"/>
                </a:highlight>
              </a:rPr>
              <a:t>"</a:t>
            </a:r>
            <a:r>
              <a:rPr lang="en-US" altLang="zh-CN" dirty="0">
                <a:highlight>
                  <a:srgbClr val="FFFFFF"/>
                </a:highlight>
              </a:rPr>
              <a:t>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onsolas" panose="020B0609020204030204" pitchFamily="49" charset="0"/>
                <a:ea typeface="新宋体"/>
              </a:rPr>
              <a:t>Calling constructor of Line</a:t>
            </a:r>
            <a:r>
              <a:rPr lang="en-US" altLang="zh-CN" dirty="0">
                <a:highlight>
                  <a:srgbClr val="FFFFFF"/>
                </a:highlight>
              </a:rPr>
              <a:t> </a:t>
            </a:r>
            <a:r>
              <a:rPr lang="en-US" altLang="zh-CN" sz="1400" dirty="0">
                <a:highlight>
                  <a:srgbClr val="FFFFFF"/>
                </a:highlight>
              </a:rPr>
              <a:t>"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onsolas" panose="020B0609020204030204" pitchFamily="49" charset="0"/>
                <a:ea typeface="新宋体"/>
              </a:rPr>
              <a:t> &lt;&lt; </a:t>
            </a:r>
            <a:r>
              <a:rPr kumimoji="0" lang="en-US" altLang="zh-CN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onsolas" panose="020B0609020204030204" pitchFamily="49" charset="0"/>
                <a:ea typeface="新宋体"/>
              </a:rPr>
              <a:t>endl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onsolas" panose="020B0609020204030204" pitchFamily="49" charset="0"/>
                <a:ea typeface="新宋体"/>
              </a:rPr>
              <a:t>;</a:t>
            </a:r>
          </a:p>
          <a:p>
            <a:pPr marL="352425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highlight>
                  <a:srgbClr val="FFFFFF"/>
                </a:highlight>
                <a:uLnTx/>
                <a:uFillTx/>
                <a:latin typeface="Consolas" panose="020B0609020204030204" pitchFamily="49" charset="0"/>
                <a:ea typeface="新宋体"/>
              </a:rPr>
              <a:t>double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onsolas" panose="020B0609020204030204" pitchFamily="49" charset="0"/>
                <a:ea typeface="新宋体"/>
              </a:rPr>
              <a:t> x = (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highlight>
                  <a:srgbClr val="FFFFFF"/>
                </a:highlight>
                <a:uLnTx/>
                <a:uFillTx/>
                <a:latin typeface="Consolas" panose="020B0609020204030204" pitchFamily="49" charset="0"/>
                <a:ea typeface="新宋体"/>
              </a:rPr>
              <a:t>double)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effectLst/>
                <a:highlight>
                  <a:srgbClr val="FFFFFF"/>
                </a:highlight>
                <a:uLnTx/>
                <a:uFillTx/>
                <a:latin typeface="Consolas" panose="020B0609020204030204" pitchFamily="49" charset="0"/>
                <a:ea typeface="新宋体"/>
              </a:rPr>
              <a:t>_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onsolas" panose="020B0609020204030204" pitchFamily="49" charset="0"/>
                <a:ea typeface="新宋体"/>
              </a:rPr>
              <a:t>p1.getX() - (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highlight>
                  <a:srgbClr val="FFFFFF"/>
                </a:highlight>
                <a:uLnTx/>
                <a:uFillTx/>
                <a:latin typeface="Consolas" panose="020B0609020204030204" pitchFamily="49" charset="0"/>
                <a:ea typeface="新宋体"/>
              </a:rPr>
              <a:t>double)</a:t>
            </a:r>
            <a:r>
              <a:rPr lang="en-US" altLang="zh-CN" sz="1400" noProof="0" dirty="0"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_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onsolas" panose="020B0609020204030204" pitchFamily="49" charset="0"/>
                <a:ea typeface="新宋体"/>
              </a:rPr>
              <a:t>p2.getX();</a:t>
            </a:r>
          </a:p>
          <a:p>
            <a:pPr marL="352425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highlight>
                  <a:srgbClr val="FFFFFF"/>
                </a:highlight>
                <a:uLnTx/>
                <a:uFillTx/>
                <a:latin typeface="Consolas" panose="020B0609020204030204" pitchFamily="49" charset="0"/>
                <a:ea typeface="新宋体"/>
              </a:rPr>
              <a:t>double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onsolas" panose="020B0609020204030204" pitchFamily="49" charset="0"/>
                <a:ea typeface="新宋体"/>
              </a:rPr>
              <a:t> y =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highlight>
                  <a:srgbClr val="FFFFFF"/>
                </a:highlight>
                <a:uLnTx/>
                <a:uFillTx/>
                <a:latin typeface="Consolas" panose="020B0609020204030204" pitchFamily="49" charset="0"/>
                <a:ea typeface="新宋体"/>
              </a:rPr>
              <a:t>(double)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effectLst/>
                <a:highlight>
                  <a:srgbClr val="FFFFFF"/>
                </a:highlight>
                <a:uLnTx/>
                <a:uFillTx/>
                <a:latin typeface="Consolas" panose="020B0609020204030204" pitchFamily="49" charset="0"/>
                <a:ea typeface="新宋体"/>
              </a:rPr>
              <a:t>_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onsolas" panose="020B0609020204030204" pitchFamily="49" charset="0"/>
                <a:ea typeface="新宋体"/>
              </a:rPr>
              <a:t>p1.getY() - (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highlight>
                  <a:srgbClr val="FFFFFF"/>
                </a:highlight>
                <a:uLnTx/>
                <a:uFillTx/>
                <a:latin typeface="Consolas" panose="020B0609020204030204" pitchFamily="49" charset="0"/>
                <a:ea typeface="新宋体"/>
              </a:rPr>
              <a:t>double)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effectLst/>
                <a:highlight>
                  <a:srgbClr val="FFFFFF"/>
                </a:highlight>
                <a:uLnTx/>
                <a:uFillTx/>
                <a:latin typeface="Consolas" panose="020B0609020204030204" pitchFamily="49" charset="0"/>
                <a:ea typeface="新宋体"/>
              </a:rPr>
              <a:t>_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onsolas" panose="020B0609020204030204" pitchFamily="49" charset="0"/>
                <a:ea typeface="新宋体"/>
              </a:rPr>
              <a:t>p2.getY();</a:t>
            </a:r>
          </a:p>
          <a:p>
            <a:pPr marL="352425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onsolas" panose="020B0609020204030204" pitchFamily="49" charset="0"/>
                <a:ea typeface="新宋体"/>
              </a:rPr>
              <a:t>_</a:t>
            </a:r>
            <a:r>
              <a:rPr kumimoji="0" lang="en-US" altLang="zh-CN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onsolas" panose="020B0609020204030204" pitchFamily="49" charset="0"/>
                <a:ea typeface="新宋体"/>
              </a:rPr>
              <a:t>len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onsolas" panose="020B0609020204030204" pitchFamily="49" charset="0"/>
                <a:ea typeface="新宋体"/>
              </a:rPr>
              <a:t> = sqrt(x*x + y*y);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onsolas" panose="020B0609020204030204" pitchFamily="49" charset="0"/>
                <a:ea typeface="新宋体"/>
              </a:rPr>
              <a:t>}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highlight>
                  <a:srgbClr val="FFFFFF"/>
                </a:highlight>
                <a:uLnTx/>
                <a:uFillTx/>
                <a:latin typeface="Consolas" panose="020B0609020204030204" pitchFamily="49" charset="0"/>
                <a:ea typeface="新宋体"/>
              </a:rPr>
              <a:t>//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highlight>
                  <a:srgbClr val="FFFFFF"/>
                </a:highlight>
                <a:uLnTx/>
                <a:uFillTx/>
                <a:latin typeface="Consolas" panose="020B0609020204030204" pitchFamily="49" charset="0"/>
                <a:ea typeface="新宋体"/>
              </a:rPr>
              <a:t>组合类的拷贝构造函数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highlight>
                <a:srgbClr val="FFFFFF"/>
              </a:highlight>
              <a:uLnTx/>
              <a:uFillTx/>
              <a:latin typeface="Consolas" panose="020B0609020204030204" pitchFamily="49" charset="0"/>
              <a:ea typeface="新宋体"/>
            </a:endParaRPr>
          </a:p>
          <a:p>
            <a:pPr lvl="0"/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2B91AF"/>
                </a:solidFill>
                <a:effectLst/>
                <a:highlight>
                  <a:srgbClr val="FFFFFF"/>
                </a:highlight>
                <a:uLnTx/>
                <a:uFillTx/>
                <a:latin typeface="Consolas" panose="020B0609020204030204" pitchFamily="49" charset="0"/>
                <a:ea typeface="新宋体"/>
              </a:rPr>
              <a:t>Line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onsolas" panose="020B0609020204030204" pitchFamily="49" charset="0"/>
                <a:ea typeface="新宋体"/>
              </a:rPr>
              <a:t>::Line(</a:t>
            </a:r>
            <a:r>
              <a:rPr lang="en-US" altLang="zh-CN" sz="1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const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2B91AF"/>
                </a:solidFill>
                <a:effectLst/>
                <a:highlight>
                  <a:srgbClr val="FFFFFF"/>
                </a:highlight>
                <a:uLnTx/>
                <a:uFillTx/>
                <a:latin typeface="Consolas" panose="020B0609020204030204" pitchFamily="49" charset="0"/>
                <a:ea typeface="新宋体"/>
              </a:rPr>
              <a:t>Line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onsolas" panose="020B0609020204030204" pitchFamily="49" charset="0"/>
                <a:ea typeface="新宋体"/>
              </a:rPr>
              <a:t>&amp;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highlight>
                  <a:srgbClr val="FFFFFF"/>
                </a:highlight>
                <a:uLnTx/>
                <a:uFillTx/>
                <a:latin typeface="Consolas" panose="020B0609020204030204" pitchFamily="49" charset="0"/>
                <a:ea typeface="新宋体"/>
              </a:rPr>
              <a:t>l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onsolas" panose="020B0609020204030204" pitchFamily="49" charset="0"/>
                <a:ea typeface="新宋体"/>
              </a:rPr>
              <a:t>): _p1(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highlight>
                  <a:srgbClr val="FFFFFF"/>
                </a:highlight>
                <a:uLnTx/>
                <a:uFillTx/>
                <a:latin typeface="Consolas" panose="020B0609020204030204" pitchFamily="49" charset="0"/>
                <a:ea typeface="新宋体"/>
              </a:rPr>
              <a:t>l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onsolas" panose="020B0609020204030204" pitchFamily="49" charset="0"/>
                <a:ea typeface="新宋体"/>
              </a:rPr>
              <a:t>._p1), _p2(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highlight>
                  <a:srgbClr val="FFFFFF"/>
                </a:highlight>
                <a:uLnTx/>
                <a:uFillTx/>
                <a:latin typeface="Consolas" panose="020B0609020204030204" pitchFamily="49" charset="0"/>
                <a:ea typeface="新宋体"/>
              </a:rPr>
              <a:t>l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onsolas" panose="020B0609020204030204" pitchFamily="49" charset="0"/>
                <a:ea typeface="新宋体"/>
              </a:rPr>
              <a:t>._p2)</a:t>
            </a:r>
          </a:p>
          <a:p>
            <a:pPr lvl="0"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onsolas" panose="020B0609020204030204" pitchFamily="49" charset="0"/>
                <a:ea typeface="新宋体"/>
              </a:rPr>
              <a:t>{  </a:t>
            </a:r>
            <a:r>
              <a:rPr kumimoji="0" lang="en-US" altLang="zh-CN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onsolas" panose="020B0609020204030204" pitchFamily="49" charset="0"/>
                <a:ea typeface="新宋体"/>
              </a:rPr>
              <a:t>cout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onsolas" panose="020B0609020204030204" pitchFamily="49" charset="0"/>
                <a:ea typeface="新宋体"/>
              </a:rPr>
              <a:t> &lt;&lt; </a:t>
            </a:r>
            <a:r>
              <a:rPr lang="en-US" altLang="zh-CN" sz="1400" dirty="0">
                <a:highlight>
                  <a:srgbClr val="FFFFFF"/>
                </a:highlight>
              </a:rPr>
              <a:t>"</a:t>
            </a:r>
            <a:r>
              <a:rPr lang="en-US" altLang="zh-CN" dirty="0">
                <a:highlight>
                  <a:srgbClr val="FFFFFF"/>
                </a:highlight>
              </a:rPr>
              <a:t>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onsolas" panose="020B0609020204030204" pitchFamily="49" charset="0"/>
                <a:ea typeface="新宋体"/>
              </a:rPr>
              <a:t>Calling copy constructor of Line</a:t>
            </a:r>
            <a:r>
              <a:rPr lang="en-US" altLang="zh-CN" dirty="0">
                <a:highlight>
                  <a:srgbClr val="FFFFFF"/>
                </a:highlight>
              </a:rPr>
              <a:t> </a:t>
            </a:r>
            <a:r>
              <a:rPr lang="en-US" altLang="zh-CN" sz="1400" dirty="0">
                <a:highlight>
                  <a:srgbClr val="FFFFFF"/>
                </a:highlight>
              </a:rPr>
              <a:t>"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onsolas" panose="020B0609020204030204" pitchFamily="49" charset="0"/>
                <a:ea typeface="新宋体"/>
              </a:rPr>
              <a:t> &lt;&lt; </a:t>
            </a:r>
            <a:r>
              <a:rPr kumimoji="0" lang="en-US" altLang="zh-CN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onsolas" panose="020B0609020204030204" pitchFamily="49" charset="0"/>
                <a:ea typeface="新宋体"/>
              </a:rPr>
              <a:t>endl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onsolas" panose="020B0609020204030204" pitchFamily="49" charset="0"/>
                <a:ea typeface="新宋体"/>
              </a:rPr>
              <a:t>;</a:t>
            </a:r>
          </a:p>
          <a:p>
            <a:pPr marL="352425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onsolas" panose="020B0609020204030204" pitchFamily="49" charset="0"/>
                <a:ea typeface="新宋体"/>
              </a:rPr>
              <a:t>_</a:t>
            </a:r>
            <a:r>
              <a:rPr kumimoji="0" lang="en-US" altLang="zh-CN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onsolas" panose="020B0609020204030204" pitchFamily="49" charset="0"/>
                <a:ea typeface="新宋体"/>
              </a:rPr>
              <a:t>len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onsolas" panose="020B0609020204030204" pitchFamily="49" charset="0"/>
                <a:ea typeface="新宋体"/>
              </a:rPr>
              <a:t> =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highlight>
                  <a:srgbClr val="FFFFFF"/>
                </a:highlight>
                <a:uLnTx/>
                <a:uFillTx/>
                <a:latin typeface="Consolas" panose="020B0609020204030204" pitchFamily="49" charset="0"/>
                <a:ea typeface="新宋体"/>
              </a:rPr>
              <a:t>l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onsolas" panose="020B0609020204030204" pitchFamily="49" charset="0"/>
                <a:ea typeface="新宋体"/>
              </a:rPr>
              <a:t>._</a:t>
            </a:r>
            <a:r>
              <a:rPr kumimoji="0" lang="en-US" altLang="zh-CN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onsolas" panose="020B0609020204030204" pitchFamily="49" charset="0"/>
                <a:ea typeface="新宋体"/>
              </a:rPr>
              <a:t>len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onsolas" panose="020B0609020204030204" pitchFamily="49" charset="0"/>
                <a:ea typeface="新宋体"/>
              </a:rPr>
              <a:t>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onsolas" panose="020B0609020204030204" pitchFamily="49" charset="0"/>
                <a:ea typeface="新宋体"/>
              </a:rPr>
              <a:t>}</a:t>
            </a:r>
          </a:p>
          <a:p>
            <a:pPr lvl="0"/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新宋体"/>
              </a:rPr>
              <a:t>double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新宋体"/>
              </a:rPr>
              <a:t>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2B91AF"/>
                </a:solidFill>
                <a:effectLst/>
                <a:uLnTx/>
                <a:uFillTx/>
                <a:latin typeface="Consolas" panose="020B0609020204030204" pitchFamily="49" charset="0"/>
                <a:ea typeface="新宋体"/>
              </a:rPr>
              <a:t>Line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新宋体"/>
              </a:rPr>
              <a:t>::</a:t>
            </a:r>
            <a:r>
              <a:rPr kumimoji="0" lang="en-US" altLang="zh-CN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新宋体"/>
              </a:rPr>
              <a:t>getLen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新宋体"/>
              </a:rPr>
              <a:t>() </a:t>
            </a:r>
            <a:r>
              <a:rPr lang="en-US" altLang="zh-CN" sz="1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const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新宋体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新宋体"/>
              </a:rPr>
              <a:t>{ 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新宋体"/>
              </a:rPr>
              <a:t>return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新宋体"/>
              </a:rPr>
              <a:t> _</a:t>
            </a:r>
            <a:r>
              <a:rPr kumimoji="0" lang="en-US" altLang="zh-CN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新宋体"/>
              </a:rPr>
              <a:t>len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新宋体"/>
              </a:rPr>
              <a:t>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新宋体"/>
              </a:rPr>
              <a:t>}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nsolas" panose="020B0609020204030204" pitchFamily="49" charset="0"/>
              <a:ea typeface="华文楷体" panose="02010600040101010101" pitchFamily="2" charset="-122"/>
            </a:endParaRPr>
          </a:p>
        </p:txBody>
      </p:sp>
      <p:sp>
        <p:nvSpPr>
          <p:cNvPr id="8" name="圆角矩形 9">
            <a:extLst>
              <a:ext uri="{FF2B5EF4-FFF2-40B4-BE49-F238E27FC236}">
                <a16:creationId xmlns:a16="http://schemas.microsoft.com/office/drawing/2014/main" id="{5F9A69D2-FE54-CBB5-E091-227A16A750F0}"/>
              </a:ext>
            </a:extLst>
          </p:cNvPr>
          <p:cNvSpPr/>
          <p:nvPr/>
        </p:nvSpPr>
        <p:spPr>
          <a:xfrm>
            <a:off x="3995936" y="1331476"/>
            <a:ext cx="2628292" cy="229635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onsolas" panose="020B0609020204030204" pitchFamily="49" charset="0"/>
              <a:ea typeface="华文楷体" panose="02010600040101010101" pitchFamily="2" charset="-122"/>
            </a:endParaRPr>
          </a:p>
        </p:txBody>
      </p:sp>
      <p:sp>
        <p:nvSpPr>
          <p:cNvPr id="9" name="圆角矩形 14">
            <a:extLst>
              <a:ext uri="{FF2B5EF4-FFF2-40B4-BE49-F238E27FC236}">
                <a16:creationId xmlns:a16="http://schemas.microsoft.com/office/drawing/2014/main" id="{7303CAFF-A152-CAD6-0ECE-82A7D1921F8D}"/>
              </a:ext>
            </a:extLst>
          </p:cNvPr>
          <p:cNvSpPr/>
          <p:nvPr/>
        </p:nvSpPr>
        <p:spPr>
          <a:xfrm>
            <a:off x="3635896" y="2384884"/>
            <a:ext cx="5364596" cy="1296144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onsolas" panose="020B0609020204030204" pitchFamily="49" charset="0"/>
              <a:ea typeface="华文楷体" panose="02010600040101010101" pitchFamily="2" charset="-122"/>
            </a:endParaRPr>
          </a:p>
        </p:txBody>
      </p:sp>
      <p:sp>
        <p:nvSpPr>
          <p:cNvPr id="11" name="圆角矩形 11">
            <a:extLst>
              <a:ext uri="{FF2B5EF4-FFF2-40B4-BE49-F238E27FC236}">
                <a16:creationId xmlns:a16="http://schemas.microsoft.com/office/drawing/2014/main" id="{CCBE90D3-314D-48B1-AEB0-3843DFDAA483}"/>
              </a:ext>
            </a:extLst>
          </p:cNvPr>
          <p:cNvSpPr/>
          <p:nvPr/>
        </p:nvSpPr>
        <p:spPr>
          <a:xfrm>
            <a:off x="6264188" y="3966745"/>
            <a:ext cx="2268252" cy="218339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onsolas" panose="020B0609020204030204" pitchFamily="49" charset="0"/>
              <a:ea typeface="华文楷体" panose="02010600040101010101" pitchFamily="2" charset="-122"/>
            </a:endParaRPr>
          </a:p>
        </p:txBody>
      </p:sp>
      <p:sp>
        <p:nvSpPr>
          <p:cNvPr id="13" name="圆角矩形 5">
            <a:extLst>
              <a:ext uri="{FF2B5EF4-FFF2-40B4-BE49-F238E27FC236}">
                <a16:creationId xmlns:a16="http://schemas.microsoft.com/office/drawing/2014/main" id="{7D12179C-9A35-3147-6DF8-A9541B51539C}"/>
              </a:ext>
            </a:extLst>
          </p:cNvPr>
          <p:cNvSpPr/>
          <p:nvPr/>
        </p:nvSpPr>
        <p:spPr>
          <a:xfrm>
            <a:off x="6768244" y="2372906"/>
            <a:ext cx="1692188" cy="283713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mbria"/>
              <a:ea typeface="华文楷体" panose="0201060004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543669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7" grpId="0" animBg="1"/>
      <p:bldP spid="8" grpId="0" animBg="1"/>
      <p:bldP spid="9" grpId="0" animBg="1"/>
      <p:bldP spid="11" grpId="0" animBg="1"/>
      <p:bldP spid="13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2605527-5112-47DF-A750-2C96D0629359}" type="slidenum">
              <a:rPr kumimoji="1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itchFamily="18" charset="0"/>
              <a:ea typeface="宋体" charset="-122"/>
              <a:cs typeface="+mn-cs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431540" y="584684"/>
            <a:ext cx="5400600" cy="2369880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highlight>
                  <a:srgbClr val="FFFFFF"/>
                </a:highlight>
                <a:uLnTx/>
                <a:uFillTx/>
                <a:latin typeface="Consolas" panose="020B0609020204030204" pitchFamily="49" charset="0"/>
                <a:ea typeface="新宋体"/>
              </a:rPr>
              <a:t>int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onsolas" panose="020B0609020204030204" pitchFamily="49" charset="0"/>
                <a:ea typeface="新宋体"/>
              </a:rPr>
              <a:t> main()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onsolas" panose="020B0609020204030204" pitchFamily="49" charset="0"/>
                <a:ea typeface="新宋体"/>
              </a:rPr>
              <a:t>{ 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2B91AF"/>
                </a:solidFill>
                <a:effectLst/>
                <a:highlight>
                  <a:srgbClr val="FFFFFF"/>
                </a:highlight>
                <a:uLnTx/>
                <a:uFillTx/>
                <a:latin typeface="Consolas" panose="020B0609020204030204" pitchFamily="49" charset="0"/>
                <a:ea typeface="新宋体"/>
              </a:rPr>
              <a:t>Point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onsolas" panose="020B0609020204030204" pitchFamily="49" charset="0"/>
                <a:ea typeface="新宋体"/>
              </a:rPr>
              <a:t> myp1(1, 1), myp2(4, 5);</a:t>
            </a:r>
          </a:p>
          <a:p>
            <a:pPr marL="352425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2B91AF"/>
                </a:solidFill>
                <a:effectLst/>
                <a:highlight>
                  <a:srgbClr val="FFFFFF"/>
                </a:highlight>
                <a:uLnTx/>
                <a:uFillTx/>
                <a:latin typeface="Consolas" panose="020B0609020204030204" pitchFamily="49" charset="0"/>
                <a:ea typeface="新宋体"/>
              </a:rPr>
              <a:t>Line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onsolas" panose="020B0609020204030204" pitchFamily="49" charset="0"/>
                <a:ea typeface="新宋体"/>
              </a:rPr>
              <a:t> line(myp1, myp2);</a:t>
            </a:r>
          </a:p>
          <a:p>
            <a:pPr marL="352425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2B91AF"/>
                </a:solidFill>
                <a:effectLst/>
                <a:highlight>
                  <a:srgbClr val="FFFFFF"/>
                </a:highlight>
                <a:uLnTx/>
                <a:uFillTx/>
                <a:latin typeface="Consolas" panose="020B0609020204030204" pitchFamily="49" charset="0"/>
                <a:ea typeface="新宋体"/>
              </a:rPr>
              <a:t>Line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onsolas" panose="020B0609020204030204" pitchFamily="49" charset="0"/>
                <a:ea typeface="新宋体"/>
              </a:rPr>
              <a:t> line2(line);</a:t>
            </a:r>
          </a:p>
          <a:p>
            <a:pPr marL="352425" lvl="0">
              <a:defRPr/>
            </a:pPr>
            <a:r>
              <a:rPr kumimoji="0" lang="en-US" altLang="zh-CN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onsolas" panose="020B0609020204030204" pitchFamily="49" charset="0"/>
                <a:ea typeface="新宋体"/>
              </a:rPr>
              <a:t>cout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onsolas" panose="020B0609020204030204" pitchFamily="49" charset="0"/>
                <a:ea typeface="新宋体"/>
              </a:rPr>
              <a:t> &lt;&lt; </a:t>
            </a:r>
            <a:r>
              <a:rPr lang="en-US" altLang="zh-CN" sz="1400" dirty="0">
                <a:highlight>
                  <a:srgbClr val="FFFFFF"/>
                </a:highlight>
              </a:rPr>
              <a:t>"</a:t>
            </a:r>
            <a:r>
              <a:rPr lang="en-US" altLang="zh-CN" dirty="0">
                <a:highlight>
                  <a:srgbClr val="FFFFFF"/>
                </a:highlight>
              </a:rPr>
              <a:t>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onsolas" panose="020B0609020204030204" pitchFamily="49" charset="0"/>
                <a:ea typeface="新宋体"/>
              </a:rPr>
              <a:t>The length of line is : </a:t>
            </a:r>
            <a:r>
              <a:rPr lang="en-US" altLang="zh-CN" sz="1400" dirty="0">
                <a:highlight>
                  <a:srgbClr val="FFFFFF"/>
                </a:highlight>
              </a:rPr>
              <a:t>"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onsolas" panose="020B0609020204030204" pitchFamily="49" charset="0"/>
                <a:ea typeface="新宋体"/>
              </a:rPr>
              <a:t>;</a:t>
            </a:r>
          </a:p>
          <a:p>
            <a:pPr marL="352425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onsolas" panose="020B0609020204030204" pitchFamily="49" charset="0"/>
                <a:ea typeface="新宋体"/>
              </a:rPr>
              <a:t>cout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onsolas" panose="020B0609020204030204" pitchFamily="49" charset="0"/>
                <a:ea typeface="新宋体"/>
              </a:rPr>
              <a:t>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08080"/>
                </a:solidFill>
                <a:effectLst/>
                <a:highlight>
                  <a:srgbClr val="FFFFFF"/>
                </a:highlight>
                <a:uLnTx/>
                <a:uFillTx/>
                <a:latin typeface="Consolas" panose="020B0609020204030204" pitchFamily="49" charset="0"/>
                <a:ea typeface="新宋体"/>
              </a:rPr>
              <a:t>&lt;&lt;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onsolas" panose="020B0609020204030204" pitchFamily="49" charset="0"/>
                <a:ea typeface="新宋体"/>
              </a:rPr>
              <a:t> </a:t>
            </a:r>
            <a:r>
              <a:rPr kumimoji="0" lang="en-US" altLang="zh-CN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onsolas" panose="020B0609020204030204" pitchFamily="49" charset="0"/>
                <a:ea typeface="新宋体"/>
              </a:rPr>
              <a:t>line.getLen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onsolas" panose="020B0609020204030204" pitchFamily="49" charset="0"/>
                <a:ea typeface="新宋体"/>
              </a:rPr>
              <a:t>()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08080"/>
                </a:solidFill>
                <a:effectLst/>
                <a:highlight>
                  <a:srgbClr val="FFFFFF"/>
                </a:highlight>
                <a:uLnTx/>
                <a:uFillTx/>
                <a:latin typeface="Consolas" panose="020B0609020204030204" pitchFamily="49" charset="0"/>
                <a:ea typeface="新宋体"/>
              </a:rPr>
              <a:t>&lt;&lt;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onsolas" panose="020B0609020204030204" pitchFamily="49" charset="0"/>
                <a:ea typeface="新宋体"/>
              </a:rPr>
              <a:t> </a:t>
            </a:r>
            <a:r>
              <a:rPr kumimoji="0" lang="en-US" altLang="zh-CN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onsolas" panose="020B0609020204030204" pitchFamily="49" charset="0"/>
                <a:ea typeface="新宋体"/>
              </a:rPr>
              <a:t>endl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onsolas" panose="020B0609020204030204" pitchFamily="49" charset="0"/>
                <a:ea typeface="新宋体"/>
              </a:rPr>
              <a:t>;</a:t>
            </a:r>
          </a:p>
          <a:p>
            <a:pPr marL="352425" lvl="0">
              <a:defRPr/>
            </a:pPr>
            <a:r>
              <a:rPr kumimoji="0" lang="en-US" altLang="zh-CN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onsolas" panose="020B0609020204030204" pitchFamily="49" charset="0"/>
                <a:ea typeface="新宋体"/>
              </a:rPr>
              <a:t>cout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onsolas" panose="020B0609020204030204" pitchFamily="49" charset="0"/>
                <a:ea typeface="新宋体"/>
              </a:rPr>
              <a:t> &lt;&lt; </a:t>
            </a:r>
            <a:r>
              <a:rPr lang="en-US" altLang="zh-CN" sz="1400" dirty="0">
                <a:highlight>
                  <a:srgbClr val="FFFFFF"/>
                </a:highlight>
              </a:rPr>
              <a:t>"</a:t>
            </a:r>
            <a:r>
              <a:rPr lang="en-US" altLang="zh-CN" dirty="0">
                <a:highlight>
                  <a:srgbClr val="FFFFFF"/>
                </a:highlight>
              </a:rPr>
              <a:t>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onsolas" panose="020B0609020204030204" pitchFamily="49" charset="0"/>
                <a:ea typeface="新宋体"/>
              </a:rPr>
              <a:t>The length of line2 is : </a:t>
            </a:r>
            <a:r>
              <a:rPr lang="en-US" altLang="zh-CN" sz="1400" dirty="0">
                <a:highlight>
                  <a:srgbClr val="FFFFFF"/>
                </a:highlight>
              </a:rPr>
              <a:t>"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onsolas" panose="020B0609020204030204" pitchFamily="49" charset="0"/>
                <a:ea typeface="新宋体"/>
              </a:rPr>
              <a:t>;</a:t>
            </a:r>
          </a:p>
          <a:p>
            <a:pPr marL="352425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onsolas" panose="020B0609020204030204" pitchFamily="49" charset="0"/>
                <a:ea typeface="新宋体"/>
              </a:rPr>
              <a:t>cout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onsolas" panose="020B0609020204030204" pitchFamily="49" charset="0"/>
                <a:ea typeface="新宋体"/>
              </a:rPr>
              <a:t>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08080"/>
                </a:solidFill>
                <a:effectLst/>
                <a:highlight>
                  <a:srgbClr val="FFFFFF"/>
                </a:highlight>
                <a:uLnTx/>
                <a:uFillTx/>
                <a:latin typeface="Consolas" panose="020B0609020204030204" pitchFamily="49" charset="0"/>
                <a:ea typeface="新宋体"/>
              </a:rPr>
              <a:t>&lt;&lt;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onsolas" panose="020B0609020204030204" pitchFamily="49" charset="0"/>
                <a:ea typeface="新宋体"/>
              </a:rPr>
              <a:t> line2.getLen()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08080"/>
                </a:solidFill>
                <a:effectLst/>
                <a:highlight>
                  <a:srgbClr val="FFFFFF"/>
                </a:highlight>
                <a:uLnTx/>
                <a:uFillTx/>
                <a:latin typeface="Consolas" panose="020B0609020204030204" pitchFamily="49" charset="0"/>
                <a:ea typeface="新宋体"/>
              </a:rPr>
              <a:t>&lt;&lt;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onsolas" panose="020B0609020204030204" pitchFamily="49" charset="0"/>
                <a:ea typeface="新宋体"/>
              </a:rPr>
              <a:t> </a:t>
            </a:r>
            <a:r>
              <a:rPr kumimoji="0" lang="en-US" altLang="zh-CN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onsolas" panose="020B0609020204030204" pitchFamily="49" charset="0"/>
                <a:ea typeface="新宋体"/>
              </a:rPr>
              <a:t>endl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onsolas" panose="020B0609020204030204" pitchFamily="49" charset="0"/>
                <a:ea typeface="新宋体"/>
              </a:rPr>
              <a:t>;</a:t>
            </a:r>
          </a:p>
          <a:p>
            <a:pPr marL="352425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highlight>
                  <a:srgbClr val="FFFFFF"/>
                </a:highlight>
                <a:uLnTx/>
                <a:uFillTx/>
                <a:latin typeface="Consolas" panose="020B0609020204030204" pitchFamily="49" charset="0"/>
                <a:ea typeface="新宋体"/>
              </a:rPr>
              <a:t>return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onsolas" panose="020B0609020204030204" pitchFamily="49" charset="0"/>
                <a:ea typeface="新宋体"/>
              </a:rPr>
              <a:t> 0;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onsolas" panose="020B0609020204030204" pitchFamily="49" charset="0"/>
                <a:ea typeface="新宋体"/>
              </a:rPr>
              <a:t>}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nsolas" panose="020B0609020204030204" pitchFamily="49" charset="0"/>
              <a:ea typeface="华文楷体" panose="0201060004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079612" y="3404049"/>
            <a:ext cx="3892595" cy="2554545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mbria"/>
                <a:ea typeface="华文楷体" panose="02010600040101010101" pitchFamily="2" charset="-122"/>
                <a:cs typeface="+mn-cs"/>
              </a:rPr>
              <a:t>Calling the copy constructor of Point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mbria"/>
                <a:ea typeface="华文楷体" panose="02010600040101010101" pitchFamily="2" charset="-122"/>
                <a:cs typeface="+mn-cs"/>
              </a:rPr>
              <a:t>Calling the copy constructor of Point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mbria"/>
                <a:ea typeface="华文楷体" panose="02010600040101010101" pitchFamily="2" charset="-122"/>
                <a:cs typeface="+mn-cs"/>
              </a:rPr>
              <a:t>Calling the copy constructor of Point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mbria"/>
                <a:ea typeface="华文楷体" panose="02010600040101010101" pitchFamily="2" charset="-122"/>
                <a:cs typeface="+mn-cs"/>
              </a:rPr>
              <a:t>Calling the copy constructor of Point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mbria"/>
                <a:ea typeface="华文楷体" panose="02010600040101010101" pitchFamily="2" charset="-122"/>
                <a:cs typeface="+mn-cs"/>
              </a:rPr>
              <a:t>Calling constructor of Line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mbria"/>
                <a:ea typeface="华文楷体" panose="02010600040101010101" pitchFamily="2" charset="-122"/>
                <a:cs typeface="+mn-cs"/>
              </a:rPr>
              <a:t>Calling the copy constructor of Point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mbria"/>
                <a:ea typeface="华文楷体" panose="02010600040101010101" pitchFamily="2" charset="-122"/>
                <a:cs typeface="+mn-cs"/>
              </a:rPr>
              <a:t>Calling the copy constructor of Point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mbria"/>
                <a:ea typeface="华文楷体" panose="02010600040101010101" pitchFamily="2" charset="-122"/>
                <a:cs typeface="+mn-cs"/>
              </a:rPr>
              <a:t>Calling copy constructor of Line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mbria"/>
                <a:ea typeface="华文楷体" panose="02010600040101010101" pitchFamily="2" charset="-122"/>
                <a:cs typeface="+mn-cs"/>
              </a:rPr>
              <a:t>The length of line is : 5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mbria"/>
                <a:ea typeface="华文楷体" panose="02010600040101010101" pitchFamily="2" charset="-122"/>
                <a:cs typeface="+mn-cs"/>
              </a:rPr>
              <a:t>The length of line2 is : 5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mbria"/>
              <a:ea typeface="华文楷体" panose="0201060004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520167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3"/>
          <p:cNvSpPr>
            <a:spLocks noGrp="1" noChangeArrowheads="1"/>
          </p:cNvSpPr>
          <p:nvPr>
            <p:ph idx="1"/>
          </p:nvPr>
        </p:nvSpPr>
        <p:spPr>
          <a:xfrm>
            <a:off x="290783" y="764704"/>
            <a:ext cx="7992888" cy="5486400"/>
          </a:xfrm>
          <a:solidFill>
            <a:schemeClr val="bg2">
              <a:lumMod val="90000"/>
            </a:schemeClr>
          </a:solidFill>
        </p:spPr>
        <p:txBody>
          <a:bodyPr>
            <a:normAutofit/>
          </a:bodyPr>
          <a:lstStyle/>
          <a:p>
            <a:pPr>
              <a:lnSpc>
                <a:spcPct val="110000"/>
              </a:lnSpc>
              <a:buFont typeface="Wingdings" pitchFamily="2" charset="2"/>
              <a:buNone/>
            </a:pPr>
            <a:r>
              <a:rPr lang="zh-CN" altLang="en-US" sz="2400" dirty="0">
                <a:latin typeface="宋体" charset="-122"/>
              </a:rPr>
              <a:t>程序运行的结果为：</a:t>
            </a:r>
            <a:endParaRPr lang="en-US" altLang="zh-CN" sz="2400" dirty="0">
              <a:latin typeface="宋体" charset="-122"/>
            </a:endParaRPr>
          </a:p>
          <a:p>
            <a:pPr>
              <a:lnSpc>
                <a:spcPct val="110000"/>
              </a:lnSpc>
              <a:buFont typeface="Wingdings" pitchFamily="2" charset="2"/>
              <a:buNone/>
            </a:pPr>
            <a:r>
              <a:rPr lang="en-US" altLang="zh-CN" sz="2400" dirty="0">
                <a:latin typeface="宋体" charset="-122"/>
              </a:rPr>
              <a:t>Calling the copy constructor of Point</a:t>
            </a:r>
          </a:p>
          <a:p>
            <a:pPr>
              <a:lnSpc>
                <a:spcPct val="110000"/>
              </a:lnSpc>
              <a:buNone/>
            </a:pPr>
            <a:r>
              <a:rPr lang="en-US" altLang="zh-CN" sz="2400" dirty="0">
                <a:latin typeface="宋体" charset="-122"/>
              </a:rPr>
              <a:t>Calling the copy constructor of Point</a:t>
            </a:r>
          </a:p>
          <a:p>
            <a:pPr>
              <a:lnSpc>
                <a:spcPct val="110000"/>
              </a:lnSpc>
              <a:buNone/>
            </a:pPr>
            <a:r>
              <a:rPr lang="en-US" altLang="zh-CN" sz="2400" dirty="0">
                <a:latin typeface="宋体" charset="-122"/>
              </a:rPr>
              <a:t>Calling the copy constructor of Point</a:t>
            </a:r>
          </a:p>
          <a:p>
            <a:pPr>
              <a:lnSpc>
                <a:spcPct val="110000"/>
              </a:lnSpc>
              <a:buNone/>
            </a:pPr>
            <a:r>
              <a:rPr lang="en-US" altLang="zh-CN" sz="2400" dirty="0">
                <a:latin typeface="宋体" charset="-122"/>
              </a:rPr>
              <a:t>Calling the copy constructor of Point</a:t>
            </a:r>
          </a:p>
          <a:p>
            <a:pPr>
              <a:lnSpc>
                <a:spcPct val="110000"/>
              </a:lnSpc>
              <a:buNone/>
            </a:pPr>
            <a:r>
              <a:rPr lang="en-US" altLang="zh-CN" sz="2400" dirty="0">
                <a:latin typeface="宋体" charset="-122"/>
              </a:rPr>
              <a:t>Calling constructor of Line</a:t>
            </a:r>
          </a:p>
          <a:p>
            <a:pPr>
              <a:lnSpc>
                <a:spcPct val="110000"/>
              </a:lnSpc>
              <a:buNone/>
            </a:pPr>
            <a:r>
              <a:rPr lang="en-US" altLang="zh-CN" sz="2400" dirty="0">
                <a:latin typeface="宋体" charset="-122"/>
              </a:rPr>
              <a:t>Calling the copy constructor of Point</a:t>
            </a:r>
          </a:p>
          <a:p>
            <a:pPr>
              <a:lnSpc>
                <a:spcPct val="110000"/>
              </a:lnSpc>
              <a:buNone/>
            </a:pPr>
            <a:r>
              <a:rPr lang="en-US" altLang="zh-CN" sz="2400" dirty="0">
                <a:latin typeface="宋体" charset="-122"/>
              </a:rPr>
              <a:t>Calling the copy constructor of Point</a:t>
            </a:r>
          </a:p>
          <a:p>
            <a:pPr>
              <a:lnSpc>
                <a:spcPct val="110000"/>
              </a:lnSpc>
              <a:buNone/>
            </a:pPr>
            <a:r>
              <a:rPr lang="en-US" altLang="zh-CN" sz="2400" dirty="0">
                <a:latin typeface="宋体" charset="-122"/>
              </a:rPr>
              <a:t>Calling copy constructor of Line</a:t>
            </a:r>
          </a:p>
          <a:p>
            <a:pPr>
              <a:lnSpc>
                <a:spcPct val="110000"/>
              </a:lnSpc>
              <a:buFont typeface="Wingdings" pitchFamily="2" charset="2"/>
              <a:buNone/>
            </a:pPr>
            <a:r>
              <a:rPr lang="en-US" altLang="zh-CN" sz="2400" dirty="0">
                <a:latin typeface="宋体" charset="-122"/>
              </a:rPr>
              <a:t>The length of line is: 5</a:t>
            </a:r>
          </a:p>
          <a:p>
            <a:pPr>
              <a:lnSpc>
                <a:spcPct val="110000"/>
              </a:lnSpc>
              <a:buNone/>
            </a:pPr>
            <a:r>
              <a:rPr lang="en-US" altLang="zh-CN" sz="2400" dirty="0">
                <a:latin typeface="宋体" charset="-122"/>
              </a:rPr>
              <a:t>The length of line2 is: 5</a:t>
            </a:r>
          </a:p>
        </p:txBody>
      </p:sp>
      <p:sp>
        <p:nvSpPr>
          <p:cNvPr id="52227" name="Text Box 7"/>
          <p:cNvSpPr txBox="1">
            <a:spLocks noChangeArrowheads="1"/>
          </p:cNvSpPr>
          <p:nvPr/>
        </p:nvSpPr>
        <p:spPr bwMode="auto">
          <a:xfrm>
            <a:off x="8751888" y="6510338"/>
            <a:ext cx="304800" cy="212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lIns="0" tIns="0" rIns="0" bIns="0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r" eaLnBrk="1" hangingPunct="1">
              <a:spcBef>
                <a:spcPct val="50000"/>
              </a:spcBef>
            </a:pPr>
            <a:fld id="{B6B40C6C-CCDF-4842-A274-67E6FC69AB04}" type="slidenum">
              <a:rPr lang="en-US" altLang="zh-CN" sz="1400"/>
              <a:pPr algn="r" eaLnBrk="1" hangingPunct="1">
                <a:spcBef>
                  <a:spcPct val="50000"/>
                </a:spcBef>
              </a:pPr>
              <a:t>12</a:t>
            </a:fld>
            <a:endParaRPr lang="en-US" altLang="zh-CN" sz="1400"/>
          </a:p>
        </p:txBody>
      </p:sp>
      <p:sp>
        <p:nvSpPr>
          <p:cNvPr id="7" name="右大括号 6"/>
          <p:cNvSpPr/>
          <p:nvPr/>
        </p:nvSpPr>
        <p:spPr>
          <a:xfrm>
            <a:off x="72008" y="3825044"/>
            <a:ext cx="251520" cy="1044116"/>
          </a:xfrm>
          <a:prstGeom prst="rightBrace">
            <a:avLst/>
          </a:prstGeom>
          <a:ln w="25400">
            <a:solidFill>
              <a:schemeClr val="accent5">
                <a:lumMod val="50000"/>
              </a:schemeClr>
            </a:solidFill>
          </a:ln>
          <a:scene3d>
            <a:camera prst="orthographicFront">
              <a:rot lat="0" lon="10800000" rev="0"/>
            </a:camera>
            <a:lightRig rig="threePt" dir="t"/>
          </a:scene3d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右大括号 10"/>
          <p:cNvSpPr/>
          <p:nvPr/>
        </p:nvSpPr>
        <p:spPr>
          <a:xfrm>
            <a:off x="72008" y="1412776"/>
            <a:ext cx="251520" cy="2088232"/>
          </a:xfrm>
          <a:prstGeom prst="rightBrace">
            <a:avLst/>
          </a:prstGeom>
          <a:noFill/>
          <a:ln w="25400">
            <a:solidFill>
              <a:schemeClr val="accent5">
                <a:lumMod val="50000"/>
              </a:schemeClr>
            </a:solidFill>
          </a:ln>
          <a:scene3d>
            <a:camera prst="orthographicFront">
              <a:rot lat="0" lon="10800000" rev="0"/>
            </a:camera>
            <a:lightRig rig="threePt" dir="t"/>
          </a:scene3d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5" name="组合 14"/>
          <p:cNvGrpSpPr/>
          <p:nvPr/>
        </p:nvGrpSpPr>
        <p:grpSpPr>
          <a:xfrm>
            <a:off x="6170692" y="1196752"/>
            <a:ext cx="2838514" cy="475579"/>
            <a:chOff x="6170692" y="1196752"/>
            <a:chExt cx="2838514" cy="475579"/>
          </a:xfrm>
        </p:grpSpPr>
        <p:sp>
          <p:nvSpPr>
            <p:cNvPr id="6" name="矩形 5"/>
            <p:cNvSpPr/>
            <p:nvPr/>
          </p:nvSpPr>
          <p:spPr>
            <a:xfrm>
              <a:off x="6516216" y="1196752"/>
              <a:ext cx="2492990" cy="475579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</p:spPr>
          <p:txBody>
            <a:bodyPr wrap="none">
              <a:spAutoFit/>
            </a:bodyPr>
            <a:lstStyle/>
            <a:p>
              <a:pPr>
                <a:lnSpc>
                  <a:spcPct val="110000"/>
                </a:lnSpc>
                <a:buFont typeface="Wingdings" pitchFamily="2" charset="2"/>
                <a:buNone/>
              </a:pPr>
              <a:r>
                <a:rPr lang="zh-CN" altLang="en-US" sz="2400" dirty="0">
                  <a:latin typeface="宋体" charset="-122"/>
                </a:rPr>
                <a:t>复制构造形参 </a:t>
              </a:r>
              <a:r>
                <a:rPr lang="en-US" altLang="zh-CN" sz="2400" dirty="0">
                  <a:latin typeface="宋体" charset="-122"/>
                </a:rPr>
                <a:t>p1</a:t>
              </a:r>
            </a:p>
          </p:txBody>
        </p:sp>
        <p:cxnSp>
          <p:nvCxnSpPr>
            <p:cNvPr id="13" name="直接箭头连接符 12"/>
            <p:cNvCxnSpPr>
              <a:stCxn id="6" idx="1"/>
            </p:cNvCxnSpPr>
            <p:nvPr/>
          </p:nvCxnSpPr>
          <p:spPr>
            <a:xfrm flipH="1">
              <a:off x="6170692" y="1434542"/>
              <a:ext cx="345524" cy="50242"/>
            </a:xfrm>
            <a:prstGeom prst="straightConnector1">
              <a:avLst/>
            </a:prstGeom>
            <a:ln w="25400">
              <a:solidFill>
                <a:schemeClr val="accent5">
                  <a:lumMod val="50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" name="组合 17"/>
          <p:cNvGrpSpPr/>
          <p:nvPr/>
        </p:nvGrpSpPr>
        <p:grpSpPr>
          <a:xfrm>
            <a:off x="6156176" y="1729285"/>
            <a:ext cx="2838514" cy="475579"/>
            <a:chOff x="6170692" y="1196752"/>
            <a:chExt cx="2838514" cy="475579"/>
          </a:xfrm>
        </p:grpSpPr>
        <p:sp>
          <p:nvSpPr>
            <p:cNvPr id="19" name="矩形 18"/>
            <p:cNvSpPr/>
            <p:nvPr/>
          </p:nvSpPr>
          <p:spPr>
            <a:xfrm>
              <a:off x="6516216" y="1196752"/>
              <a:ext cx="2492990" cy="475579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</p:spPr>
          <p:txBody>
            <a:bodyPr wrap="none">
              <a:spAutoFit/>
            </a:bodyPr>
            <a:lstStyle/>
            <a:p>
              <a:pPr>
                <a:lnSpc>
                  <a:spcPct val="110000"/>
                </a:lnSpc>
                <a:buFont typeface="Wingdings" pitchFamily="2" charset="2"/>
                <a:buNone/>
              </a:pPr>
              <a:r>
                <a:rPr lang="zh-CN" altLang="en-US" sz="2400" dirty="0">
                  <a:latin typeface="宋体" charset="-122"/>
                </a:rPr>
                <a:t>复制构造形参 </a:t>
              </a:r>
              <a:r>
                <a:rPr lang="en-US" altLang="zh-CN" sz="2400" dirty="0">
                  <a:latin typeface="宋体" charset="-122"/>
                </a:rPr>
                <a:t>p2</a:t>
              </a:r>
            </a:p>
          </p:txBody>
        </p:sp>
        <p:cxnSp>
          <p:nvCxnSpPr>
            <p:cNvPr id="20" name="直接箭头连接符 19"/>
            <p:cNvCxnSpPr>
              <a:stCxn id="19" idx="1"/>
            </p:cNvCxnSpPr>
            <p:nvPr/>
          </p:nvCxnSpPr>
          <p:spPr>
            <a:xfrm flipH="1">
              <a:off x="6170692" y="1434542"/>
              <a:ext cx="345524" cy="0"/>
            </a:xfrm>
            <a:prstGeom prst="straightConnector1">
              <a:avLst/>
            </a:prstGeom>
            <a:ln w="25400">
              <a:solidFill>
                <a:schemeClr val="accent5">
                  <a:lumMod val="50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" name="组合 20"/>
          <p:cNvGrpSpPr/>
          <p:nvPr/>
        </p:nvGrpSpPr>
        <p:grpSpPr>
          <a:xfrm>
            <a:off x="6156176" y="2233341"/>
            <a:ext cx="3146291" cy="475579"/>
            <a:chOff x="6170692" y="1196752"/>
            <a:chExt cx="3146291" cy="475579"/>
          </a:xfrm>
        </p:grpSpPr>
        <p:sp>
          <p:nvSpPr>
            <p:cNvPr id="22" name="矩形 21"/>
            <p:cNvSpPr/>
            <p:nvPr/>
          </p:nvSpPr>
          <p:spPr>
            <a:xfrm>
              <a:off x="6516216" y="1196752"/>
              <a:ext cx="2800767" cy="475579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</p:spPr>
          <p:txBody>
            <a:bodyPr wrap="none">
              <a:spAutoFit/>
            </a:bodyPr>
            <a:lstStyle/>
            <a:p>
              <a:pPr>
                <a:lnSpc>
                  <a:spcPct val="110000"/>
                </a:lnSpc>
                <a:buNone/>
              </a:pPr>
              <a:r>
                <a:rPr lang="zh-CN" altLang="en-US" sz="2400" dirty="0">
                  <a:latin typeface="宋体" charset="-122"/>
                </a:rPr>
                <a:t>复制构造子对象</a:t>
              </a:r>
              <a:r>
                <a:rPr lang="en-US" altLang="zh-CN" sz="2400" dirty="0">
                  <a:latin typeface="宋体" charset="-122"/>
                </a:rPr>
                <a:t>_p1</a:t>
              </a:r>
            </a:p>
          </p:txBody>
        </p:sp>
        <p:cxnSp>
          <p:nvCxnSpPr>
            <p:cNvPr id="23" name="直接箭头连接符 22"/>
            <p:cNvCxnSpPr>
              <a:stCxn id="22" idx="1"/>
            </p:cNvCxnSpPr>
            <p:nvPr/>
          </p:nvCxnSpPr>
          <p:spPr>
            <a:xfrm flipH="1">
              <a:off x="6170692" y="1434542"/>
              <a:ext cx="345524" cy="0"/>
            </a:xfrm>
            <a:prstGeom prst="straightConnector1">
              <a:avLst/>
            </a:prstGeom>
            <a:ln w="25400">
              <a:solidFill>
                <a:schemeClr val="accent5">
                  <a:lumMod val="50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" name="组合 23"/>
          <p:cNvGrpSpPr/>
          <p:nvPr/>
        </p:nvGrpSpPr>
        <p:grpSpPr>
          <a:xfrm>
            <a:off x="6156176" y="2737397"/>
            <a:ext cx="3146291" cy="475579"/>
            <a:chOff x="6170692" y="1196752"/>
            <a:chExt cx="3146291" cy="475579"/>
          </a:xfrm>
        </p:grpSpPr>
        <p:sp>
          <p:nvSpPr>
            <p:cNvPr id="25" name="矩形 24"/>
            <p:cNvSpPr/>
            <p:nvPr/>
          </p:nvSpPr>
          <p:spPr>
            <a:xfrm>
              <a:off x="6516216" y="1196752"/>
              <a:ext cx="2800767" cy="475579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</p:spPr>
          <p:txBody>
            <a:bodyPr wrap="none">
              <a:spAutoFit/>
            </a:bodyPr>
            <a:lstStyle/>
            <a:p>
              <a:pPr>
                <a:lnSpc>
                  <a:spcPct val="110000"/>
                </a:lnSpc>
                <a:buNone/>
              </a:pPr>
              <a:r>
                <a:rPr lang="zh-CN" altLang="en-US" sz="2400" dirty="0">
                  <a:latin typeface="宋体" charset="-122"/>
                </a:rPr>
                <a:t>复制构造子对象</a:t>
              </a:r>
              <a:r>
                <a:rPr lang="en-US" altLang="zh-CN" sz="2400" dirty="0">
                  <a:latin typeface="宋体" charset="-122"/>
                </a:rPr>
                <a:t>_p2</a:t>
              </a:r>
            </a:p>
          </p:txBody>
        </p:sp>
        <p:cxnSp>
          <p:nvCxnSpPr>
            <p:cNvPr id="26" name="直接箭头连接符 25"/>
            <p:cNvCxnSpPr>
              <a:stCxn id="25" idx="1"/>
            </p:cNvCxnSpPr>
            <p:nvPr/>
          </p:nvCxnSpPr>
          <p:spPr>
            <a:xfrm flipH="1" flipV="1">
              <a:off x="6170692" y="1434541"/>
              <a:ext cx="345524" cy="1"/>
            </a:xfrm>
            <a:prstGeom prst="straightConnector1">
              <a:avLst/>
            </a:prstGeom>
            <a:ln w="25400">
              <a:solidFill>
                <a:schemeClr val="accent5">
                  <a:lumMod val="50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0" name="组合 29"/>
          <p:cNvGrpSpPr/>
          <p:nvPr/>
        </p:nvGrpSpPr>
        <p:grpSpPr>
          <a:xfrm>
            <a:off x="4572000" y="3241453"/>
            <a:ext cx="3528393" cy="498598"/>
            <a:chOff x="6104837" y="1196752"/>
            <a:chExt cx="1613439" cy="498598"/>
          </a:xfrm>
        </p:grpSpPr>
        <p:sp>
          <p:nvSpPr>
            <p:cNvPr id="31" name="矩形 30"/>
            <p:cNvSpPr/>
            <p:nvPr/>
          </p:nvSpPr>
          <p:spPr>
            <a:xfrm>
              <a:off x="6993875" y="1196752"/>
              <a:ext cx="724401" cy="498598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</p:spPr>
          <p:txBody>
            <a:bodyPr wrap="square">
              <a:spAutoFit/>
            </a:bodyPr>
            <a:lstStyle/>
            <a:p>
              <a:pPr>
                <a:lnSpc>
                  <a:spcPct val="110000"/>
                </a:lnSpc>
                <a:buNone/>
              </a:pPr>
              <a:r>
                <a:rPr lang="zh-CN" altLang="en-US" sz="2400" dirty="0">
                  <a:latin typeface="宋体" charset="-122"/>
                </a:rPr>
                <a:t>构造</a:t>
              </a:r>
              <a:r>
                <a:rPr lang="en-US" altLang="zh-CN" sz="2400" dirty="0">
                  <a:latin typeface="宋体" charset="-122"/>
                </a:rPr>
                <a:t>line </a:t>
              </a:r>
            </a:p>
          </p:txBody>
        </p:sp>
        <p:cxnSp>
          <p:nvCxnSpPr>
            <p:cNvPr id="32" name="直接箭头连接符 31"/>
            <p:cNvCxnSpPr>
              <a:stCxn id="31" idx="1"/>
            </p:cNvCxnSpPr>
            <p:nvPr/>
          </p:nvCxnSpPr>
          <p:spPr>
            <a:xfrm flipH="1" flipV="1">
              <a:off x="6104837" y="1312291"/>
              <a:ext cx="889038" cy="133760"/>
            </a:xfrm>
            <a:prstGeom prst="straightConnector1">
              <a:avLst/>
            </a:prstGeom>
            <a:ln w="25400">
              <a:solidFill>
                <a:schemeClr val="accent5">
                  <a:lumMod val="50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6" name="组合 35"/>
          <p:cNvGrpSpPr/>
          <p:nvPr/>
        </p:nvGrpSpPr>
        <p:grpSpPr>
          <a:xfrm>
            <a:off x="6084168" y="3789040"/>
            <a:ext cx="3064410" cy="347788"/>
            <a:chOff x="6098684" y="1196752"/>
            <a:chExt cx="3064410" cy="347788"/>
          </a:xfrm>
        </p:grpSpPr>
        <p:sp>
          <p:nvSpPr>
            <p:cNvPr id="37" name="矩形 36"/>
            <p:cNvSpPr/>
            <p:nvPr/>
          </p:nvSpPr>
          <p:spPr>
            <a:xfrm>
              <a:off x="6516216" y="1196752"/>
              <a:ext cx="2646878" cy="347788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</p:spPr>
          <p:txBody>
            <a:bodyPr wrap="none">
              <a:spAutoFit/>
            </a:bodyPr>
            <a:lstStyle/>
            <a:p>
              <a:pPr>
                <a:lnSpc>
                  <a:spcPct val="110000"/>
                </a:lnSpc>
                <a:buNone/>
              </a:pPr>
              <a:r>
                <a:rPr lang="zh-CN" altLang="en-US" sz="1600" dirty="0">
                  <a:latin typeface="宋体" charset="-122"/>
                </a:rPr>
                <a:t>复制构造</a:t>
              </a:r>
              <a:r>
                <a:rPr lang="en-US" altLang="zh-CN" sz="1600" dirty="0">
                  <a:latin typeface="宋体" charset="-122"/>
                </a:rPr>
                <a:t>line2</a:t>
              </a:r>
              <a:r>
                <a:rPr lang="zh-CN" altLang="en-US" sz="1600" dirty="0">
                  <a:latin typeface="宋体" charset="-122"/>
                </a:rPr>
                <a:t>的子对象</a:t>
              </a:r>
              <a:r>
                <a:rPr lang="en-US" altLang="zh-CN" sz="1600" dirty="0">
                  <a:latin typeface="宋体" charset="-122"/>
                </a:rPr>
                <a:t>_p1</a:t>
              </a:r>
            </a:p>
          </p:txBody>
        </p:sp>
        <p:cxnSp>
          <p:nvCxnSpPr>
            <p:cNvPr id="38" name="直接箭头连接符 37"/>
            <p:cNvCxnSpPr>
              <a:stCxn id="37" idx="1"/>
            </p:cNvCxnSpPr>
            <p:nvPr/>
          </p:nvCxnSpPr>
          <p:spPr>
            <a:xfrm flipH="1" flipV="1">
              <a:off x="6098684" y="1340768"/>
              <a:ext cx="417532" cy="29878"/>
            </a:xfrm>
            <a:prstGeom prst="straightConnector1">
              <a:avLst/>
            </a:prstGeom>
            <a:ln w="25400">
              <a:solidFill>
                <a:schemeClr val="accent5">
                  <a:lumMod val="50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2" name="组合 41"/>
          <p:cNvGrpSpPr/>
          <p:nvPr/>
        </p:nvGrpSpPr>
        <p:grpSpPr>
          <a:xfrm>
            <a:off x="6084168" y="4293096"/>
            <a:ext cx="3064410" cy="347788"/>
            <a:chOff x="6098684" y="1196752"/>
            <a:chExt cx="3064410" cy="347788"/>
          </a:xfrm>
        </p:grpSpPr>
        <p:sp>
          <p:nvSpPr>
            <p:cNvPr id="43" name="矩形 42"/>
            <p:cNvSpPr/>
            <p:nvPr/>
          </p:nvSpPr>
          <p:spPr>
            <a:xfrm>
              <a:off x="6516216" y="1196752"/>
              <a:ext cx="2646878" cy="347788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</p:spPr>
          <p:txBody>
            <a:bodyPr wrap="none">
              <a:spAutoFit/>
            </a:bodyPr>
            <a:lstStyle/>
            <a:p>
              <a:pPr>
                <a:lnSpc>
                  <a:spcPct val="110000"/>
                </a:lnSpc>
                <a:buNone/>
              </a:pPr>
              <a:r>
                <a:rPr lang="zh-CN" altLang="en-US" sz="1600" dirty="0">
                  <a:latin typeface="宋体" charset="-122"/>
                </a:rPr>
                <a:t>复制构造</a:t>
              </a:r>
              <a:r>
                <a:rPr lang="en-US" altLang="zh-CN" sz="1600" dirty="0">
                  <a:latin typeface="宋体" charset="-122"/>
                </a:rPr>
                <a:t>line2</a:t>
              </a:r>
              <a:r>
                <a:rPr lang="zh-CN" altLang="en-US" sz="1600" dirty="0">
                  <a:latin typeface="宋体" charset="-122"/>
                </a:rPr>
                <a:t>的子对象</a:t>
              </a:r>
              <a:r>
                <a:rPr lang="en-US" altLang="zh-CN" sz="1600" dirty="0">
                  <a:latin typeface="宋体" charset="-122"/>
                </a:rPr>
                <a:t>_p2</a:t>
              </a:r>
            </a:p>
          </p:txBody>
        </p:sp>
        <p:cxnSp>
          <p:nvCxnSpPr>
            <p:cNvPr id="44" name="直接箭头连接符 43"/>
            <p:cNvCxnSpPr>
              <a:stCxn id="43" idx="1"/>
            </p:cNvCxnSpPr>
            <p:nvPr/>
          </p:nvCxnSpPr>
          <p:spPr>
            <a:xfrm flipH="1" flipV="1">
              <a:off x="6098684" y="1340770"/>
              <a:ext cx="417532" cy="29876"/>
            </a:xfrm>
            <a:prstGeom prst="straightConnector1">
              <a:avLst/>
            </a:prstGeom>
            <a:ln w="25400">
              <a:solidFill>
                <a:schemeClr val="accent5">
                  <a:lumMod val="50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5" name="组合 44"/>
          <p:cNvGrpSpPr/>
          <p:nvPr/>
        </p:nvGrpSpPr>
        <p:grpSpPr>
          <a:xfrm>
            <a:off x="4572000" y="4791694"/>
            <a:ext cx="4114914" cy="581522"/>
            <a:chOff x="4586516" y="1113828"/>
            <a:chExt cx="4114914" cy="581522"/>
          </a:xfrm>
        </p:grpSpPr>
        <p:sp>
          <p:nvSpPr>
            <p:cNvPr id="46" name="矩形 45"/>
            <p:cNvSpPr/>
            <p:nvPr/>
          </p:nvSpPr>
          <p:spPr>
            <a:xfrm>
              <a:off x="6516216" y="1196752"/>
              <a:ext cx="2185214" cy="498598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</p:spPr>
          <p:txBody>
            <a:bodyPr wrap="none">
              <a:spAutoFit/>
            </a:bodyPr>
            <a:lstStyle/>
            <a:p>
              <a:pPr>
                <a:lnSpc>
                  <a:spcPct val="110000"/>
                </a:lnSpc>
                <a:buNone/>
              </a:pPr>
              <a:r>
                <a:rPr lang="zh-CN" altLang="en-US" sz="2400" dirty="0">
                  <a:latin typeface="宋体" charset="-122"/>
                </a:rPr>
                <a:t>复制构造</a:t>
              </a:r>
              <a:r>
                <a:rPr lang="en-US" altLang="zh-CN" sz="2400" dirty="0">
                  <a:latin typeface="宋体" charset="-122"/>
                </a:rPr>
                <a:t>line2</a:t>
              </a:r>
            </a:p>
          </p:txBody>
        </p:sp>
        <p:cxnSp>
          <p:nvCxnSpPr>
            <p:cNvPr id="47" name="直接箭头连接符 46"/>
            <p:cNvCxnSpPr>
              <a:stCxn id="46" idx="1"/>
            </p:cNvCxnSpPr>
            <p:nvPr/>
          </p:nvCxnSpPr>
          <p:spPr>
            <a:xfrm flipH="1" flipV="1">
              <a:off x="4586516" y="1113828"/>
              <a:ext cx="1929700" cy="332223"/>
            </a:xfrm>
            <a:prstGeom prst="straightConnector1">
              <a:avLst/>
            </a:prstGeom>
            <a:ln w="25400">
              <a:solidFill>
                <a:schemeClr val="accent5">
                  <a:lumMod val="50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2235" name="组合 52234"/>
          <p:cNvGrpSpPr/>
          <p:nvPr/>
        </p:nvGrpSpPr>
        <p:grpSpPr>
          <a:xfrm>
            <a:off x="0" y="408668"/>
            <a:ext cx="1637928" cy="2048224"/>
            <a:chOff x="0" y="408668"/>
            <a:chExt cx="1637928" cy="2048224"/>
          </a:xfrm>
        </p:grpSpPr>
        <p:sp>
          <p:nvSpPr>
            <p:cNvPr id="12" name="矩形 11"/>
            <p:cNvSpPr/>
            <p:nvPr/>
          </p:nvSpPr>
          <p:spPr>
            <a:xfrm>
              <a:off x="197768" y="408668"/>
              <a:ext cx="1440160" cy="498598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</p:spPr>
          <p:txBody>
            <a:bodyPr wrap="square">
              <a:spAutoFit/>
            </a:bodyPr>
            <a:lstStyle/>
            <a:p>
              <a:pPr>
                <a:lnSpc>
                  <a:spcPct val="110000"/>
                </a:lnSpc>
                <a:buNone/>
              </a:pPr>
              <a:r>
                <a:rPr lang="zh-CN" altLang="en-US" sz="2400" dirty="0">
                  <a:latin typeface="宋体" charset="-122"/>
                </a:rPr>
                <a:t>构造</a:t>
              </a:r>
              <a:r>
                <a:rPr lang="en-US" altLang="zh-CN" sz="2400" dirty="0">
                  <a:latin typeface="宋体" charset="-122"/>
                </a:rPr>
                <a:t>Line </a:t>
              </a:r>
            </a:p>
          </p:txBody>
        </p:sp>
        <p:cxnSp>
          <p:nvCxnSpPr>
            <p:cNvPr id="52232" name="直接箭头连接符 52231"/>
            <p:cNvCxnSpPr/>
            <p:nvPr/>
          </p:nvCxnSpPr>
          <p:spPr>
            <a:xfrm flipH="1">
              <a:off x="0" y="907266"/>
              <a:ext cx="467544" cy="1549626"/>
            </a:xfrm>
            <a:prstGeom prst="straightConnector1">
              <a:avLst/>
            </a:prstGeom>
            <a:ln w="25400">
              <a:solidFill>
                <a:schemeClr val="accent5">
                  <a:lumMod val="50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2236" name="组合 52235"/>
          <p:cNvGrpSpPr/>
          <p:nvPr/>
        </p:nvGrpSpPr>
        <p:grpSpPr>
          <a:xfrm>
            <a:off x="72008" y="4437114"/>
            <a:ext cx="2051720" cy="2122780"/>
            <a:chOff x="72008" y="4437114"/>
            <a:chExt cx="2051720" cy="2122780"/>
          </a:xfrm>
        </p:grpSpPr>
        <p:sp>
          <p:nvSpPr>
            <p:cNvPr id="51" name="矩形 50"/>
            <p:cNvSpPr/>
            <p:nvPr/>
          </p:nvSpPr>
          <p:spPr>
            <a:xfrm>
              <a:off x="350168" y="6061296"/>
              <a:ext cx="1773560" cy="498598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</p:spPr>
          <p:txBody>
            <a:bodyPr wrap="square">
              <a:spAutoFit/>
            </a:bodyPr>
            <a:lstStyle/>
            <a:p>
              <a:pPr>
                <a:lnSpc>
                  <a:spcPct val="110000"/>
                </a:lnSpc>
                <a:buNone/>
              </a:pPr>
              <a:r>
                <a:rPr lang="zh-CN" altLang="en-US" sz="2400" dirty="0">
                  <a:latin typeface="宋体" charset="-122"/>
                </a:rPr>
                <a:t>构造</a:t>
              </a:r>
              <a:r>
                <a:rPr lang="en-US" altLang="zh-CN" sz="2400" dirty="0">
                  <a:latin typeface="宋体" charset="-122"/>
                </a:rPr>
                <a:t>Line2 </a:t>
              </a:r>
            </a:p>
          </p:txBody>
        </p:sp>
        <p:cxnSp>
          <p:nvCxnSpPr>
            <p:cNvPr id="52" name="直接箭头连接符 51"/>
            <p:cNvCxnSpPr/>
            <p:nvPr/>
          </p:nvCxnSpPr>
          <p:spPr>
            <a:xfrm flipH="1" flipV="1">
              <a:off x="72008" y="4437114"/>
              <a:ext cx="395536" cy="1624182"/>
            </a:xfrm>
            <a:prstGeom prst="straightConnector1">
              <a:avLst/>
            </a:prstGeom>
            <a:ln w="25400">
              <a:solidFill>
                <a:schemeClr val="accent5">
                  <a:lumMod val="50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288357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1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/>
            <a:fld id="{42605527-5112-47DF-A750-2C96D0629359}" type="slidenum">
              <a:rPr lang="en-US" altLang="zh-CN" sz="1400"/>
              <a:pPr eaLnBrk="1" hangingPunct="1"/>
              <a:t>13</a:t>
            </a:fld>
            <a:endParaRPr lang="en-US" altLang="zh-CN" sz="1400"/>
          </a:p>
        </p:txBody>
      </p:sp>
      <p:sp>
        <p:nvSpPr>
          <p:cNvPr id="2" name="矩形 1"/>
          <p:cNvSpPr/>
          <p:nvPr/>
        </p:nvSpPr>
        <p:spPr>
          <a:xfrm>
            <a:off x="16508" y="404664"/>
            <a:ext cx="2975915" cy="5447645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20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#include </a:t>
            </a:r>
            <a:r>
              <a:rPr lang="en-US" altLang="zh-CN" sz="1200" dirty="0">
                <a:solidFill>
                  <a:srgbClr val="C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&lt;iostream&gt;</a:t>
            </a:r>
          </a:p>
          <a:p>
            <a:r>
              <a:rPr lang="en-US" altLang="zh-CN" sz="120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#include </a:t>
            </a:r>
            <a:r>
              <a:rPr lang="en-US" altLang="zh-CN" sz="1200" dirty="0">
                <a:solidFill>
                  <a:srgbClr val="C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&lt;</a:t>
            </a:r>
            <a:r>
              <a:rPr lang="en-US" altLang="zh-CN" sz="1200" dirty="0" err="1">
                <a:solidFill>
                  <a:srgbClr val="C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cmath</a:t>
            </a:r>
            <a:r>
              <a:rPr lang="en-US" altLang="zh-CN" sz="1200" dirty="0">
                <a:solidFill>
                  <a:srgbClr val="C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&gt;</a:t>
            </a:r>
          </a:p>
          <a:p>
            <a:r>
              <a:rPr lang="en-US" altLang="zh-CN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using namespace std;</a:t>
            </a:r>
          </a:p>
          <a:p>
            <a:r>
              <a:rPr lang="en-US" altLang="zh-CN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class</a:t>
            </a:r>
            <a:r>
              <a:rPr lang="en-US" altLang="zh-C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1200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Point</a:t>
            </a:r>
            <a:endParaRPr lang="en-US" altLang="zh-CN" sz="12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  <a:ea typeface="新宋体"/>
            </a:endParaRPr>
          </a:p>
          <a:p>
            <a:r>
              <a:rPr lang="en-US" altLang="zh-C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{</a:t>
            </a:r>
            <a:r>
              <a:rPr lang="en-US" altLang="zh-CN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private</a:t>
            </a:r>
            <a:r>
              <a:rPr lang="en-US" altLang="zh-C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:</a:t>
            </a:r>
          </a:p>
          <a:p>
            <a:r>
              <a:rPr lang="en-US" altLang="zh-C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  </a:t>
            </a:r>
            <a:r>
              <a:rPr lang="en-US" altLang="zh-CN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int</a:t>
            </a:r>
            <a:r>
              <a:rPr lang="en-US" altLang="zh-C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_x, _y; </a:t>
            </a:r>
          </a:p>
          <a:p>
            <a:pPr marL="92075"/>
            <a:r>
              <a:rPr lang="en-US" altLang="zh-CN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public</a:t>
            </a:r>
            <a:r>
              <a:rPr lang="en-US" altLang="zh-C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:</a:t>
            </a:r>
          </a:p>
          <a:p>
            <a:pPr marL="274638"/>
            <a:r>
              <a:rPr lang="en-US" altLang="zh-C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Point(</a:t>
            </a:r>
            <a:r>
              <a:rPr lang="en-US" altLang="zh-CN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int</a:t>
            </a:r>
            <a:r>
              <a:rPr lang="en-US" altLang="zh-C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x = 0, </a:t>
            </a:r>
            <a:r>
              <a:rPr lang="en-US" altLang="zh-CN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int</a:t>
            </a:r>
            <a:r>
              <a:rPr lang="en-US" altLang="zh-C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y = 0); </a:t>
            </a:r>
            <a:endParaRPr lang="zh-CN" altLang="en-US" sz="12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  <a:ea typeface="新宋体"/>
            </a:endParaRPr>
          </a:p>
          <a:p>
            <a:pPr marL="274638"/>
            <a:r>
              <a:rPr lang="en-US" altLang="zh-C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Point(</a:t>
            </a:r>
            <a:r>
              <a:rPr lang="en-US" altLang="zh-CN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const </a:t>
            </a:r>
            <a:r>
              <a:rPr lang="en-US" altLang="zh-CN" sz="1200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Point</a:t>
            </a:r>
            <a:r>
              <a:rPr lang="en-US" altLang="zh-C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&amp; p);</a:t>
            </a:r>
            <a:endParaRPr lang="zh-CN" altLang="en-US" sz="12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  <a:ea typeface="新宋体"/>
            </a:endParaRPr>
          </a:p>
          <a:p>
            <a:pPr marL="274638"/>
            <a:r>
              <a:rPr lang="en-US" altLang="zh-CN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int</a:t>
            </a:r>
            <a:r>
              <a:rPr lang="en-US" altLang="zh-C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12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getX</a:t>
            </a:r>
            <a:r>
              <a:rPr lang="en-US" altLang="zh-C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() </a:t>
            </a:r>
            <a:r>
              <a:rPr lang="en-US" altLang="zh-CN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const</a:t>
            </a:r>
            <a:r>
              <a:rPr lang="en-US" altLang="zh-C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; </a:t>
            </a:r>
            <a:endParaRPr lang="zh-CN" altLang="en-US" sz="12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  <a:ea typeface="新宋体"/>
            </a:endParaRPr>
          </a:p>
          <a:p>
            <a:pPr marL="274638"/>
            <a:r>
              <a:rPr lang="en-US" altLang="zh-CN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int</a:t>
            </a:r>
            <a:r>
              <a:rPr lang="en-US" altLang="zh-C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12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getY</a:t>
            </a:r>
            <a:r>
              <a:rPr lang="en-US" altLang="zh-C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() </a:t>
            </a:r>
            <a:r>
              <a:rPr lang="en-US" altLang="zh-CN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const</a:t>
            </a:r>
            <a:r>
              <a:rPr lang="en-US" altLang="zh-C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; </a:t>
            </a:r>
            <a:endParaRPr lang="zh-CN" altLang="en-US" sz="12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  <a:ea typeface="新宋体"/>
            </a:endParaRPr>
          </a:p>
          <a:p>
            <a:r>
              <a:rPr lang="en-US" altLang="zh-C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};</a:t>
            </a:r>
          </a:p>
          <a:p>
            <a:r>
              <a:rPr lang="fr-FR" altLang="zh-CN" sz="1200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Point</a:t>
            </a:r>
            <a:r>
              <a:rPr lang="fr-FR" altLang="zh-C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::Point(</a:t>
            </a:r>
            <a:r>
              <a:rPr lang="fr-FR" altLang="zh-CN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int</a:t>
            </a:r>
            <a:r>
              <a:rPr lang="fr-FR" altLang="zh-C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</a:t>
            </a:r>
            <a:r>
              <a:rPr lang="fr-FR" altLang="zh-CN" sz="120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x</a:t>
            </a:r>
            <a:r>
              <a:rPr lang="fr-FR" altLang="zh-C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, </a:t>
            </a:r>
            <a:r>
              <a:rPr lang="fr-FR" altLang="zh-CN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int</a:t>
            </a:r>
            <a:r>
              <a:rPr lang="fr-FR" altLang="zh-C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</a:t>
            </a:r>
            <a:r>
              <a:rPr lang="fr-FR" altLang="zh-CN" sz="120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y</a:t>
            </a:r>
            <a:r>
              <a:rPr lang="fr-FR" altLang="zh-C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)</a:t>
            </a:r>
          </a:p>
          <a:p>
            <a:r>
              <a:rPr lang="en-US" altLang="zh-C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{  _x = </a:t>
            </a:r>
            <a:r>
              <a:rPr lang="en-US" altLang="zh-CN" sz="120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x</a:t>
            </a:r>
            <a:r>
              <a:rPr lang="en-US" altLang="zh-C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;</a:t>
            </a:r>
          </a:p>
          <a:p>
            <a:r>
              <a:rPr lang="en-US" altLang="zh-C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  _y = </a:t>
            </a:r>
            <a:r>
              <a:rPr lang="en-US" altLang="zh-CN" sz="120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y</a:t>
            </a:r>
            <a:r>
              <a:rPr lang="en-US" altLang="zh-C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;</a:t>
            </a:r>
          </a:p>
          <a:p>
            <a:r>
              <a:rPr lang="en-US" altLang="zh-C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}</a:t>
            </a:r>
          </a:p>
          <a:p>
            <a:r>
              <a:rPr lang="en-US" altLang="zh-CN" sz="1200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Point</a:t>
            </a:r>
            <a:r>
              <a:rPr lang="en-US" altLang="zh-C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::Point(</a:t>
            </a:r>
            <a:r>
              <a:rPr lang="en-US" altLang="zh-CN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const </a:t>
            </a:r>
            <a:r>
              <a:rPr lang="en-US" altLang="zh-CN" sz="1200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Point</a:t>
            </a:r>
            <a:r>
              <a:rPr lang="en-US" altLang="zh-C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&amp; </a:t>
            </a:r>
            <a:r>
              <a:rPr lang="en-US" altLang="zh-CN" sz="120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p</a:t>
            </a:r>
            <a:r>
              <a:rPr lang="en-US" altLang="zh-C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)</a:t>
            </a:r>
          </a:p>
          <a:p>
            <a:r>
              <a:rPr lang="en-US" altLang="zh-C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{  _x = </a:t>
            </a:r>
            <a:r>
              <a:rPr lang="en-US" altLang="zh-CN" sz="1200" dirty="0" err="1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p</a:t>
            </a:r>
            <a:r>
              <a:rPr lang="en-US" altLang="zh-CN" sz="12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._x</a:t>
            </a:r>
            <a:r>
              <a:rPr lang="en-US" altLang="zh-C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;</a:t>
            </a:r>
          </a:p>
          <a:p>
            <a:pPr marL="352425"/>
            <a:r>
              <a:rPr lang="en-US" altLang="zh-C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_y = </a:t>
            </a:r>
            <a:r>
              <a:rPr lang="en-US" altLang="zh-CN" sz="1200" dirty="0" err="1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p</a:t>
            </a:r>
            <a:r>
              <a:rPr lang="en-US" altLang="zh-CN" sz="12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._y</a:t>
            </a:r>
            <a:r>
              <a:rPr lang="en-US" altLang="zh-C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;</a:t>
            </a:r>
          </a:p>
          <a:p>
            <a:pPr marL="352425"/>
            <a:r>
              <a:rPr lang="en-US" altLang="zh-CN" sz="12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cout</a:t>
            </a:r>
            <a:r>
              <a:rPr lang="en-US" altLang="zh-C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&lt;&lt; </a:t>
            </a:r>
            <a:r>
              <a:rPr lang="en-US" altLang="zh-CN" sz="1200" dirty="0">
                <a:highlight>
                  <a:srgbClr val="FFFFFF"/>
                </a:highlight>
              </a:rPr>
              <a:t>"</a:t>
            </a:r>
            <a:r>
              <a:rPr lang="en-US" altLang="zh-C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Calling the copy constructor of Point</a:t>
            </a:r>
            <a:r>
              <a:rPr lang="en-US" altLang="zh-CN" sz="1200" dirty="0">
                <a:highlight>
                  <a:srgbClr val="FFFFFF"/>
                </a:highlight>
              </a:rPr>
              <a:t>"</a:t>
            </a:r>
            <a:r>
              <a:rPr lang="en-US" altLang="zh-C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&lt;&lt; </a:t>
            </a:r>
            <a:r>
              <a:rPr lang="en-US" altLang="zh-CN" sz="12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endl</a:t>
            </a:r>
            <a:r>
              <a:rPr lang="en-US" altLang="zh-C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;</a:t>
            </a:r>
          </a:p>
          <a:p>
            <a:r>
              <a:rPr lang="en-US" altLang="zh-C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}</a:t>
            </a:r>
          </a:p>
          <a:p>
            <a:r>
              <a:rPr lang="en-US" altLang="zh-CN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int</a:t>
            </a:r>
            <a:r>
              <a:rPr lang="en-US" altLang="zh-C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1200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Point</a:t>
            </a:r>
            <a:r>
              <a:rPr lang="en-US" altLang="zh-C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::</a:t>
            </a:r>
            <a:r>
              <a:rPr lang="en-US" altLang="zh-CN" sz="12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getX</a:t>
            </a:r>
            <a:r>
              <a:rPr lang="en-US" altLang="zh-C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() </a:t>
            </a:r>
            <a:r>
              <a:rPr lang="en-US" altLang="zh-CN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const</a:t>
            </a:r>
            <a:endParaRPr lang="en-US" altLang="zh-CN" sz="12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  <a:ea typeface="新宋体"/>
            </a:endParaRPr>
          </a:p>
          <a:p>
            <a:r>
              <a:rPr lang="en-US" altLang="zh-C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{  </a:t>
            </a:r>
            <a:r>
              <a:rPr lang="en-US" altLang="zh-CN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return</a:t>
            </a:r>
            <a:r>
              <a:rPr lang="en-US" altLang="zh-C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_x;</a:t>
            </a:r>
          </a:p>
          <a:p>
            <a:r>
              <a:rPr lang="en-US" altLang="zh-C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}</a:t>
            </a:r>
          </a:p>
          <a:p>
            <a:r>
              <a:rPr lang="en-US" altLang="zh-CN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int</a:t>
            </a:r>
            <a:r>
              <a:rPr lang="en-US" altLang="zh-C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1200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Point</a:t>
            </a:r>
            <a:r>
              <a:rPr lang="en-US" altLang="zh-C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::</a:t>
            </a:r>
            <a:r>
              <a:rPr lang="en-US" altLang="zh-CN" sz="12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getY</a:t>
            </a:r>
            <a:r>
              <a:rPr lang="en-US" altLang="zh-C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() </a:t>
            </a:r>
            <a:r>
              <a:rPr lang="en-US" altLang="zh-CN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const</a:t>
            </a:r>
            <a:endParaRPr lang="en-US" altLang="zh-CN" sz="12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  <a:ea typeface="新宋体"/>
            </a:endParaRPr>
          </a:p>
          <a:p>
            <a:r>
              <a:rPr lang="en-US" altLang="zh-C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{  </a:t>
            </a:r>
            <a:r>
              <a:rPr lang="en-US" altLang="zh-CN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return</a:t>
            </a:r>
            <a:r>
              <a:rPr lang="en-US" altLang="zh-C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_y;</a:t>
            </a:r>
          </a:p>
          <a:p>
            <a:r>
              <a:rPr lang="en-US" altLang="zh-C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}</a:t>
            </a:r>
            <a:endParaRPr lang="zh-CN" altLang="en-US" sz="1200" dirty="0">
              <a:latin typeface="Consolas" panose="020B0609020204030204" pitchFamily="49" charset="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3203848" y="956913"/>
            <a:ext cx="5436604" cy="4524315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class</a:t>
            </a:r>
            <a:r>
              <a:rPr lang="en-US" altLang="zh-C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1200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Line</a:t>
            </a:r>
            <a:endParaRPr lang="en-US" altLang="zh-CN" sz="12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  <a:ea typeface="新宋体"/>
            </a:endParaRPr>
          </a:p>
          <a:p>
            <a:r>
              <a:rPr lang="en-US" altLang="zh-C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{</a:t>
            </a:r>
            <a:r>
              <a:rPr lang="en-US" altLang="zh-CN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private</a:t>
            </a:r>
            <a:r>
              <a:rPr lang="en-US" altLang="zh-C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:</a:t>
            </a:r>
          </a:p>
          <a:p>
            <a:r>
              <a:rPr lang="en-US" altLang="zh-CN" sz="1200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  Point</a:t>
            </a:r>
            <a:r>
              <a:rPr lang="en-US" altLang="zh-C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_p1, _p2; </a:t>
            </a:r>
          </a:p>
          <a:p>
            <a:r>
              <a:rPr lang="en-US" altLang="zh-C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  </a:t>
            </a:r>
            <a:r>
              <a:rPr lang="en-US" altLang="zh-CN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double</a:t>
            </a:r>
            <a:r>
              <a:rPr lang="en-US" altLang="zh-C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_</a:t>
            </a:r>
            <a:r>
              <a:rPr lang="en-US" altLang="zh-CN" sz="12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len</a:t>
            </a:r>
            <a:r>
              <a:rPr lang="en-US" altLang="zh-C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;</a:t>
            </a:r>
          </a:p>
          <a:p>
            <a:r>
              <a:rPr lang="en-US" altLang="zh-CN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public</a:t>
            </a:r>
            <a:r>
              <a:rPr lang="en-US" altLang="zh-C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:</a:t>
            </a:r>
          </a:p>
          <a:p>
            <a:pPr marL="352425"/>
            <a:r>
              <a:rPr lang="en-US" altLang="zh-C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Line(</a:t>
            </a:r>
            <a:r>
              <a:rPr lang="en-US" altLang="zh-CN" sz="1200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int</a:t>
            </a:r>
            <a:r>
              <a:rPr lang="en-US" altLang="zh-C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x1,</a:t>
            </a:r>
            <a:r>
              <a:rPr lang="en-US" altLang="zh-CN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int</a:t>
            </a:r>
            <a:r>
              <a:rPr lang="en-US" altLang="zh-C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y1,</a:t>
            </a:r>
            <a:r>
              <a:rPr lang="en-US" altLang="zh-CN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int </a:t>
            </a:r>
            <a:r>
              <a:rPr lang="en-US" altLang="zh-CN" sz="1200" dirty="0"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x2,</a:t>
            </a:r>
            <a:r>
              <a:rPr lang="en-US" altLang="zh-CN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int </a:t>
            </a:r>
            <a:r>
              <a:rPr lang="en-US" altLang="zh-CN" sz="1200" dirty="0"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y2</a:t>
            </a:r>
            <a:r>
              <a:rPr lang="en-US" altLang="zh-C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); </a:t>
            </a:r>
            <a:endParaRPr lang="zh-CN" altLang="en-US" sz="12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  <a:ea typeface="新宋体"/>
            </a:endParaRPr>
          </a:p>
          <a:p>
            <a:pPr marL="352425"/>
            <a:r>
              <a:rPr lang="en-US" altLang="zh-C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Line(</a:t>
            </a:r>
            <a:r>
              <a:rPr lang="en-US" altLang="zh-CN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const </a:t>
            </a:r>
            <a:r>
              <a:rPr lang="en-US" altLang="zh-CN" sz="1200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Line</a:t>
            </a:r>
            <a:r>
              <a:rPr lang="en-US" altLang="zh-C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&amp; l);</a:t>
            </a:r>
          </a:p>
          <a:p>
            <a:pPr marL="352425"/>
            <a:r>
              <a:rPr lang="en-US" altLang="zh-CN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double</a:t>
            </a:r>
            <a:r>
              <a:rPr lang="en-US" altLang="zh-C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12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getLen</a:t>
            </a:r>
            <a:r>
              <a:rPr lang="en-US" altLang="zh-C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() </a:t>
            </a:r>
            <a:r>
              <a:rPr lang="en-US" altLang="zh-CN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const</a:t>
            </a:r>
            <a:r>
              <a:rPr lang="en-US" altLang="zh-C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;</a:t>
            </a:r>
          </a:p>
          <a:p>
            <a:r>
              <a:rPr lang="en-US" altLang="zh-C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};</a:t>
            </a:r>
          </a:p>
          <a:p>
            <a:r>
              <a:rPr lang="en-US" altLang="zh-CN" sz="12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//</a:t>
            </a:r>
            <a:r>
              <a:rPr lang="zh-CN" altLang="en-US" sz="12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组合类的构造函数</a:t>
            </a:r>
            <a:endParaRPr lang="zh-CN" altLang="en-US" sz="12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  <a:ea typeface="新宋体"/>
            </a:endParaRPr>
          </a:p>
          <a:p>
            <a:r>
              <a:rPr lang="en-US" altLang="zh-CN" sz="1200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Line</a:t>
            </a:r>
            <a:r>
              <a:rPr lang="en-US" altLang="zh-C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::Line(</a:t>
            </a:r>
            <a:r>
              <a:rPr lang="en-US" altLang="zh-CN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int</a:t>
            </a:r>
            <a:r>
              <a:rPr lang="en-US" altLang="zh-C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x1,</a:t>
            </a:r>
            <a:r>
              <a:rPr lang="en-US" altLang="zh-CN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int</a:t>
            </a:r>
            <a:r>
              <a:rPr lang="en-US" altLang="zh-C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y1,</a:t>
            </a:r>
            <a:r>
              <a:rPr lang="en-US" altLang="zh-CN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int </a:t>
            </a:r>
            <a:r>
              <a:rPr lang="en-US" altLang="zh-CN" sz="1200" dirty="0"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x2,</a:t>
            </a:r>
            <a:r>
              <a:rPr lang="en-US" altLang="zh-CN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int </a:t>
            </a:r>
            <a:r>
              <a:rPr lang="en-US" altLang="zh-CN" sz="1200" dirty="0"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y2</a:t>
            </a:r>
            <a:r>
              <a:rPr lang="en-US" altLang="zh-C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): _p1(</a:t>
            </a:r>
            <a:r>
              <a:rPr lang="en-US" altLang="zh-CN" sz="120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x1,y1</a:t>
            </a:r>
            <a:r>
              <a:rPr lang="en-US" altLang="zh-C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),_p2(</a:t>
            </a:r>
            <a:r>
              <a:rPr lang="en-US" altLang="zh-CN" sz="120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x2,y2</a:t>
            </a:r>
            <a:r>
              <a:rPr lang="en-US" altLang="zh-C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)</a:t>
            </a:r>
          </a:p>
          <a:p>
            <a:r>
              <a:rPr lang="en-US" altLang="zh-C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{  </a:t>
            </a:r>
            <a:r>
              <a:rPr lang="en-US" altLang="zh-CN" sz="12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cout</a:t>
            </a:r>
            <a:r>
              <a:rPr lang="en-US" altLang="zh-C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&lt;&lt; </a:t>
            </a:r>
            <a:r>
              <a:rPr lang="en-US" altLang="zh-CN" sz="1200" dirty="0">
                <a:highlight>
                  <a:srgbClr val="FFFFFF"/>
                </a:highlight>
              </a:rPr>
              <a:t>"</a:t>
            </a:r>
            <a:r>
              <a:rPr lang="en-US" altLang="zh-C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Calling constructor of Line</a:t>
            </a:r>
            <a:r>
              <a:rPr lang="en-US" altLang="zh-CN" sz="1200" dirty="0">
                <a:highlight>
                  <a:srgbClr val="FFFFFF"/>
                </a:highlight>
              </a:rPr>
              <a:t>"</a:t>
            </a:r>
            <a:r>
              <a:rPr lang="en-US" altLang="zh-C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&lt;&lt; </a:t>
            </a:r>
            <a:r>
              <a:rPr lang="en-US" altLang="zh-CN" sz="12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endl</a:t>
            </a:r>
            <a:r>
              <a:rPr lang="en-US" altLang="zh-C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;</a:t>
            </a:r>
          </a:p>
          <a:p>
            <a:pPr marL="352425"/>
            <a:r>
              <a:rPr lang="en-US" altLang="zh-CN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double</a:t>
            </a:r>
            <a:r>
              <a:rPr lang="en-US" altLang="zh-C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x = </a:t>
            </a:r>
            <a:r>
              <a:rPr lang="en-US" altLang="zh-CN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(double)</a:t>
            </a:r>
            <a:r>
              <a:rPr lang="en-US" altLang="zh-C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_p1.getX() - (</a:t>
            </a:r>
            <a:r>
              <a:rPr lang="en-US" altLang="zh-CN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double)</a:t>
            </a:r>
            <a:r>
              <a:rPr lang="en-US" altLang="zh-CN" sz="1200" dirty="0"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_</a:t>
            </a:r>
            <a:r>
              <a:rPr lang="en-US" altLang="zh-C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p2.getX();</a:t>
            </a:r>
          </a:p>
          <a:p>
            <a:pPr marL="352425"/>
            <a:r>
              <a:rPr lang="en-US" altLang="zh-CN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double</a:t>
            </a:r>
            <a:r>
              <a:rPr lang="en-US" altLang="zh-C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y = </a:t>
            </a:r>
            <a:r>
              <a:rPr lang="en-US" altLang="zh-CN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(double</a:t>
            </a:r>
            <a:r>
              <a:rPr lang="en-US" altLang="zh-CN" sz="1200" dirty="0">
                <a:solidFill>
                  <a:schemeClr val="tx2">
                    <a:lumMod val="75000"/>
                    <a:lumOff val="25000"/>
                  </a:schemeClr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)</a:t>
            </a:r>
            <a:r>
              <a:rPr lang="en-US" altLang="zh-C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_p1.getY() - (</a:t>
            </a:r>
            <a:r>
              <a:rPr lang="en-US" altLang="zh-CN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double)</a:t>
            </a:r>
            <a:r>
              <a:rPr lang="en-US" altLang="zh-CN" sz="1200" dirty="0"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_</a:t>
            </a:r>
            <a:r>
              <a:rPr lang="en-US" altLang="zh-C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p2.getY();</a:t>
            </a:r>
          </a:p>
          <a:p>
            <a:pPr marL="352425"/>
            <a:r>
              <a:rPr lang="en-US" altLang="zh-C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_</a:t>
            </a:r>
            <a:r>
              <a:rPr lang="en-US" altLang="zh-CN" sz="12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len</a:t>
            </a:r>
            <a:r>
              <a:rPr lang="en-US" altLang="zh-C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= sqrt(x*x + y*y);</a:t>
            </a:r>
          </a:p>
          <a:p>
            <a:r>
              <a:rPr lang="en-US" altLang="zh-C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}</a:t>
            </a:r>
          </a:p>
          <a:p>
            <a:r>
              <a:rPr lang="en-US" altLang="zh-CN" sz="12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//</a:t>
            </a:r>
            <a:r>
              <a:rPr lang="zh-CN" altLang="en-US" sz="12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组合类的拷贝构造函数</a:t>
            </a:r>
            <a:endParaRPr lang="zh-CN" altLang="en-US" sz="12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  <a:ea typeface="新宋体"/>
            </a:endParaRPr>
          </a:p>
          <a:p>
            <a:r>
              <a:rPr lang="en-US" altLang="zh-CN" sz="1200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Line</a:t>
            </a:r>
            <a:r>
              <a:rPr lang="en-US" altLang="zh-C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::Line(</a:t>
            </a:r>
            <a:r>
              <a:rPr lang="en-US" altLang="zh-CN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const </a:t>
            </a:r>
            <a:r>
              <a:rPr lang="en-US" altLang="zh-CN" sz="1200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Line</a:t>
            </a:r>
            <a:r>
              <a:rPr lang="en-US" altLang="zh-C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&amp; </a:t>
            </a:r>
            <a:r>
              <a:rPr lang="en-US" altLang="zh-CN" sz="120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l</a:t>
            </a:r>
            <a:r>
              <a:rPr lang="en-US" altLang="zh-C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) :_p1(</a:t>
            </a:r>
            <a:r>
              <a:rPr lang="en-US" altLang="zh-CN" sz="120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l</a:t>
            </a:r>
            <a:r>
              <a:rPr lang="en-US" altLang="zh-C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._p1), _p2(</a:t>
            </a:r>
            <a:r>
              <a:rPr lang="en-US" altLang="zh-CN" sz="120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l</a:t>
            </a:r>
            <a:r>
              <a:rPr lang="en-US" altLang="zh-C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._p2)</a:t>
            </a:r>
          </a:p>
          <a:p>
            <a:r>
              <a:rPr lang="en-US" altLang="zh-C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{  </a:t>
            </a:r>
            <a:r>
              <a:rPr lang="en-US" altLang="zh-CN" sz="12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cout</a:t>
            </a:r>
            <a:r>
              <a:rPr lang="en-US" altLang="zh-C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&lt;&lt; </a:t>
            </a:r>
            <a:r>
              <a:rPr lang="en-US" altLang="zh-CN" sz="1200" dirty="0">
                <a:highlight>
                  <a:srgbClr val="FFFFFF"/>
                </a:highlight>
              </a:rPr>
              <a:t>"</a:t>
            </a:r>
            <a:r>
              <a:rPr lang="en-US" altLang="zh-C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Calling copy constructor of Line</a:t>
            </a:r>
            <a:r>
              <a:rPr lang="en-US" altLang="zh-CN" sz="1200" dirty="0">
                <a:highlight>
                  <a:srgbClr val="FFFFFF"/>
                </a:highlight>
              </a:rPr>
              <a:t>"</a:t>
            </a:r>
            <a:r>
              <a:rPr lang="en-US" altLang="zh-C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&lt;&lt; </a:t>
            </a:r>
            <a:r>
              <a:rPr lang="en-US" altLang="zh-CN" sz="12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endl</a:t>
            </a:r>
            <a:r>
              <a:rPr lang="en-US" altLang="zh-C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;</a:t>
            </a:r>
          </a:p>
          <a:p>
            <a:pPr marL="352425"/>
            <a:r>
              <a:rPr lang="en-US" altLang="zh-C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_</a:t>
            </a:r>
            <a:r>
              <a:rPr lang="en-US" altLang="zh-CN" sz="12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len</a:t>
            </a:r>
            <a:r>
              <a:rPr lang="en-US" altLang="zh-C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= </a:t>
            </a:r>
            <a:r>
              <a:rPr lang="en-US" altLang="zh-CN" sz="120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l</a:t>
            </a:r>
            <a:r>
              <a:rPr lang="en-US" altLang="zh-C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._</a:t>
            </a:r>
            <a:r>
              <a:rPr lang="en-US" altLang="zh-CN" sz="12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len</a:t>
            </a:r>
            <a:r>
              <a:rPr lang="en-US" altLang="zh-C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;</a:t>
            </a:r>
          </a:p>
          <a:p>
            <a:r>
              <a:rPr lang="en-US" altLang="zh-C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}</a:t>
            </a:r>
          </a:p>
          <a:p>
            <a:r>
              <a:rPr lang="en-US" altLang="zh-CN" sz="1200" dirty="0">
                <a:solidFill>
                  <a:srgbClr val="0000FF"/>
                </a:solidFill>
                <a:latin typeface="Consolas" panose="020B0609020204030204" pitchFamily="49" charset="0"/>
                <a:ea typeface="新宋体"/>
              </a:rPr>
              <a:t>double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1200" dirty="0">
                <a:solidFill>
                  <a:srgbClr val="2B91AF"/>
                </a:solidFill>
                <a:latin typeface="Consolas" panose="020B0609020204030204" pitchFamily="49" charset="0"/>
                <a:ea typeface="新宋体"/>
              </a:rPr>
              <a:t>Line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::</a:t>
            </a:r>
            <a:r>
              <a:rPr lang="en-US" altLang="zh-CN" sz="1200" dirty="0" err="1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getLen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() </a:t>
            </a:r>
            <a:r>
              <a:rPr lang="en-US" altLang="zh-CN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const</a:t>
            </a:r>
            <a:endParaRPr lang="en-US" altLang="zh-CN" sz="1200" dirty="0">
              <a:solidFill>
                <a:srgbClr val="000000"/>
              </a:solidFill>
              <a:latin typeface="Consolas" panose="020B0609020204030204" pitchFamily="49" charset="0"/>
              <a:ea typeface="新宋体"/>
            </a:endParaRPr>
          </a:p>
          <a:p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{   </a:t>
            </a:r>
            <a:r>
              <a:rPr lang="en-US" altLang="zh-CN" sz="1200" dirty="0">
                <a:solidFill>
                  <a:srgbClr val="0000FF"/>
                </a:solidFill>
                <a:latin typeface="Consolas" panose="020B0609020204030204" pitchFamily="49" charset="0"/>
                <a:ea typeface="新宋体"/>
              </a:rPr>
              <a:t>return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 _</a:t>
            </a:r>
            <a:r>
              <a:rPr lang="en-US" altLang="zh-CN" sz="1200" dirty="0" err="1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len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;</a:t>
            </a:r>
          </a:p>
          <a:p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}</a:t>
            </a:r>
            <a:endParaRPr lang="zh-CN" altLang="en-US" sz="1200" dirty="0">
              <a:latin typeface="Consolas" panose="020B0609020204030204" pitchFamily="49" charset="0"/>
            </a:endParaRPr>
          </a:p>
        </p:txBody>
      </p:sp>
      <p:sp>
        <p:nvSpPr>
          <p:cNvPr id="10" name="圆角矩形 9"/>
          <p:cNvSpPr/>
          <p:nvPr/>
        </p:nvSpPr>
        <p:spPr>
          <a:xfrm>
            <a:off x="3622458" y="1907540"/>
            <a:ext cx="3001770" cy="197434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圆角矩形 14"/>
          <p:cNvSpPr/>
          <p:nvPr/>
        </p:nvSpPr>
        <p:spPr>
          <a:xfrm>
            <a:off x="3239852" y="2778024"/>
            <a:ext cx="5400600" cy="1155032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3671900" y="15007"/>
            <a:ext cx="5065810" cy="461665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txBody>
          <a:bodyPr wrap="none">
            <a:spAutoFit/>
          </a:bodyPr>
          <a:lstStyle/>
          <a:p>
            <a:r>
              <a:rPr lang="zh-CN" altLang="en-US" sz="2400" dirty="0"/>
              <a:t>组合类</a:t>
            </a:r>
            <a:r>
              <a:rPr lang="en-US" altLang="zh-CN" sz="2400" dirty="0"/>
              <a:t>Line</a:t>
            </a:r>
            <a:r>
              <a:rPr lang="zh-CN" altLang="en-US" sz="2400" dirty="0"/>
              <a:t>构造函数的另一种写法：</a:t>
            </a:r>
            <a:endParaRPr lang="en-US" altLang="zh-CN" sz="2400" dirty="0"/>
          </a:p>
        </p:txBody>
      </p:sp>
      <p:sp>
        <p:nvSpPr>
          <p:cNvPr id="4" name="圆角矩形 3"/>
          <p:cNvSpPr/>
          <p:nvPr/>
        </p:nvSpPr>
        <p:spPr>
          <a:xfrm>
            <a:off x="6696236" y="2780928"/>
            <a:ext cx="1872208" cy="252028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264954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10" grpId="0" animBg="1"/>
      <p:bldP spid="15" grpId="0" animBg="1"/>
      <p:bldP spid="4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2605527-5112-47DF-A750-2C96D0629359}" type="slidenum">
              <a:rPr kumimoji="1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itchFamily="18" charset="0"/>
              <a:ea typeface="宋体" charset="-122"/>
              <a:cs typeface="+mn-cs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467544" y="566678"/>
            <a:ext cx="5076564" cy="2369880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000FF"/>
                </a:solidFill>
                <a:effectLst/>
                <a:highlight>
                  <a:srgbClr val="FFFFFF"/>
                </a:highlight>
                <a:uLnTx/>
                <a:uFillTx/>
                <a:latin typeface="Consolas" panose="020B0609020204030204" pitchFamily="49" charset="0"/>
                <a:ea typeface="新宋体"/>
              </a:rPr>
              <a:t>int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onsolas" panose="020B0609020204030204" pitchFamily="49" charset="0"/>
                <a:ea typeface="新宋体"/>
              </a:rPr>
              <a:t> main()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onsolas" panose="020B0609020204030204" pitchFamily="49" charset="0"/>
                <a:ea typeface="新宋体"/>
              </a:rPr>
              <a:t>{  </a:t>
            </a:r>
            <a:r>
              <a:rPr kumimoji="0" lang="en-US" altLang="zh-CN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onsolas" panose="020B0609020204030204" pitchFamily="49" charset="0"/>
                <a:ea typeface="新宋体"/>
              </a:rPr>
              <a:t>int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onsolas" panose="020B0609020204030204" pitchFamily="49" charset="0"/>
                <a:ea typeface="新宋体"/>
              </a:rPr>
              <a:t> myx1(1), myy1(1),myx2(4), myy2(5);</a:t>
            </a:r>
          </a:p>
          <a:p>
            <a:pPr marL="352425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2B91AF"/>
                </a:solidFill>
                <a:effectLst/>
                <a:highlight>
                  <a:srgbClr val="FFFFFF"/>
                </a:highlight>
                <a:uLnTx/>
                <a:uFillTx/>
                <a:latin typeface="Consolas" panose="020B0609020204030204" pitchFamily="49" charset="0"/>
                <a:ea typeface="新宋体"/>
              </a:rPr>
              <a:t>Line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onsolas" panose="020B0609020204030204" pitchFamily="49" charset="0"/>
                <a:ea typeface="新宋体"/>
              </a:rPr>
              <a:t> line(myx1,myy1,myx2,myy2);</a:t>
            </a:r>
          </a:p>
          <a:p>
            <a:pPr marL="352425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2B91AF"/>
                </a:solidFill>
                <a:effectLst/>
                <a:highlight>
                  <a:srgbClr val="FFFFFF"/>
                </a:highlight>
                <a:uLnTx/>
                <a:uFillTx/>
                <a:latin typeface="Consolas" panose="020B0609020204030204" pitchFamily="49" charset="0"/>
                <a:ea typeface="新宋体"/>
              </a:rPr>
              <a:t>Line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onsolas" panose="020B0609020204030204" pitchFamily="49" charset="0"/>
                <a:ea typeface="新宋体"/>
              </a:rPr>
              <a:t> line2(line);</a:t>
            </a:r>
          </a:p>
          <a:p>
            <a:pPr marL="352425" lvl="0">
              <a:defRPr/>
            </a:pPr>
            <a:r>
              <a:rPr kumimoji="0" lang="en-US" altLang="zh-CN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onsolas" panose="020B0609020204030204" pitchFamily="49" charset="0"/>
                <a:ea typeface="新宋体"/>
              </a:rPr>
              <a:t>cout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onsolas" panose="020B0609020204030204" pitchFamily="49" charset="0"/>
                <a:ea typeface="新宋体"/>
              </a:rPr>
              <a:t> &lt;&lt; </a:t>
            </a:r>
            <a:r>
              <a:rPr lang="en-US" altLang="zh-CN" sz="1400" dirty="0">
                <a:highlight>
                  <a:srgbClr val="FFFFFF"/>
                </a:highlight>
              </a:rPr>
              <a:t>"</a:t>
            </a:r>
            <a:r>
              <a:rPr lang="en-US" altLang="zh-CN" dirty="0">
                <a:highlight>
                  <a:srgbClr val="FFFFFF"/>
                </a:highlight>
              </a:rPr>
              <a:t>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onsolas" panose="020B0609020204030204" pitchFamily="49" charset="0"/>
                <a:ea typeface="新宋体"/>
              </a:rPr>
              <a:t>The length of line is : </a:t>
            </a:r>
            <a:r>
              <a:rPr lang="en-US" altLang="zh-CN" sz="1400" dirty="0">
                <a:highlight>
                  <a:srgbClr val="FFFFFF"/>
                </a:highlight>
              </a:rPr>
              <a:t>"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onsolas" panose="020B0609020204030204" pitchFamily="49" charset="0"/>
                <a:ea typeface="新宋体"/>
              </a:rPr>
              <a:t>;</a:t>
            </a:r>
          </a:p>
          <a:p>
            <a:pPr marL="352425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onsolas" panose="020B0609020204030204" pitchFamily="49" charset="0"/>
                <a:ea typeface="新宋体"/>
              </a:rPr>
              <a:t>cout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onsolas" panose="020B0609020204030204" pitchFamily="49" charset="0"/>
                <a:ea typeface="新宋体"/>
              </a:rPr>
              <a:t>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08080"/>
                </a:solidFill>
                <a:effectLst/>
                <a:highlight>
                  <a:srgbClr val="FFFFFF"/>
                </a:highlight>
                <a:uLnTx/>
                <a:uFillTx/>
                <a:latin typeface="Consolas" panose="020B0609020204030204" pitchFamily="49" charset="0"/>
                <a:ea typeface="新宋体"/>
              </a:rPr>
              <a:t>&lt;&lt;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onsolas" panose="020B0609020204030204" pitchFamily="49" charset="0"/>
                <a:ea typeface="新宋体"/>
              </a:rPr>
              <a:t> </a:t>
            </a:r>
            <a:r>
              <a:rPr kumimoji="0" lang="en-US" altLang="zh-CN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onsolas" panose="020B0609020204030204" pitchFamily="49" charset="0"/>
                <a:ea typeface="新宋体"/>
              </a:rPr>
              <a:t>line.getLen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onsolas" panose="020B0609020204030204" pitchFamily="49" charset="0"/>
                <a:ea typeface="新宋体"/>
              </a:rPr>
              <a:t>()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08080"/>
                </a:solidFill>
                <a:effectLst/>
                <a:highlight>
                  <a:srgbClr val="FFFFFF"/>
                </a:highlight>
                <a:uLnTx/>
                <a:uFillTx/>
                <a:latin typeface="Consolas" panose="020B0609020204030204" pitchFamily="49" charset="0"/>
                <a:ea typeface="新宋体"/>
              </a:rPr>
              <a:t>&lt;&lt;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onsolas" panose="020B0609020204030204" pitchFamily="49" charset="0"/>
                <a:ea typeface="新宋体"/>
              </a:rPr>
              <a:t> </a:t>
            </a:r>
            <a:r>
              <a:rPr kumimoji="0" lang="en-US" altLang="zh-CN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onsolas" panose="020B0609020204030204" pitchFamily="49" charset="0"/>
                <a:ea typeface="新宋体"/>
              </a:rPr>
              <a:t>endl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onsolas" panose="020B0609020204030204" pitchFamily="49" charset="0"/>
                <a:ea typeface="新宋体"/>
              </a:rPr>
              <a:t>;</a:t>
            </a:r>
          </a:p>
          <a:p>
            <a:pPr marL="352425" lvl="0">
              <a:defRPr/>
            </a:pPr>
            <a:r>
              <a:rPr kumimoji="0" lang="en-US" altLang="zh-CN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onsolas" panose="020B0609020204030204" pitchFamily="49" charset="0"/>
                <a:ea typeface="新宋体"/>
              </a:rPr>
              <a:t>cout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onsolas" panose="020B0609020204030204" pitchFamily="49" charset="0"/>
                <a:ea typeface="新宋体"/>
              </a:rPr>
              <a:t> &lt;&lt; </a:t>
            </a:r>
            <a:r>
              <a:rPr lang="en-US" altLang="zh-CN" sz="1400" dirty="0">
                <a:highlight>
                  <a:srgbClr val="FFFFFF"/>
                </a:highlight>
              </a:rPr>
              <a:t>"</a:t>
            </a:r>
            <a:r>
              <a:rPr lang="en-US" altLang="zh-CN" dirty="0">
                <a:highlight>
                  <a:srgbClr val="FFFFFF"/>
                </a:highlight>
              </a:rPr>
              <a:t>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onsolas" panose="020B0609020204030204" pitchFamily="49" charset="0"/>
                <a:ea typeface="新宋体"/>
              </a:rPr>
              <a:t>The length of line2 is : </a:t>
            </a:r>
            <a:r>
              <a:rPr lang="en-US" altLang="zh-CN" sz="1400" dirty="0">
                <a:highlight>
                  <a:srgbClr val="FFFFFF"/>
                </a:highlight>
              </a:rPr>
              <a:t>"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onsolas" panose="020B0609020204030204" pitchFamily="49" charset="0"/>
                <a:ea typeface="新宋体"/>
              </a:rPr>
              <a:t>;</a:t>
            </a:r>
          </a:p>
          <a:p>
            <a:pPr marL="352425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onsolas" panose="020B0609020204030204" pitchFamily="49" charset="0"/>
                <a:ea typeface="新宋体"/>
              </a:rPr>
              <a:t>cout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onsolas" panose="020B0609020204030204" pitchFamily="49" charset="0"/>
                <a:ea typeface="新宋体"/>
              </a:rPr>
              <a:t>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08080"/>
                </a:solidFill>
                <a:effectLst/>
                <a:highlight>
                  <a:srgbClr val="FFFFFF"/>
                </a:highlight>
                <a:uLnTx/>
                <a:uFillTx/>
                <a:latin typeface="Consolas" panose="020B0609020204030204" pitchFamily="49" charset="0"/>
                <a:ea typeface="新宋体"/>
              </a:rPr>
              <a:t>&lt;&lt;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onsolas" panose="020B0609020204030204" pitchFamily="49" charset="0"/>
                <a:ea typeface="新宋体"/>
              </a:rPr>
              <a:t> line2.getLen()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08080"/>
                </a:solidFill>
                <a:effectLst/>
                <a:highlight>
                  <a:srgbClr val="FFFFFF"/>
                </a:highlight>
                <a:uLnTx/>
                <a:uFillTx/>
                <a:latin typeface="Consolas" panose="020B0609020204030204" pitchFamily="49" charset="0"/>
                <a:ea typeface="新宋体"/>
              </a:rPr>
              <a:t>&lt;&lt;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onsolas" panose="020B0609020204030204" pitchFamily="49" charset="0"/>
                <a:ea typeface="新宋体"/>
              </a:rPr>
              <a:t> </a:t>
            </a:r>
            <a:r>
              <a:rPr kumimoji="0" lang="en-US" altLang="zh-CN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onsolas" panose="020B0609020204030204" pitchFamily="49" charset="0"/>
                <a:ea typeface="新宋体"/>
              </a:rPr>
              <a:t>endl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onsolas" panose="020B0609020204030204" pitchFamily="49" charset="0"/>
                <a:ea typeface="新宋体"/>
              </a:rPr>
              <a:t>;</a:t>
            </a:r>
          </a:p>
          <a:p>
            <a:pPr marL="352425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highlight>
                  <a:srgbClr val="FFFFFF"/>
                </a:highlight>
                <a:uLnTx/>
                <a:uFillTx/>
                <a:latin typeface="Consolas" panose="020B0609020204030204" pitchFamily="49" charset="0"/>
                <a:ea typeface="新宋体"/>
              </a:rPr>
              <a:t>return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onsolas" panose="020B0609020204030204" pitchFamily="49" charset="0"/>
                <a:ea typeface="新宋体"/>
              </a:rPr>
              <a:t> 0;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onsolas" panose="020B0609020204030204" pitchFamily="49" charset="0"/>
                <a:ea typeface="新宋体"/>
              </a:rPr>
              <a:t>}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nsolas" panose="020B0609020204030204" pitchFamily="49" charset="0"/>
              <a:ea typeface="华文楷体" panose="02010600040101010101" pitchFamily="2" charset="-122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611560" y="3356992"/>
            <a:ext cx="3882369" cy="1569660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mbria"/>
                <a:ea typeface="华文楷体" panose="02010600040101010101" pitchFamily="2" charset="-122"/>
                <a:cs typeface="+mn-cs"/>
              </a:rPr>
              <a:t>Calling constructor of Line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mbria"/>
                <a:ea typeface="华文楷体" panose="02010600040101010101" pitchFamily="2" charset="-122"/>
                <a:cs typeface="+mn-cs"/>
              </a:rPr>
              <a:t>Calling the copy constructor of Point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mbria"/>
                <a:ea typeface="华文楷体" panose="02010600040101010101" pitchFamily="2" charset="-122"/>
                <a:cs typeface="+mn-cs"/>
              </a:rPr>
              <a:t>Calling the copy constructor of Point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mbria"/>
                <a:ea typeface="华文楷体" panose="02010600040101010101" pitchFamily="2" charset="-122"/>
                <a:cs typeface="+mn-cs"/>
              </a:rPr>
              <a:t>Calling copy constructor of Line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mbria"/>
                <a:ea typeface="华文楷体" panose="02010600040101010101" pitchFamily="2" charset="-122"/>
                <a:cs typeface="+mn-cs"/>
              </a:rPr>
              <a:t>The length of line is : 5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mbria"/>
                <a:ea typeface="华文楷体" panose="02010600040101010101" pitchFamily="2" charset="-122"/>
                <a:cs typeface="+mn-cs"/>
              </a:rPr>
              <a:t>The length of line2 is : 5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mbria"/>
              <a:ea typeface="华文楷体" panose="0201060004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082525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4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9" name="Rectangle 2"/>
          <p:cNvSpPr>
            <a:spLocks noGrp="1" noChangeArrowheads="1"/>
          </p:cNvSpPr>
          <p:nvPr>
            <p:ph type="title"/>
          </p:nvPr>
        </p:nvSpPr>
        <p:spPr>
          <a:xfrm>
            <a:off x="539552" y="80628"/>
            <a:ext cx="7918648" cy="774576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zh-CN" altLang="en-US" dirty="0"/>
              <a:t>类的组合举例（二）：整体</a:t>
            </a:r>
            <a:r>
              <a:rPr lang="en-US" altLang="zh-CN" dirty="0"/>
              <a:t>-</a:t>
            </a:r>
            <a:r>
              <a:rPr lang="zh-CN" altLang="en-US" dirty="0"/>
              <a:t>部件</a:t>
            </a:r>
          </a:p>
        </p:txBody>
      </p:sp>
      <p:sp>
        <p:nvSpPr>
          <p:cNvPr id="55298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/>
            <a:fld id="{6BACF1D0-1ADC-4AF3-9CDF-27B821EFD55E}" type="slidenum">
              <a:rPr lang="en-US" altLang="zh-CN" sz="1400"/>
              <a:pPr eaLnBrk="1" hangingPunct="1"/>
              <a:t>15</a:t>
            </a:fld>
            <a:endParaRPr lang="en-US" altLang="zh-CN" sz="1400"/>
          </a:p>
        </p:txBody>
      </p:sp>
      <p:sp>
        <p:nvSpPr>
          <p:cNvPr id="4" name="矩形 3"/>
          <p:cNvSpPr/>
          <p:nvPr/>
        </p:nvSpPr>
        <p:spPr>
          <a:xfrm>
            <a:off x="143508" y="884905"/>
            <a:ext cx="2700300" cy="3477875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2000" dirty="0">
                <a:solidFill>
                  <a:srgbClr val="008000"/>
                </a:solidFill>
                <a:latin typeface="Consolas" panose="020B0609020204030204" pitchFamily="49" charset="0"/>
                <a:ea typeface="新宋体"/>
              </a:rPr>
              <a:t>//</a:t>
            </a:r>
            <a:r>
              <a:rPr lang="zh-CN" altLang="en-US" sz="2000" dirty="0">
                <a:solidFill>
                  <a:srgbClr val="008000"/>
                </a:solidFill>
                <a:latin typeface="Consolas" panose="020B0609020204030204" pitchFamily="49" charset="0"/>
                <a:ea typeface="新宋体"/>
              </a:rPr>
              <a:t>部件类</a:t>
            </a:r>
            <a:endParaRPr lang="zh-CN" altLang="en-US" sz="2000" dirty="0">
              <a:solidFill>
                <a:srgbClr val="000000"/>
              </a:solidFill>
              <a:latin typeface="Consolas" panose="020B0609020204030204" pitchFamily="49" charset="0"/>
              <a:ea typeface="新宋体"/>
            </a:endParaRPr>
          </a:p>
          <a:p>
            <a:r>
              <a:rPr lang="en-US" altLang="zh-CN" sz="2000" dirty="0">
                <a:solidFill>
                  <a:srgbClr val="0000FF"/>
                </a:solidFill>
                <a:latin typeface="Consolas" panose="020B0609020204030204" pitchFamily="49" charset="0"/>
                <a:ea typeface="新宋体"/>
              </a:rPr>
              <a:t>class</a:t>
            </a:r>
            <a:r>
              <a:rPr lang="en-US" altLang="zh-CN" sz="20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2000" dirty="0">
                <a:solidFill>
                  <a:srgbClr val="2B91AF"/>
                </a:solidFill>
                <a:latin typeface="Consolas" panose="020B0609020204030204" pitchFamily="49" charset="0"/>
                <a:ea typeface="新宋体"/>
              </a:rPr>
              <a:t>Part</a:t>
            </a:r>
            <a:endParaRPr lang="en-US" altLang="zh-CN" sz="2000" dirty="0">
              <a:solidFill>
                <a:srgbClr val="000000"/>
              </a:solidFill>
              <a:latin typeface="Consolas" panose="020B0609020204030204" pitchFamily="49" charset="0"/>
              <a:ea typeface="新宋体"/>
            </a:endParaRPr>
          </a:p>
          <a:p>
            <a:r>
              <a:rPr lang="en-US" altLang="zh-CN" sz="20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{</a:t>
            </a:r>
            <a:r>
              <a:rPr lang="en-US" altLang="zh-CN" sz="2000" dirty="0">
                <a:solidFill>
                  <a:srgbClr val="0000FF"/>
                </a:solidFill>
                <a:latin typeface="Consolas" panose="020B0609020204030204" pitchFamily="49" charset="0"/>
                <a:ea typeface="新宋体"/>
              </a:rPr>
              <a:t>public</a:t>
            </a:r>
            <a:r>
              <a:rPr lang="en-US" altLang="zh-CN" sz="20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:</a:t>
            </a:r>
          </a:p>
          <a:p>
            <a:pPr lvl="1"/>
            <a:r>
              <a:rPr lang="en-US" altLang="zh-CN" sz="20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Part();</a:t>
            </a:r>
          </a:p>
          <a:p>
            <a:pPr lvl="1"/>
            <a:r>
              <a:rPr lang="en-US" altLang="zh-CN" sz="20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Part(</a:t>
            </a:r>
            <a:r>
              <a:rPr lang="en-US" altLang="zh-CN" sz="2000" dirty="0" err="1">
                <a:solidFill>
                  <a:srgbClr val="0000FF"/>
                </a:solidFill>
                <a:latin typeface="Consolas" panose="020B0609020204030204" pitchFamily="49" charset="0"/>
                <a:ea typeface="新宋体"/>
              </a:rPr>
              <a:t>int</a:t>
            </a:r>
            <a:r>
              <a:rPr lang="en-US" altLang="zh-CN" sz="20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2000" dirty="0" err="1">
                <a:solidFill>
                  <a:srgbClr val="808080"/>
                </a:solidFill>
                <a:latin typeface="Consolas" panose="020B0609020204030204" pitchFamily="49" charset="0"/>
                <a:ea typeface="新宋体"/>
              </a:rPr>
              <a:t>i</a:t>
            </a:r>
            <a:r>
              <a:rPr lang="en-US" altLang="zh-CN" sz="20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);</a:t>
            </a:r>
          </a:p>
          <a:p>
            <a:pPr lvl="1"/>
            <a:r>
              <a:rPr lang="en-US" altLang="zh-CN" sz="20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~Part();</a:t>
            </a:r>
          </a:p>
          <a:p>
            <a:pPr lvl="1"/>
            <a:r>
              <a:rPr lang="en-US" altLang="zh-CN" sz="2000" dirty="0">
                <a:solidFill>
                  <a:srgbClr val="0000FF"/>
                </a:solidFill>
                <a:latin typeface="Consolas" panose="020B0609020204030204" pitchFamily="49" charset="0"/>
                <a:ea typeface="新宋体"/>
              </a:rPr>
              <a:t>void</a:t>
            </a:r>
            <a:r>
              <a:rPr lang="en-US" altLang="zh-CN" sz="20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 Print();</a:t>
            </a:r>
          </a:p>
          <a:p>
            <a:r>
              <a:rPr lang="en-US" altLang="zh-CN" sz="2000" dirty="0">
                <a:solidFill>
                  <a:srgbClr val="0000FF"/>
                </a:solidFill>
                <a:latin typeface="Consolas" panose="020B0609020204030204" pitchFamily="49" charset="0"/>
                <a:ea typeface="新宋体"/>
              </a:rPr>
              <a:t>private</a:t>
            </a:r>
            <a:r>
              <a:rPr lang="en-US" altLang="zh-CN" sz="20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:</a:t>
            </a:r>
          </a:p>
          <a:p>
            <a:r>
              <a:rPr lang="en-US" altLang="zh-CN" sz="2000" dirty="0">
                <a:solidFill>
                  <a:srgbClr val="0000FF"/>
                </a:solidFill>
                <a:latin typeface="Consolas" panose="020B0609020204030204" pitchFamily="49" charset="0"/>
                <a:ea typeface="新宋体"/>
              </a:rPr>
              <a:t>   </a:t>
            </a:r>
            <a:r>
              <a:rPr lang="en-US" altLang="zh-CN" sz="2000" dirty="0" err="1">
                <a:solidFill>
                  <a:srgbClr val="0000FF"/>
                </a:solidFill>
                <a:latin typeface="Consolas" panose="020B0609020204030204" pitchFamily="49" charset="0"/>
                <a:ea typeface="新宋体"/>
              </a:rPr>
              <a:t>int</a:t>
            </a:r>
            <a:r>
              <a:rPr lang="en-US" altLang="zh-CN" sz="20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2000" dirty="0" err="1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val</a:t>
            </a:r>
            <a:r>
              <a:rPr lang="en-US" altLang="zh-CN" sz="20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;</a:t>
            </a:r>
          </a:p>
          <a:p>
            <a:r>
              <a:rPr lang="en-US" altLang="zh-CN" sz="20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};</a:t>
            </a:r>
          </a:p>
          <a:p>
            <a:r>
              <a:rPr lang="en-US" altLang="zh-CN" sz="2000" dirty="0">
                <a:solidFill>
                  <a:srgbClr val="008000"/>
                </a:solidFill>
                <a:latin typeface="Consolas" panose="020B0609020204030204" pitchFamily="49" charset="0"/>
                <a:ea typeface="新宋体"/>
              </a:rPr>
              <a:t>//</a:t>
            </a:r>
            <a:r>
              <a:rPr lang="zh-CN" altLang="en-US" sz="2000" dirty="0">
                <a:solidFill>
                  <a:srgbClr val="008000"/>
                </a:solidFill>
                <a:latin typeface="Consolas" panose="020B0609020204030204" pitchFamily="49" charset="0"/>
                <a:ea typeface="新宋体"/>
              </a:rPr>
              <a:t>函数的实现略</a:t>
            </a:r>
            <a:endParaRPr lang="zh-CN" altLang="en-US" sz="2000" dirty="0">
              <a:solidFill>
                <a:srgbClr val="000000"/>
              </a:solidFill>
              <a:latin typeface="Consolas" panose="020B0609020204030204" pitchFamily="49" charset="0"/>
              <a:ea typeface="新宋体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2951820" y="884905"/>
            <a:ext cx="4428492" cy="3785652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2000" dirty="0">
                <a:solidFill>
                  <a:srgbClr val="008000"/>
                </a:solidFill>
                <a:latin typeface="Consolas" panose="020B0609020204030204" pitchFamily="49" charset="0"/>
                <a:ea typeface="新宋体"/>
              </a:rPr>
              <a:t>//</a:t>
            </a:r>
            <a:r>
              <a:rPr lang="zh-CN" altLang="en-US" sz="2000" dirty="0">
                <a:solidFill>
                  <a:srgbClr val="008000"/>
                </a:solidFill>
                <a:latin typeface="Consolas" panose="020B0609020204030204" pitchFamily="49" charset="0"/>
                <a:ea typeface="新宋体"/>
              </a:rPr>
              <a:t>整体类</a:t>
            </a:r>
            <a:endParaRPr lang="zh-CN" altLang="en-US" sz="2000" dirty="0">
              <a:solidFill>
                <a:srgbClr val="000000"/>
              </a:solidFill>
              <a:latin typeface="Consolas" panose="020B0609020204030204" pitchFamily="49" charset="0"/>
              <a:ea typeface="新宋体"/>
            </a:endParaRPr>
          </a:p>
          <a:p>
            <a:r>
              <a:rPr lang="en-US" altLang="zh-CN" sz="2000" dirty="0">
                <a:solidFill>
                  <a:srgbClr val="0000FF"/>
                </a:solidFill>
                <a:latin typeface="Consolas" panose="020B0609020204030204" pitchFamily="49" charset="0"/>
                <a:ea typeface="新宋体"/>
              </a:rPr>
              <a:t>class</a:t>
            </a:r>
            <a:r>
              <a:rPr lang="en-US" altLang="zh-CN" sz="20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2000" dirty="0">
                <a:solidFill>
                  <a:srgbClr val="2B91AF"/>
                </a:solidFill>
                <a:latin typeface="Consolas" panose="020B0609020204030204" pitchFamily="49" charset="0"/>
                <a:ea typeface="新宋体"/>
              </a:rPr>
              <a:t>Whole</a:t>
            </a:r>
            <a:endParaRPr lang="en-US" altLang="zh-CN" sz="2000" dirty="0">
              <a:solidFill>
                <a:srgbClr val="000000"/>
              </a:solidFill>
              <a:latin typeface="Consolas" panose="020B0609020204030204" pitchFamily="49" charset="0"/>
              <a:ea typeface="新宋体"/>
            </a:endParaRPr>
          </a:p>
          <a:p>
            <a:r>
              <a:rPr lang="en-US" altLang="zh-CN" sz="20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{</a:t>
            </a:r>
            <a:r>
              <a:rPr lang="en-US" altLang="zh-CN" sz="2000" dirty="0">
                <a:solidFill>
                  <a:srgbClr val="0000FF"/>
                </a:solidFill>
                <a:latin typeface="Consolas" panose="020B0609020204030204" pitchFamily="49" charset="0"/>
                <a:ea typeface="新宋体"/>
              </a:rPr>
              <a:t>public</a:t>
            </a:r>
            <a:r>
              <a:rPr lang="en-US" altLang="zh-CN" sz="20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:</a:t>
            </a:r>
          </a:p>
          <a:p>
            <a:pPr lvl="1"/>
            <a:r>
              <a:rPr lang="en-US" altLang="zh-CN" sz="20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Whole();</a:t>
            </a:r>
          </a:p>
          <a:p>
            <a:pPr lvl="1"/>
            <a:r>
              <a:rPr lang="sv-SE" altLang="zh-CN" sz="20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Whole(</a:t>
            </a:r>
            <a:r>
              <a:rPr lang="sv-SE" altLang="zh-CN" sz="2000" dirty="0">
                <a:solidFill>
                  <a:srgbClr val="0000FF"/>
                </a:solidFill>
                <a:latin typeface="Consolas" panose="020B0609020204030204" pitchFamily="49" charset="0"/>
                <a:ea typeface="新宋体"/>
              </a:rPr>
              <a:t>int</a:t>
            </a:r>
            <a:r>
              <a:rPr lang="sv-SE" altLang="zh-CN" sz="20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 </a:t>
            </a:r>
            <a:r>
              <a:rPr lang="sv-SE" altLang="zh-CN" sz="2000" dirty="0">
                <a:solidFill>
                  <a:srgbClr val="808080"/>
                </a:solidFill>
                <a:latin typeface="Consolas" panose="020B0609020204030204" pitchFamily="49" charset="0"/>
                <a:ea typeface="新宋体"/>
              </a:rPr>
              <a:t>i</a:t>
            </a:r>
            <a:r>
              <a:rPr lang="sv-SE" altLang="zh-CN" sz="20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,</a:t>
            </a:r>
            <a:r>
              <a:rPr lang="sv-SE" altLang="zh-CN" sz="2000" dirty="0">
                <a:solidFill>
                  <a:srgbClr val="0000FF"/>
                </a:solidFill>
                <a:latin typeface="Consolas" panose="020B0609020204030204" pitchFamily="49" charset="0"/>
                <a:ea typeface="新宋体"/>
              </a:rPr>
              <a:t>int</a:t>
            </a:r>
            <a:r>
              <a:rPr lang="sv-SE" altLang="zh-CN" sz="20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 </a:t>
            </a:r>
            <a:r>
              <a:rPr lang="sv-SE" altLang="zh-CN" sz="2000" dirty="0">
                <a:solidFill>
                  <a:srgbClr val="808080"/>
                </a:solidFill>
                <a:latin typeface="Consolas" panose="020B0609020204030204" pitchFamily="49" charset="0"/>
                <a:ea typeface="新宋体"/>
              </a:rPr>
              <a:t>j</a:t>
            </a:r>
            <a:r>
              <a:rPr lang="sv-SE" altLang="zh-CN" sz="20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,</a:t>
            </a:r>
            <a:r>
              <a:rPr lang="sv-SE" altLang="zh-CN" sz="2000" dirty="0">
                <a:solidFill>
                  <a:srgbClr val="0000FF"/>
                </a:solidFill>
                <a:latin typeface="Consolas" panose="020B0609020204030204" pitchFamily="49" charset="0"/>
                <a:ea typeface="新宋体"/>
              </a:rPr>
              <a:t>int</a:t>
            </a:r>
            <a:r>
              <a:rPr lang="sv-SE" altLang="zh-CN" sz="20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 </a:t>
            </a:r>
            <a:r>
              <a:rPr lang="sv-SE" altLang="zh-CN" sz="2000" dirty="0">
                <a:solidFill>
                  <a:srgbClr val="808080"/>
                </a:solidFill>
                <a:latin typeface="Consolas" panose="020B0609020204030204" pitchFamily="49" charset="0"/>
                <a:ea typeface="新宋体"/>
              </a:rPr>
              <a:t>k</a:t>
            </a:r>
            <a:r>
              <a:rPr lang="sv-SE" altLang="zh-CN" sz="20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);</a:t>
            </a:r>
          </a:p>
          <a:p>
            <a:pPr lvl="1"/>
            <a:r>
              <a:rPr lang="en-US" altLang="zh-CN" sz="20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~Whole();</a:t>
            </a:r>
          </a:p>
          <a:p>
            <a:pPr lvl="1"/>
            <a:r>
              <a:rPr lang="en-US" altLang="zh-CN" sz="2000" dirty="0">
                <a:solidFill>
                  <a:srgbClr val="0000FF"/>
                </a:solidFill>
                <a:latin typeface="Consolas" panose="020B0609020204030204" pitchFamily="49" charset="0"/>
                <a:ea typeface="新宋体"/>
              </a:rPr>
              <a:t>void</a:t>
            </a:r>
            <a:r>
              <a:rPr lang="en-US" altLang="zh-CN" sz="20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 Print();</a:t>
            </a:r>
          </a:p>
          <a:p>
            <a:r>
              <a:rPr lang="en-US" altLang="zh-CN" sz="2000" dirty="0">
                <a:solidFill>
                  <a:srgbClr val="0000FF"/>
                </a:solidFill>
                <a:latin typeface="Consolas" panose="020B0609020204030204" pitchFamily="49" charset="0"/>
                <a:ea typeface="新宋体"/>
              </a:rPr>
              <a:t>private</a:t>
            </a:r>
            <a:r>
              <a:rPr lang="en-US" altLang="zh-CN" sz="20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:</a:t>
            </a:r>
          </a:p>
          <a:p>
            <a:pPr lvl="1"/>
            <a:r>
              <a:rPr lang="en-US" altLang="zh-CN" sz="2000" dirty="0">
                <a:solidFill>
                  <a:srgbClr val="2B91AF"/>
                </a:solidFill>
                <a:latin typeface="Consolas" panose="020B0609020204030204" pitchFamily="49" charset="0"/>
                <a:ea typeface="新宋体"/>
              </a:rPr>
              <a:t>Part</a:t>
            </a:r>
            <a:r>
              <a:rPr lang="en-US" altLang="zh-CN" sz="20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 one;</a:t>
            </a:r>
          </a:p>
          <a:p>
            <a:pPr lvl="1"/>
            <a:r>
              <a:rPr lang="en-US" altLang="zh-CN" sz="2000" dirty="0">
                <a:solidFill>
                  <a:srgbClr val="2B91AF"/>
                </a:solidFill>
                <a:latin typeface="Consolas" panose="020B0609020204030204" pitchFamily="49" charset="0"/>
                <a:ea typeface="新宋体"/>
              </a:rPr>
              <a:t>Part</a:t>
            </a:r>
            <a:r>
              <a:rPr lang="en-US" altLang="zh-CN" sz="20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 two;</a:t>
            </a:r>
          </a:p>
          <a:p>
            <a:pPr lvl="1"/>
            <a:r>
              <a:rPr lang="en-US" altLang="zh-CN" sz="2000" dirty="0" err="1">
                <a:solidFill>
                  <a:srgbClr val="0000FF"/>
                </a:solidFill>
                <a:latin typeface="Consolas" panose="020B0609020204030204" pitchFamily="49" charset="0"/>
                <a:ea typeface="新宋体"/>
              </a:rPr>
              <a:t>int</a:t>
            </a:r>
            <a:r>
              <a:rPr lang="en-US" altLang="zh-CN" sz="20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 date;</a:t>
            </a:r>
          </a:p>
          <a:p>
            <a:r>
              <a:rPr lang="en-US" altLang="zh-CN" sz="20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};</a:t>
            </a:r>
            <a:endParaRPr lang="zh-CN" altLang="en-US" sz="2000" dirty="0">
              <a:latin typeface="Consolas" panose="020B0609020204030204" pitchFamily="49" charset="0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72008" y="5121188"/>
            <a:ext cx="9000492" cy="1323439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2000" dirty="0">
                <a:solidFill>
                  <a:srgbClr val="2B91AF"/>
                </a:solidFill>
                <a:latin typeface="Consolas" panose="020B0609020204030204" pitchFamily="49" charset="0"/>
                <a:ea typeface="新宋体"/>
              </a:rPr>
              <a:t>Whole</a:t>
            </a:r>
            <a:r>
              <a:rPr lang="en-US" altLang="zh-CN" sz="20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::Whole():date(</a:t>
            </a:r>
            <a:r>
              <a:rPr lang="en-US" altLang="zh-CN" sz="2000" dirty="0">
                <a:solidFill>
                  <a:srgbClr val="808080"/>
                </a:solidFill>
                <a:latin typeface="Consolas" panose="020B0609020204030204" pitchFamily="49" charset="0"/>
                <a:ea typeface="新宋体"/>
              </a:rPr>
              <a:t>0</a:t>
            </a:r>
            <a:r>
              <a:rPr lang="en-US" altLang="zh-CN" sz="20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){}</a:t>
            </a:r>
          </a:p>
          <a:p>
            <a:r>
              <a:rPr lang="en-US" altLang="zh-CN" sz="2000" dirty="0">
                <a:solidFill>
                  <a:srgbClr val="2B91AF"/>
                </a:solidFill>
                <a:latin typeface="Consolas" panose="020B0609020204030204" pitchFamily="49" charset="0"/>
                <a:ea typeface="新宋体"/>
              </a:rPr>
              <a:t>Whole</a:t>
            </a:r>
            <a:r>
              <a:rPr lang="en-US" altLang="zh-CN" sz="20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::Whole(</a:t>
            </a:r>
            <a:r>
              <a:rPr lang="en-US" altLang="zh-CN" sz="2000" dirty="0" err="1">
                <a:solidFill>
                  <a:srgbClr val="0000FF"/>
                </a:solidFill>
                <a:latin typeface="Consolas" panose="020B0609020204030204" pitchFamily="49" charset="0"/>
                <a:ea typeface="新宋体"/>
              </a:rPr>
              <a:t>int</a:t>
            </a:r>
            <a:r>
              <a:rPr lang="en-US" altLang="zh-CN" sz="20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2000" dirty="0" err="1">
                <a:solidFill>
                  <a:srgbClr val="808080"/>
                </a:solidFill>
                <a:latin typeface="Consolas" panose="020B0609020204030204" pitchFamily="49" charset="0"/>
                <a:ea typeface="新宋体"/>
              </a:rPr>
              <a:t>i</a:t>
            </a:r>
            <a:r>
              <a:rPr lang="en-US" altLang="zh-CN" sz="2000" dirty="0" err="1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,</a:t>
            </a:r>
            <a:r>
              <a:rPr lang="en-US" altLang="zh-CN" sz="2000" dirty="0" err="1">
                <a:solidFill>
                  <a:srgbClr val="0000FF"/>
                </a:solidFill>
                <a:latin typeface="Consolas" panose="020B0609020204030204" pitchFamily="49" charset="0"/>
                <a:ea typeface="新宋体"/>
              </a:rPr>
              <a:t>int</a:t>
            </a:r>
            <a:r>
              <a:rPr lang="en-US" altLang="zh-CN" sz="20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2000" dirty="0" err="1">
                <a:solidFill>
                  <a:srgbClr val="808080"/>
                </a:solidFill>
                <a:latin typeface="Consolas" panose="020B0609020204030204" pitchFamily="49" charset="0"/>
                <a:ea typeface="新宋体"/>
              </a:rPr>
              <a:t>j</a:t>
            </a:r>
            <a:r>
              <a:rPr lang="en-US" altLang="zh-CN" sz="2000" dirty="0" err="1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,</a:t>
            </a:r>
            <a:r>
              <a:rPr lang="en-US" altLang="zh-CN" sz="2000" dirty="0" err="1">
                <a:solidFill>
                  <a:srgbClr val="0000FF"/>
                </a:solidFill>
                <a:latin typeface="Consolas" panose="020B0609020204030204" pitchFamily="49" charset="0"/>
                <a:ea typeface="新宋体"/>
              </a:rPr>
              <a:t>int</a:t>
            </a:r>
            <a:r>
              <a:rPr lang="en-US" altLang="zh-CN" sz="20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2000" dirty="0">
                <a:solidFill>
                  <a:srgbClr val="808080"/>
                </a:solidFill>
                <a:latin typeface="Consolas" panose="020B0609020204030204" pitchFamily="49" charset="0"/>
                <a:ea typeface="新宋体"/>
              </a:rPr>
              <a:t>k</a:t>
            </a:r>
            <a:r>
              <a:rPr lang="en-US" altLang="zh-CN" sz="20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):two(</a:t>
            </a:r>
            <a:r>
              <a:rPr lang="en-US" altLang="zh-CN" sz="2000" dirty="0" err="1">
                <a:solidFill>
                  <a:srgbClr val="808080"/>
                </a:solidFill>
                <a:latin typeface="Consolas" panose="020B0609020204030204" pitchFamily="49" charset="0"/>
                <a:ea typeface="新宋体"/>
              </a:rPr>
              <a:t>i</a:t>
            </a:r>
            <a:r>
              <a:rPr lang="en-US" altLang="zh-CN" sz="20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),one(</a:t>
            </a:r>
            <a:r>
              <a:rPr lang="en-US" altLang="zh-CN" sz="2000" dirty="0">
                <a:solidFill>
                  <a:srgbClr val="808080"/>
                </a:solidFill>
                <a:latin typeface="Consolas" panose="020B0609020204030204" pitchFamily="49" charset="0"/>
                <a:ea typeface="新宋体"/>
              </a:rPr>
              <a:t>j</a:t>
            </a:r>
            <a:r>
              <a:rPr lang="en-US" altLang="zh-CN" sz="20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),date(</a:t>
            </a:r>
            <a:r>
              <a:rPr lang="en-US" altLang="zh-CN" sz="2000" dirty="0">
                <a:solidFill>
                  <a:srgbClr val="808080"/>
                </a:solidFill>
                <a:latin typeface="Consolas" panose="020B0609020204030204" pitchFamily="49" charset="0"/>
                <a:ea typeface="新宋体"/>
              </a:rPr>
              <a:t>k</a:t>
            </a:r>
            <a:r>
              <a:rPr lang="en-US" altLang="zh-CN" sz="20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){}</a:t>
            </a:r>
          </a:p>
          <a:p>
            <a:r>
              <a:rPr lang="en-US" altLang="zh-CN" sz="2000" dirty="0">
                <a:solidFill>
                  <a:srgbClr val="008000"/>
                </a:solidFill>
                <a:latin typeface="Consolas" panose="020B0609020204030204" pitchFamily="49" charset="0"/>
                <a:ea typeface="新宋体"/>
              </a:rPr>
              <a:t>//</a:t>
            </a:r>
            <a:r>
              <a:rPr lang="zh-CN" altLang="en-US" sz="2000" dirty="0">
                <a:solidFill>
                  <a:srgbClr val="008000"/>
                </a:solidFill>
                <a:latin typeface="Consolas" panose="020B0609020204030204" pitchFamily="49" charset="0"/>
                <a:ea typeface="新宋体"/>
              </a:rPr>
              <a:t>其他函数的实现略</a:t>
            </a:r>
            <a:endParaRPr lang="en-US" altLang="zh-CN" sz="2000" dirty="0">
              <a:solidFill>
                <a:srgbClr val="008000"/>
              </a:solidFill>
              <a:latin typeface="Consolas" panose="020B0609020204030204" pitchFamily="49" charset="0"/>
              <a:ea typeface="新宋体"/>
            </a:endParaRPr>
          </a:p>
          <a:p>
            <a:r>
              <a:rPr lang="zh-CN" altLang="en-US" sz="2000" dirty="0">
                <a:solidFill>
                  <a:srgbClr val="008000"/>
                </a:solidFill>
                <a:latin typeface="Consolas" panose="020B0609020204030204" pitchFamily="49" charset="0"/>
                <a:ea typeface="新宋体"/>
              </a:rPr>
              <a:t>请注意！先初始化</a:t>
            </a:r>
            <a:r>
              <a:rPr lang="en-US" altLang="zh-CN" sz="2000" dirty="0">
                <a:solidFill>
                  <a:srgbClr val="008000"/>
                </a:solidFill>
                <a:latin typeface="Consolas" panose="020B0609020204030204" pitchFamily="49" charset="0"/>
                <a:ea typeface="新宋体"/>
              </a:rPr>
              <a:t>one</a:t>
            </a:r>
            <a:r>
              <a:rPr lang="zh-CN" altLang="en-US" sz="2000" dirty="0">
                <a:solidFill>
                  <a:srgbClr val="008000"/>
                </a:solidFill>
                <a:latin typeface="Consolas" panose="020B0609020204030204" pitchFamily="49" charset="0"/>
                <a:ea typeface="新宋体"/>
              </a:rPr>
              <a:t>，再初始化</a:t>
            </a:r>
            <a:r>
              <a:rPr lang="en-US" altLang="zh-CN" sz="2000" dirty="0">
                <a:solidFill>
                  <a:srgbClr val="008000"/>
                </a:solidFill>
                <a:latin typeface="Consolas" panose="020B0609020204030204" pitchFamily="49" charset="0"/>
                <a:ea typeface="新宋体"/>
              </a:rPr>
              <a:t>two</a:t>
            </a:r>
            <a:r>
              <a:rPr lang="zh-CN" altLang="en-US" sz="2000" dirty="0">
                <a:solidFill>
                  <a:srgbClr val="008000"/>
                </a:solidFill>
                <a:latin typeface="Consolas" panose="020B0609020204030204" pitchFamily="49" charset="0"/>
                <a:ea typeface="新宋体"/>
              </a:rPr>
              <a:t>，与初始化列表顺序无关！</a:t>
            </a:r>
            <a:endParaRPr lang="zh-CN" altLang="en-US" sz="2000" dirty="0">
              <a:solidFill>
                <a:srgbClr val="000000"/>
              </a:solidFill>
              <a:latin typeface="Consolas" panose="020B0609020204030204" pitchFamily="49" charset="0"/>
              <a:ea typeface="新宋体"/>
            </a:endParaRPr>
          </a:p>
        </p:txBody>
      </p:sp>
      <p:grpSp>
        <p:nvGrpSpPr>
          <p:cNvPr id="12" name="组合 11"/>
          <p:cNvGrpSpPr/>
          <p:nvPr/>
        </p:nvGrpSpPr>
        <p:grpSpPr>
          <a:xfrm>
            <a:off x="2123728" y="3250164"/>
            <a:ext cx="6642484" cy="1980220"/>
            <a:chOff x="2447764" y="3717032"/>
            <a:chExt cx="6642484" cy="1980220"/>
          </a:xfrm>
        </p:grpSpPr>
        <p:sp>
          <p:nvSpPr>
            <p:cNvPr id="8" name="矩形 7"/>
            <p:cNvSpPr/>
            <p:nvPr/>
          </p:nvSpPr>
          <p:spPr>
            <a:xfrm>
              <a:off x="5652120" y="3717032"/>
              <a:ext cx="3438128" cy="941796"/>
            </a:xfrm>
            <a:prstGeom prst="rect">
              <a:avLst/>
            </a:prstGeom>
            <a:solidFill>
              <a:srgbClr val="FFFF00"/>
            </a:solidFill>
          </p:spPr>
          <p:txBody>
            <a:bodyPr wrap="square">
              <a:spAutoFit/>
            </a:bodyPr>
            <a:lstStyle/>
            <a:p>
              <a:pPr>
                <a:lnSpc>
                  <a:spcPct val="105000"/>
                </a:lnSpc>
                <a:spcBef>
                  <a:spcPct val="20000"/>
                </a:spcBef>
                <a:buClr>
                  <a:srgbClr val="477AB1"/>
                </a:buClr>
                <a:buSzPct val="50000"/>
                <a:defRPr/>
              </a:pPr>
              <a:r>
                <a:rPr lang="zh-CN" altLang="en-US" sz="2400" dirty="0">
                  <a:solidFill>
                    <a:prstClr val="black"/>
                  </a:solidFill>
                </a:rPr>
                <a:t>调用无参构造函数</a:t>
              </a:r>
              <a:r>
                <a:rPr lang="en-US" altLang="zh-CN" sz="2400" dirty="0">
                  <a:solidFill>
                    <a:srgbClr val="000000"/>
                  </a:solidFill>
                  <a:latin typeface="新宋体"/>
                  <a:ea typeface="新宋体"/>
                </a:rPr>
                <a:t>Part()</a:t>
              </a:r>
            </a:p>
            <a:p>
              <a:pPr>
                <a:lnSpc>
                  <a:spcPct val="105000"/>
                </a:lnSpc>
                <a:spcBef>
                  <a:spcPct val="20000"/>
                </a:spcBef>
                <a:buClr>
                  <a:srgbClr val="477AB1"/>
                </a:buClr>
                <a:buSzPct val="50000"/>
                <a:defRPr/>
              </a:pPr>
              <a:r>
                <a:rPr lang="zh-CN" altLang="en-US" sz="2400" dirty="0">
                  <a:solidFill>
                    <a:prstClr val="black"/>
                  </a:solidFill>
                </a:rPr>
                <a:t>构造子对象</a:t>
              </a:r>
              <a:r>
                <a:rPr lang="en-US" altLang="zh-CN" sz="2400" dirty="0">
                  <a:solidFill>
                    <a:srgbClr val="000000"/>
                  </a:solidFill>
                  <a:latin typeface="新宋体"/>
                  <a:ea typeface="新宋体"/>
                </a:rPr>
                <a:t>one</a:t>
              </a:r>
              <a:r>
                <a:rPr lang="zh-CN" altLang="en-US" sz="2400" dirty="0">
                  <a:solidFill>
                    <a:srgbClr val="000000"/>
                  </a:solidFill>
                  <a:latin typeface="新宋体"/>
                  <a:ea typeface="新宋体"/>
                </a:rPr>
                <a:t>、</a:t>
              </a:r>
              <a:r>
                <a:rPr lang="en-US" altLang="zh-CN" sz="2400" dirty="0">
                  <a:solidFill>
                    <a:srgbClr val="000000"/>
                  </a:solidFill>
                  <a:latin typeface="新宋体"/>
                  <a:ea typeface="新宋体"/>
                </a:rPr>
                <a:t>two</a:t>
              </a:r>
              <a:endParaRPr lang="en-US" altLang="zh-CN" sz="2400" dirty="0">
                <a:solidFill>
                  <a:prstClr val="black"/>
                </a:solidFill>
              </a:endParaRPr>
            </a:p>
          </p:txBody>
        </p:sp>
        <p:cxnSp>
          <p:nvCxnSpPr>
            <p:cNvPr id="11" name="直接箭头连接符 10"/>
            <p:cNvCxnSpPr/>
            <p:nvPr/>
          </p:nvCxnSpPr>
          <p:spPr>
            <a:xfrm flipH="1">
              <a:off x="2447764" y="4658828"/>
              <a:ext cx="3240360" cy="1038424"/>
            </a:xfrm>
            <a:prstGeom prst="straightConnector1">
              <a:avLst/>
            </a:prstGeom>
            <a:ln w="38100">
              <a:solidFill>
                <a:srgbClr val="FFC000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圆角矩形 1"/>
          <p:cNvSpPr/>
          <p:nvPr/>
        </p:nvSpPr>
        <p:spPr>
          <a:xfrm>
            <a:off x="575556" y="1844824"/>
            <a:ext cx="1188132" cy="324036"/>
          </a:xfrm>
          <a:prstGeom prst="roundRect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圆角矩形 13"/>
          <p:cNvSpPr/>
          <p:nvPr/>
        </p:nvSpPr>
        <p:spPr>
          <a:xfrm>
            <a:off x="611560" y="2204864"/>
            <a:ext cx="1836204" cy="252028"/>
          </a:xfrm>
          <a:prstGeom prst="roundRect">
            <a:avLst/>
          </a:prstGeom>
          <a:noFill/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0" name="组合 9"/>
          <p:cNvGrpSpPr/>
          <p:nvPr/>
        </p:nvGrpSpPr>
        <p:grpSpPr>
          <a:xfrm>
            <a:off x="4608004" y="4293096"/>
            <a:ext cx="4518248" cy="1512168"/>
            <a:chOff x="4608004" y="4293096"/>
            <a:chExt cx="4518248" cy="1512168"/>
          </a:xfrm>
        </p:grpSpPr>
        <p:grpSp>
          <p:nvGrpSpPr>
            <p:cNvPr id="17" name="组合 16"/>
            <p:cNvGrpSpPr/>
            <p:nvPr/>
          </p:nvGrpSpPr>
          <p:grpSpPr>
            <a:xfrm>
              <a:off x="5166066" y="4293096"/>
              <a:ext cx="3960186" cy="1224136"/>
              <a:chOff x="5130062" y="3717032"/>
              <a:chExt cx="3960186" cy="1224136"/>
            </a:xfrm>
          </p:grpSpPr>
          <p:sp>
            <p:nvSpPr>
              <p:cNvPr id="18" name="矩形 17"/>
              <p:cNvSpPr/>
              <p:nvPr/>
            </p:nvSpPr>
            <p:spPr>
              <a:xfrm>
                <a:off x="5130062" y="3717032"/>
                <a:ext cx="3960186" cy="941796"/>
              </a:xfrm>
              <a:prstGeom prst="rect">
                <a:avLst/>
              </a:prstGeom>
              <a:solidFill>
                <a:srgbClr val="92D050"/>
              </a:solidFill>
            </p:spPr>
            <p:txBody>
              <a:bodyPr wrap="square">
                <a:spAutoFit/>
              </a:bodyPr>
              <a:lstStyle/>
              <a:p>
                <a:pPr>
                  <a:lnSpc>
                    <a:spcPct val="105000"/>
                  </a:lnSpc>
                  <a:spcBef>
                    <a:spcPct val="20000"/>
                  </a:spcBef>
                  <a:buClr>
                    <a:srgbClr val="477AB1"/>
                  </a:buClr>
                  <a:buSzPct val="50000"/>
                  <a:defRPr/>
                </a:pPr>
                <a:r>
                  <a:rPr lang="zh-CN" altLang="en-US" sz="2400" dirty="0">
                    <a:solidFill>
                      <a:prstClr val="black"/>
                    </a:solidFill>
                  </a:rPr>
                  <a:t>调用有参构造函数</a:t>
                </a:r>
                <a:r>
                  <a:rPr lang="en-US" altLang="zh-CN" sz="2400" dirty="0">
                    <a:solidFill>
                      <a:srgbClr val="000000"/>
                    </a:solidFill>
                    <a:latin typeface="新宋体"/>
                    <a:ea typeface="新宋体"/>
                  </a:rPr>
                  <a:t>Part(</a:t>
                </a:r>
                <a:r>
                  <a:rPr lang="en-US" altLang="zh-CN" sz="2400" dirty="0" err="1">
                    <a:solidFill>
                      <a:srgbClr val="000000"/>
                    </a:solidFill>
                    <a:latin typeface="新宋体"/>
                    <a:ea typeface="新宋体"/>
                  </a:rPr>
                  <a:t>int</a:t>
                </a:r>
                <a:r>
                  <a:rPr lang="en-US" altLang="zh-CN" sz="2400" dirty="0">
                    <a:solidFill>
                      <a:srgbClr val="000000"/>
                    </a:solidFill>
                    <a:latin typeface="新宋体"/>
                    <a:ea typeface="新宋体"/>
                  </a:rPr>
                  <a:t>)</a:t>
                </a:r>
              </a:p>
              <a:p>
                <a:pPr>
                  <a:lnSpc>
                    <a:spcPct val="105000"/>
                  </a:lnSpc>
                  <a:spcBef>
                    <a:spcPct val="20000"/>
                  </a:spcBef>
                  <a:buClr>
                    <a:srgbClr val="477AB1"/>
                  </a:buClr>
                  <a:buSzPct val="50000"/>
                  <a:defRPr/>
                </a:pPr>
                <a:r>
                  <a:rPr lang="zh-CN" altLang="en-US" sz="2400" dirty="0">
                    <a:solidFill>
                      <a:prstClr val="black"/>
                    </a:solidFill>
                  </a:rPr>
                  <a:t>构造子对象</a:t>
                </a:r>
                <a:r>
                  <a:rPr lang="en-US" altLang="zh-CN" sz="2400" dirty="0">
                    <a:solidFill>
                      <a:srgbClr val="000000"/>
                    </a:solidFill>
                    <a:latin typeface="新宋体"/>
                    <a:ea typeface="新宋体"/>
                  </a:rPr>
                  <a:t>one</a:t>
                </a:r>
                <a:r>
                  <a:rPr lang="zh-CN" altLang="en-US" sz="2400" dirty="0">
                    <a:solidFill>
                      <a:srgbClr val="000000"/>
                    </a:solidFill>
                    <a:latin typeface="新宋体"/>
                    <a:ea typeface="新宋体"/>
                  </a:rPr>
                  <a:t>、</a:t>
                </a:r>
                <a:r>
                  <a:rPr lang="en-US" altLang="zh-CN" sz="2400" dirty="0">
                    <a:solidFill>
                      <a:srgbClr val="000000"/>
                    </a:solidFill>
                    <a:latin typeface="新宋体"/>
                    <a:ea typeface="新宋体"/>
                  </a:rPr>
                  <a:t>two</a:t>
                </a:r>
                <a:endParaRPr lang="en-US" altLang="zh-CN" sz="2400" dirty="0">
                  <a:solidFill>
                    <a:prstClr val="black"/>
                  </a:solidFill>
                </a:endParaRPr>
              </a:p>
            </p:txBody>
          </p:sp>
          <p:cxnSp>
            <p:nvCxnSpPr>
              <p:cNvPr id="19" name="直接箭头连接符 18"/>
              <p:cNvCxnSpPr/>
              <p:nvPr/>
            </p:nvCxnSpPr>
            <p:spPr>
              <a:xfrm flipH="1">
                <a:off x="5130062" y="4658828"/>
                <a:ext cx="891035" cy="282340"/>
              </a:xfrm>
              <a:prstGeom prst="straightConnector1">
                <a:avLst/>
              </a:prstGeom>
              <a:ln w="38100">
                <a:solidFill>
                  <a:srgbClr val="92D050"/>
                </a:solidFill>
                <a:tailEnd type="stealth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0" name="圆角矩形 19"/>
            <p:cNvSpPr/>
            <p:nvPr/>
          </p:nvSpPr>
          <p:spPr>
            <a:xfrm>
              <a:off x="4608004" y="5481228"/>
              <a:ext cx="1836204" cy="324036"/>
            </a:xfrm>
            <a:prstGeom prst="roundRect">
              <a:avLst/>
            </a:prstGeom>
            <a:noFill/>
            <a:ln>
              <a:solidFill>
                <a:srgbClr val="92D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1528863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  <p:bldP spid="7" grpId="0" animBg="1"/>
      <p:bldP spid="2" grpId="0" animBg="1"/>
      <p:bldP spid="14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108012" y="1135666"/>
            <a:ext cx="3635896" cy="5047536"/>
          </a:xfrm>
          <a:prstGeom prst="rect">
            <a:avLst/>
          </a:prstGeom>
          <a:solidFill>
            <a:schemeClr val="bg1"/>
          </a:solidFill>
          <a:ln>
            <a:solidFill>
              <a:schemeClr val="bg2">
                <a:lumMod val="2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400" dirty="0">
                <a:solidFill>
                  <a:srgbClr val="808080"/>
                </a:solidFill>
                <a:latin typeface="Consolas" panose="020B0609020204030204" pitchFamily="49" charset="0"/>
                <a:ea typeface="新宋体"/>
              </a:rPr>
              <a:t>#include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1400" dirty="0">
                <a:solidFill>
                  <a:srgbClr val="A31515"/>
                </a:solidFill>
                <a:latin typeface="Consolas" panose="020B0609020204030204" pitchFamily="49" charset="0"/>
                <a:ea typeface="新宋体"/>
              </a:rPr>
              <a:t>&lt;iostream&gt;</a:t>
            </a:r>
          </a:p>
          <a:p>
            <a:r>
              <a:rPr lang="en-US" altLang="zh-CN" sz="1400" dirty="0">
                <a:solidFill>
                  <a:srgbClr val="808080"/>
                </a:solidFill>
                <a:latin typeface="Consolas" panose="020B0609020204030204" pitchFamily="49" charset="0"/>
                <a:ea typeface="新宋体"/>
              </a:rPr>
              <a:t>#include </a:t>
            </a:r>
            <a:r>
              <a:rPr lang="en-US" altLang="zh-CN" sz="1400" dirty="0">
                <a:solidFill>
                  <a:srgbClr val="A31515"/>
                </a:solidFill>
                <a:latin typeface="Consolas" panose="020B0609020204030204" pitchFamily="49" charset="0"/>
                <a:ea typeface="新宋体"/>
              </a:rPr>
              <a:t>&lt;</a:t>
            </a:r>
            <a:r>
              <a:rPr lang="en-US" altLang="zh-CN" sz="1400" dirty="0" err="1">
                <a:solidFill>
                  <a:srgbClr val="A31515"/>
                </a:solidFill>
                <a:latin typeface="Consolas" panose="020B0609020204030204" pitchFamily="49" charset="0"/>
                <a:ea typeface="新宋体"/>
              </a:rPr>
              <a:t>cmath</a:t>
            </a:r>
            <a:r>
              <a:rPr lang="en-US" altLang="zh-CN" sz="1400" dirty="0">
                <a:solidFill>
                  <a:srgbClr val="A31515"/>
                </a:solidFill>
                <a:latin typeface="Consolas" panose="020B0609020204030204" pitchFamily="49" charset="0"/>
                <a:ea typeface="新宋体"/>
              </a:rPr>
              <a:t>&gt;</a:t>
            </a:r>
            <a:endParaRPr lang="en-US" altLang="zh-CN" sz="1400" dirty="0">
              <a:solidFill>
                <a:srgbClr val="000000"/>
              </a:solidFill>
              <a:latin typeface="Consolas" panose="020B0609020204030204" pitchFamily="49" charset="0"/>
              <a:ea typeface="新宋体"/>
            </a:endParaRPr>
          </a:p>
          <a:p>
            <a:r>
              <a:rPr lang="en-US" altLang="zh-CN" sz="1400" dirty="0">
                <a:solidFill>
                  <a:srgbClr val="0000FF"/>
                </a:solidFill>
                <a:latin typeface="Consolas" panose="020B0609020204030204" pitchFamily="49" charset="0"/>
                <a:ea typeface="新宋体"/>
              </a:rPr>
              <a:t>using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1400" dirty="0">
                <a:solidFill>
                  <a:srgbClr val="0000FF"/>
                </a:solidFill>
                <a:latin typeface="Consolas" panose="020B0609020204030204" pitchFamily="49" charset="0"/>
                <a:ea typeface="新宋体"/>
              </a:rPr>
              <a:t>namespace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1400" dirty="0" err="1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std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;</a:t>
            </a:r>
          </a:p>
          <a:p>
            <a:r>
              <a:rPr lang="en-US" altLang="zh-CN" sz="1400" dirty="0">
                <a:solidFill>
                  <a:srgbClr val="0000FF"/>
                </a:solidFill>
                <a:latin typeface="Consolas" panose="020B0609020204030204" pitchFamily="49" charset="0"/>
                <a:ea typeface="新宋体"/>
              </a:rPr>
              <a:t>class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1400" dirty="0">
                <a:solidFill>
                  <a:srgbClr val="2B91AF"/>
                </a:solidFill>
                <a:latin typeface="Consolas" panose="020B0609020204030204" pitchFamily="49" charset="0"/>
                <a:ea typeface="新宋体"/>
              </a:rPr>
              <a:t>Point</a:t>
            </a:r>
            <a:endParaRPr lang="en-US" altLang="zh-CN" sz="1400" dirty="0">
              <a:solidFill>
                <a:srgbClr val="000000"/>
              </a:solidFill>
              <a:latin typeface="Consolas" panose="020B0609020204030204" pitchFamily="49" charset="0"/>
              <a:ea typeface="新宋体"/>
            </a:endParaRPr>
          </a:p>
          <a:p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{</a:t>
            </a:r>
            <a:r>
              <a:rPr lang="en-US" altLang="zh-CN" sz="1400" dirty="0">
                <a:solidFill>
                  <a:srgbClr val="0000FF"/>
                </a:solidFill>
                <a:latin typeface="Consolas" panose="020B0609020204030204" pitchFamily="49" charset="0"/>
                <a:ea typeface="新宋体"/>
              </a:rPr>
              <a:t>private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:</a:t>
            </a:r>
          </a:p>
          <a:p>
            <a:pPr marL="355600"/>
            <a:r>
              <a:rPr lang="en-US" altLang="zh-CN" sz="1400" dirty="0">
                <a:solidFill>
                  <a:srgbClr val="0000FF"/>
                </a:solidFill>
                <a:latin typeface="Consolas" panose="020B0609020204030204" pitchFamily="49" charset="0"/>
                <a:ea typeface="新宋体"/>
              </a:rPr>
              <a:t>int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 _x, _y;</a:t>
            </a:r>
          </a:p>
          <a:p>
            <a:r>
              <a:rPr lang="en-US" altLang="zh-CN" sz="1400" dirty="0">
                <a:solidFill>
                  <a:srgbClr val="0000FF"/>
                </a:solidFill>
                <a:latin typeface="Consolas" panose="020B0609020204030204" pitchFamily="49" charset="0"/>
                <a:ea typeface="新宋体"/>
              </a:rPr>
              <a:t>public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:</a:t>
            </a:r>
          </a:p>
          <a:p>
            <a:pPr marL="355600"/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Point(</a:t>
            </a:r>
            <a:r>
              <a:rPr lang="en-US" altLang="zh-CN" sz="1400" dirty="0">
                <a:solidFill>
                  <a:srgbClr val="0000FF"/>
                </a:solidFill>
                <a:latin typeface="Consolas" panose="020B0609020204030204" pitchFamily="49" charset="0"/>
                <a:ea typeface="新宋体"/>
              </a:rPr>
              <a:t>int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1400" dirty="0">
                <a:solidFill>
                  <a:srgbClr val="808080"/>
                </a:solidFill>
                <a:latin typeface="Consolas" panose="020B0609020204030204" pitchFamily="49" charset="0"/>
                <a:ea typeface="新宋体"/>
              </a:rPr>
              <a:t>x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 = 0, </a:t>
            </a:r>
            <a:r>
              <a:rPr lang="en-US" altLang="zh-CN" sz="1400" dirty="0">
                <a:solidFill>
                  <a:srgbClr val="0000FF"/>
                </a:solidFill>
                <a:latin typeface="Consolas" panose="020B0609020204030204" pitchFamily="49" charset="0"/>
                <a:ea typeface="新宋体"/>
              </a:rPr>
              <a:t>int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1400" dirty="0">
                <a:solidFill>
                  <a:srgbClr val="808080"/>
                </a:solidFill>
                <a:latin typeface="Consolas" panose="020B0609020204030204" pitchFamily="49" charset="0"/>
                <a:ea typeface="新宋体"/>
              </a:rPr>
              <a:t>y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 = 0);</a:t>
            </a:r>
          </a:p>
          <a:p>
            <a:pPr marL="355600"/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Point(</a:t>
            </a:r>
            <a:r>
              <a:rPr lang="en-US" altLang="zh-CN" sz="1400" dirty="0">
                <a:solidFill>
                  <a:srgbClr val="0000FF"/>
                </a:solidFill>
                <a:latin typeface="Consolas" panose="020B0609020204030204" pitchFamily="49" charset="0"/>
                <a:ea typeface="新宋体"/>
              </a:rPr>
              <a:t>const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1400" dirty="0">
                <a:solidFill>
                  <a:srgbClr val="2B91AF"/>
                </a:solidFill>
                <a:latin typeface="Consolas" panose="020B0609020204030204" pitchFamily="49" charset="0"/>
                <a:ea typeface="新宋体"/>
              </a:rPr>
              <a:t>Point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&amp; </a:t>
            </a:r>
            <a:r>
              <a:rPr lang="en-US" altLang="zh-CN" sz="1400" dirty="0">
                <a:solidFill>
                  <a:srgbClr val="808080"/>
                </a:solidFill>
                <a:latin typeface="Consolas" panose="020B0609020204030204" pitchFamily="49" charset="0"/>
                <a:ea typeface="新宋体"/>
              </a:rPr>
              <a:t>p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);</a:t>
            </a:r>
          </a:p>
          <a:p>
            <a:pPr marL="355600"/>
            <a:r>
              <a:rPr lang="en-US" altLang="zh-CN" sz="1400" dirty="0">
                <a:solidFill>
                  <a:srgbClr val="0000FF"/>
                </a:solidFill>
                <a:latin typeface="Consolas" panose="020B0609020204030204" pitchFamily="49" charset="0"/>
                <a:ea typeface="新宋体"/>
              </a:rPr>
              <a:t>int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1400" dirty="0" err="1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getX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() </a:t>
            </a:r>
            <a:r>
              <a:rPr lang="en-US" altLang="zh-CN" sz="1400" dirty="0">
                <a:solidFill>
                  <a:srgbClr val="0000FF"/>
                </a:solidFill>
                <a:latin typeface="Consolas" panose="020B0609020204030204" pitchFamily="49" charset="0"/>
                <a:ea typeface="新宋体"/>
              </a:rPr>
              <a:t>const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;</a:t>
            </a:r>
          </a:p>
          <a:p>
            <a:pPr marL="355600"/>
            <a:r>
              <a:rPr lang="en-US" altLang="zh-CN" sz="1400" dirty="0">
                <a:solidFill>
                  <a:srgbClr val="0000FF"/>
                </a:solidFill>
                <a:latin typeface="Consolas" panose="020B0609020204030204" pitchFamily="49" charset="0"/>
                <a:ea typeface="新宋体"/>
              </a:rPr>
              <a:t>int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1400" dirty="0" err="1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getY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() </a:t>
            </a:r>
            <a:r>
              <a:rPr lang="en-US" altLang="zh-CN" sz="1400" dirty="0">
                <a:solidFill>
                  <a:srgbClr val="0000FF"/>
                </a:solidFill>
                <a:latin typeface="Consolas" panose="020B0609020204030204" pitchFamily="49" charset="0"/>
                <a:ea typeface="新宋体"/>
              </a:rPr>
              <a:t>const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;</a:t>
            </a:r>
          </a:p>
          <a:p>
            <a:pPr marL="355600"/>
            <a:r>
              <a:rPr lang="en-US" altLang="zh-CN" sz="1400" dirty="0">
                <a:solidFill>
                  <a:srgbClr val="0000FF"/>
                </a:solidFill>
                <a:latin typeface="Consolas" panose="020B0609020204030204" pitchFamily="49" charset="0"/>
                <a:ea typeface="新宋体"/>
              </a:rPr>
              <a:t>void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1400" dirty="0" err="1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setX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(</a:t>
            </a:r>
            <a:r>
              <a:rPr lang="en-US" altLang="zh-CN" sz="1400" dirty="0">
                <a:solidFill>
                  <a:srgbClr val="0000FF"/>
                </a:solidFill>
                <a:latin typeface="Consolas" panose="020B0609020204030204" pitchFamily="49" charset="0"/>
                <a:ea typeface="新宋体"/>
              </a:rPr>
              <a:t>int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1400" dirty="0">
                <a:solidFill>
                  <a:srgbClr val="808080"/>
                </a:solidFill>
                <a:latin typeface="Consolas" panose="020B0609020204030204" pitchFamily="49" charset="0"/>
                <a:ea typeface="新宋体"/>
              </a:rPr>
              <a:t>x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);</a:t>
            </a:r>
          </a:p>
          <a:p>
            <a:pPr marL="355600"/>
            <a:r>
              <a:rPr lang="en-US" altLang="zh-CN" sz="1400" dirty="0">
                <a:solidFill>
                  <a:srgbClr val="0000FF"/>
                </a:solidFill>
                <a:latin typeface="Consolas" panose="020B0609020204030204" pitchFamily="49" charset="0"/>
                <a:ea typeface="新宋体"/>
              </a:rPr>
              <a:t>void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1400" dirty="0" err="1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setY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(</a:t>
            </a:r>
            <a:r>
              <a:rPr lang="en-US" altLang="zh-CN" sz="1400" dirty="0">
                <a:solidFill>
                  <a:srgbClr val="0000FF"/>
                </a:solidFill>
                <a:latin typeface="Consolas" panose="020B0609020204030204" pitchFamily="49" charset="0"/>
                <a:ea typeface="新宋体"/>
              </a:rPr>
              <a:t>int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1400" dirty="0">
                <a:solidFill>
                  <a:srgbClr val="808080"/>
                </a:solidFill>
                <a:latin typeface="Consolas" panose="020B0609020204030204" pitchFamily="49" charset="0"/>
                <a:ea typeface="新宋体"/>
              </a:rPr>
              <a:t>y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);</a:t>
            </a:r>
          </a:p>
          <a:p>
            <a:pPr marL="355600"/>
            <a:r>
              <a:rPr lang="en-US" altLang="zh-CN" sz="1400" dirty="0">
                <a:solidFill>
                  <a:srgbClr val="0000FF"/>
                </a:solidFill>
                <a:latin typeface="Consolas" panose="020B0609020204030204" pitchFamily="49" charset="0"/>
                <a:ea typeface="新宋体"/>
              </a:rPr>
              <a:t>void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 show() </a:t>
            </a:r>
            <a:r>
              <a:rPr lang="en-US" altLang="zh-CN" sz="1400" dirty="0">
                <a:solidFill>
                  <a:srgbClr val="0000FF"/>
                </a:solidFill>
                <a:latin typeface="Consolas" panose="020B0609020204030204" pitchFamily="49" charset="0"/>
                <a:ea typeface="新宋体"/>
              </a:rPr>
              <a:t>const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;</a:t>
            </a:r>
          </a:p>
          <a:p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};</a:t>
            </a:r>
          </a:p>
          <a:p>
            <a:r>
              <a:rPr lang="fr-FR" altLang="zh-CN" sz="1400" dirty="0">
                <a:solidFill>
                  <a:srgbClr val="2B91AF"/>
                </a:solidFill>
                <a:latin typeface="Consolas" panose="020B0609020204030204" pitchFamily="49" charset="0"/>
                <a:ea typeface="新宋体"/>
              </a:rPr>
              <a:t>Point</a:t>
            </a:r>
            <a:r>
              <a:rPr lang="fr-FR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::Point(</a:t>
            </a:r>
            <a:r>
              <a:rPr lang="fr-FR" altLang="zh-CN" sz="1400" dirty="0">
                <a:solidFill>
                  <a:srgbClr val="0000FF"/>
                </a:solidFill>
                <a:latin typeface="Consolas" panose="020B0609020204030204" pitchFamily="49" charset="0"/>
                <a:ea typeface="新宋体"/>
              </a:rPr>
              <a:t>int</a:t>
            </a:r>
            <a:r>
              <a:rPr lang="fr-FR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 </a:t>
            </a:r>
            <a:r>
              <a:rPr lang="fr-FR" altLang="zh-CN" sz="1400" dirty="0">
                <a:solidFill>
                  <a:srgbClr val="808080"/>
                </a:solidFill>
                <a:latin typeface="Consolas" panose="020B0609020204030204" pitchFamily="49" charset="0"/>
                <a:ea typeface="新宋体"/>
              </a:rPr>
              <a:t>x</a:t>
            </a:r>
            <a:r>
              <a:rPr lang="fr-FR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, </a:t>
            </a:r>
            <a:r>
              <a:rPr lang="fr-FR" altLang="zh-CN" sz="1400" dirty="0">
                <a:solidFill>
                  <a:srgbClr val="0000FF"/>
                </a:solidFill>
                <a:latin typeface="Consolas" panose="020B0609020204030204" pitchFamily="49" charset="0"/>
                <a:ea typeface="新宋体"/>
              </a:rPr>
              <a:t>int</a:t>
            </a:r>
            <a:r>
              <a:rPr lang="fr-FR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 </a:t>
            </a:r>
            <a:r>
              <a:rPr lang="fr-FR" altLang="zh-CN" sz="1400" dirty="0">
                <a:solidFill>
                  <a:srgbClr val="808080"/>
                </a:solidFill>
                <a:latin typeface="Consolas" panose="020B0609020204030204" pitchFamily="49" charset="0"/>
                <a:ea typeface="新宋体"/>
              </a:rPr>
              <a:t>y</a:t>
            </a:r>
            <a:r>
              <a:rPr lang="fr-FR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)</a:t>
            </a:r>
          </a:p>
          <a:p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{  _x = </a:t>
            </a:r>
            <a:r>
              <a:rPr lang="en-US" altLang="zh-CN" sz="1400" dirty="0">
                <a:solidFill>
                  <a:srgbClr val="808080"/>
                </a:solidFill>
                <a:latin typeface="Consolas" panose="020B0609020204030204" pitchFamily="49" charset="0"/>
                <a:ea typeface="新宋体"/>
              </a:rPr>
              <a:t>x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;</a:t>
            </a:r>
          </a:p>
          <a:p>
            <a:pPr marL="355600"/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_y = </a:t>
            </a:r>
            <a:r>
              <a:rPr lang="en-US" altLang="zh-CN" sz="1400" dirty="0">
                <a:solidFill>
                  <a:srgbClr val="808080"/>
                </a:solidFill>
                <a:latin typeface="Consolas" panose="020B0609020204030204" pitchFamily="49" charset="0"/>
                <a:ea typeface="新宋体"/>
              </a:rPr>
              <a:t>y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;</a:t>
            </a:r>
          </a:p>
          <a:p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}</a:t>
            </a:r>
          </a:p>
          <a:p>
            <a:r>
              <a:rPr lang="en-US" altLang="zh-CN" sz="1400" dirty="0">
                <a:solidFill>
                  <a:srgbClr val="2B91AF"/>
                </a:solidFill>
                <a:latin typeface="Consolas" panose="020B0609020204030204" pitchFamily="49" charset="0"/>
                <a:ea typeface="新宋体"/>
              </a:rPr>
              <a:t>Point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::Point(</a:t>
            </a:r>
            <a:r>
              <a:rPr lang="en-US" altLang="zh-CN" sz="1400" dirty="0">
                <a:solidFill>
                  <a:srgbClr val="0000FF"/>
                </a:solidFill>
                <a:latin typeface="Consolas" panose="020B0609020204030204" pitchFamily="49" charset="0"/>
                <a:ea typeface="新宋体"/>
              </a:rPr>
              <a:t>const </a:t>
            </a:r>
            <a:r>
              <a:rPr lang="en-US" altLang="zh-CN" sz="1400" dirty="0">
                <a:solidFill>
                  <a:srgbClr val="2B91AF"/>
                </a:solidFill>
                <a:latin typeface="Consolas" panose="020B0609020204030204" pitchFamily="49" charset="0"/>
                <a:ea typeface="新宋体"/>
              </a:rPr>
              <a:t>Point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&amp; </a:t>
            </a:r>
            <a:r>
              <a:rPr lang="en-US" altLang="zh-CN" sz="1400" dirty="0">
                <a:solidFill>
                  <a:srgbClr val="808080"/>
                </a:solidFill>
                <a:latin typeface="Consolas" panose="020B0609020204030204" pitchFamily="49" charset="0"/>
                <a:ea typeface="新宋体"/>
              </a:rPr>
              <a:t>p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)</a:t>
            </a:r>
          </a:p>
          <a:p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{  _x = </a:t>
            </a:r>
            <a:r>
              <a:rPr lang="en-US" altLang="zh-CN" sz="1400" dirty="0" err="1">
                <a:solidFill>
                  <a:srgbClr val="808080"/>
                </a:solidFill>
                <a:latin typeface="Consolas" panose="020B0609020204030204" pitchFamily="49" charset="0"/>
                <a:ea typeface="新宋体"/>
              </a:rPr>
              <a:t>p</a:t>
            </a:r>
            <a:r>
              <a:rPr lang="en-US" altLang="zh-CN" sz="1400" dirty="0" err="1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._x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;</a:t>
            </a:r>
          </a:p>
          <a:p>
            <a:pPr marL="355600"/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_y = </a:t>
            </a:r>
            <a:r>
              <a:rPr lang="en-US" altLang="zh-CN" sz="1400" dirty="0" err="1">
                <a:solidFill>
                  <a:srgbClr val="808080"/>
                </a:solidFill>
                <a:latin typeface="Consolas" panose="020B0609020204030204" pitchFamily="49" charset="0"/>
                <a:ea typeface="新宋体"/>
              </a:rPr>
              <a:t>p</a:t>
            </a:r>
            <a:r>
              <a:rPr lang="en-US" altLang="zh-CN" sz="1400" dirty="0" err="1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._y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;</a:t>
            </a:r>
          </a:p>
          <a:p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}</a:t>
            </a:r>
          </a:p>
        </p:txBody>
      </p:sp>
      <p:sp>
        <p:nvSpPr>
          <p:cNvPr id="5" name="矩形 4"/>
          <p:cNvSpPr/>
          <p:nvPr/>
        </p:nvSpPr>
        <p:spPr>
          <a:xfrm>
            <a:off x="4031940" y="3093345"/>
            <a:ext cx="4681028" cy="3323987"/>
          </a:xfrm>
          <a:prstGeom prst="rect">
            <a:avLst/>
          </a:prstGeom>
          <a:solidFill>
            <a:schemeClr val="bg1"/>
          </a:solidFill>
          <a:ln>
            <a:solidFill>
              <a:schemeClr val="bg2">
                <a:lumMod val="2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400" dirty="0">
                <a:solidFill>
                  <a:srgbClr val="0000FF"/>
                </a:solidFill>
                <a:latin typeface="Consolas" panose="020B0609020204030204" pitchFamily="49" charset="0"/>
                <a:ea typeface="新宋体"/>
              </a:rPr>
              <a:t>int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1400" dirty="0">
                <a:solidFill>
                  <a:srgbClr val="2B91AF"/>
                </a:solidFill>
                <a:latin typeface="Consolas" panose="020B0609020204030204" pitchFamily="49" charset="0"/>
                <a:ea typeface="新宋体"/>
              </a:rPr>
              <a:t>Point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::</a:t>
            </a:r>
            <a:r>
              <a:rPr lang="en-US" altLang="zh-CN" sz="1400" dirty="0" err="1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getX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() </a:t>
            </a:r>
            <a:r>
              <a:rPr lang="en-US" altLang="zh-CN" sz="1400" dirty="0">
                <a:solidFill>
                  <a:srgbClr val="0000FF"/>
                </a:solidFill>
                <a:latin typeface="Consolas" panose="020B0609020204030204" pitchFamily="49" charset="0"/>
                <a:ea typeface="新宋体"/>
              </a:rPr>
              <a:t>const</a:t>
            </a:r>
            <a:endParaRPr lang="en-US" altLang="zh-CN" sz="1400" dirty="0">
              <a:solidFill>
                <a:srgbClr val="000000"/>
              </a:solidFill>
              <a:latin typeface="Consolas" panose="020B0609020204030204" pitchFamily="49" charset="0"/>
              <a:ea typeface="新宋体"/>
            </a:endParaRPr>
          </a:p>
          <a:p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{  </a:t>
            </a:r>
            <a:r>
              <a:rPr lang="en-US" altLang="zh-CN" sz="1400" dirty="0">
                <a:solidFill>
                  <a:srgbClr val="0000FF"/>
                </a:solidFill>
                <a:latin typeface="Consolas" panose="020B0609020204030204" pitchFamily="49" charset="0"/>
                <a:ea typeface="新宋体"/>
              </a:rPr>
              <a:t>return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 _x;</a:t>
            </a:r>
          </a:p>
          <a:p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}</a:t>
            </a:r>
          </a:p>
          <a:p>
            <a:r>
              <a:rPr lang="en-US" altLang="zh-CN" sz="1400" dirty="0">
                <a:solidFill>
                  <a:srgbClr val="0000FF"/>
                </a:solidFill>
                <a:latin typeface="Consolas" panose="020B0609020204030204" pitchFamily="49" charset="0"/>
                <a:ea typeface="新宋体"/>
              </a:rPr>
              <a:t>int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1400" dirty="0">
                <a:solidFill>
                  <a:srgbClr val="2B91AF"/>
                </a:solidFill>
                <a:latin typeface="Consolas" panose="020B0609020204030204" pitchFamily="49" charset="0"/>
                <a:ea typeface="新宋体"/>
              </a:rPr>
              <a:t>Point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::</a:t>
            </a:r>
            <a:r>
              <a:rPr lang="en-US" altLang="zh-CN" sz="1400" dirty="0" err="1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getY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() </a:t>
            </a:r>
            <a:r>
              <a:rPr lang="en-US" altLang="zh-CN" sz="1400" dirty="0">
                <a:solidFill>
                  <a:srgbClr val="0000FF"/>
                </a:solidFill>
                <a:latin typeface="Consolas" panose="020B0609020204030204" pitchFamily="49" charset="0"/>
                <a:ea typeface="新宋体"/>
              </a:rPr>
              <a:t>const</a:t>
            </a:r>
            <a:endParaRPr lang="en-US" altLang="zh-CN" sz="1400" dirty="0">
              <a:solidFill>
                <a:srgbClr val="000000"/>
              </a:solidFill>
              <a:latin typeface="Consolas" panose="020B0609020204030204" pitchFamily="49" charset="0"/>
              <a:ea typeface="新宋体"/>
            </a:endParaRPr>
          </a:p>
          <a:p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{  </a:t>
            </a:r>
            <a:r>
              <a:rPr lang="en-US" altLang="zh-CN" sz="1400" dirty="0">
                <a:solidFill>
                  <a:srgbClr val="0000FF"/>
                </a:solidFill>
                <a:latin typeface="Consolas" panose="020B0609020204030204" pitchFamily="49" charset="0"/>
                <a:ea typeface="新宋体"/>
              </a:rPr>
              <a:t>return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 _y;</a:t>
            </a:r>
          </a:p>
          <a:p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}</a:t>
            </a:r>
          </a:p>
          <a:p>
            <a:r>
              <a:rPr lang="en-US" altLang="zh-CN" sz="1400" dirty="0">
                <a:solidFill>
                  <a:srgbClr val="0000FF"/>
                </a:solidFill>
                <a:latin typeface="Consolas" panose="020B0609020204030204" pitchFamily="49" charset="0"/>
                <a:ea typeface="新宋体"/>
              </a:rPr>
              <a:t>void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1400" dirty="0">
                <a:solidFill>
                  <a:srgbClr val="2B91AF"/>
                </a:solidFill>
                <a:latin typeface="Consolas" panose="020B0609020204030204" pitchFamily="49" charset="0"/>
                <a:ea typeface="新宋体"/>
              </a:rPr>
              <a:t>Point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::</a:t>
            </a:r>
            <a:r>
              <a:rPr lang="en-US" altLang="zh-CN" sz="1400" dirty="0" err="1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setX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(</a:t>
            </a:r>
            <a:r>
              <a:rPr lang="en-US" altLang="zh-CN" sz="1400" dirty="0">
                <a:solidFill>
                  <a:srgbClr val="0000FF"/>
                </a:solidFill>
                <a:latin typeface="Consolas" panose="020B0609020204030204" pitchFamily="49" charset="0"/>
                <a:ea typeface="新宋体"/>
              </a:rPr>
              <a:t>int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1400" dirty="0">
                <a:solidFill>
                  <a:srgbClr val="808080"/>
                </a:solidFill>
                <a:latin typeface="Consolas" panose="020B0609020204030204" pitchFamily="49" charset="0"/>
                <a:ea typeface="新宋体"/>
              </a:rPr>
              <a:t>x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)</a:t>
            </a:r>
          </a:p>
          <a:p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{  _x = </a:t>
            </a:r>
            <a:r>
              <a:rPr lang="en-US" altLang="zh-CN" sz="1400" dirty="0">
                <a:solidFill>
                  <a:srgbClr val="808080"/>
                </a:solidFill>
                <a:latin typeface="Consolas" panose="020B0609020204030204" pitchFamily="49" charset="0"/>
                <a:ea typeface="新宋体"/>
              </a:rPr>
              <a:t>x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;</a:t>
            </a:r>
          </a:p>
          <a:p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}</a:t>
            </a:r>
          </a:p>
          <a:p>
            <a:r>
              <a:rPr lang="en-US" altLang="zh-CN" sz="1400" dirty="0">
                <a:solidFill>
                  <a:srgbClr val="0000FF"/>
                </a:solidFill>
                <a:latin typeface="Consolas" panose="020B0609020204030204" pitchFamily="49" charset="0"/>
                <a:ea typeface="新宋体"/>
              </a:rPr>
              <a:t>void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1400" dirty="0">
                <a:solidFill>
                  <a:srgbClr val="2B91AF"/>
                </a:solidFill>
                <a:latin typeface="Consolas" panose="020B0609020204030204" pitchFamily="49" charset="0"/>
                <a:ea typeface="新宋体"/>
              </a:rPr>
              <a:t>Point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::</a:t>
            </a:r>
            <a:r>
              <a:rPr lang="en-US" altLang="zh-CN" sz="1400" dirty="0" err="1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setY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(</a:t>
            </a:r>
            <a:r>
              <a:rPr lang="en-US" altLang="zh-CN" sz="1400" dirty="0">
                <a:solidFill>
                  <a:srgbClr val="0000FF"/>
                </a:solidFill>
                <a:latin typeface="Consolas" panose="020B0609020204030204" pitchFamily="49" charset="0"/>
                <a:ea typeface="新宋体"/>
              </a:rPr>
              <a:t>int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1400" dirty="0">
                <a:solidFill>
                  <a:srgbClr val="808080"/>
                </a:solidFill>
                <a:latin typeface="Consolas" panose="020B0609020204030204" pitchFamily="49" charset="0"/>
                <a:ea typeface="新宋体"/>
              </a:rPr>
              <a:t>y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)</a:t>
            </a:r>
          </a:p>
          <a:p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{  _y = </a:t>
            </a:r>
            <a:r>
              <a:rPr lang="en-US" altLang="zh-CN" sz="1400" dirty="0">
                <a:solidFill>
                  <a:srgbClr val="808080"/>
                </a:solidFill>
                <a:latin typeface="Consolas" panose="020B0609020204030204" pitchFamily="49" charset="0"/>
                <a:ea typeface="新宋体"/>
              </a:rPr>
              <a:t>y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;</a:t>
            </a:r>
          </a:p>
          <a:p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}</a:t>
            </a:r>
          </a:p>
          <a:p>
            <a:r>
              <a:rPr lang="en-US" altLang="zh-CN" sz="1400" dirty="0">
                <a:solidFill>
                  <a:srgbClr val="0000FF"/>
                </a:solidFill>
                <a:latin typeface="Consolas" panose="020B0609020204030204" pitchFamily="49" charset="0"/>
                <a:ea typeface="新宋体"/>
              </a:rPr>
              <a:t>void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1400" dirty="0">
                <a:solidFill>
                  <a:srgbClr val="2B91AF"/>
                </a:solidFill>
                <a:latin typeface="Consolas" panose="020B0609020204030204" pitchFamily="49" charset="0"/>
                <a:ea typeface="新宋体"/>
              </a:rPr>
              <a:t>Point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::show() </a:t>
            </a:r>
            <a:r>
              <a:rPr lang="en-US" altLang="zh-CN" sz="1400" dirty="0">
                <a:solidFill>
                  <a:srgbClr val="0000FF"/>
                </a:solidFill>
                <a:latin typeface="Consolas" panose="020B0609020204030204" pitchFamily="49" charset="0"/>
                <a:ea typeface="新宋体"/>
              </a:rPr>
              <a:t>const</a:t>
            </a:r>
            <a:endParaRPr lang="en-US" altLang="zh-CN" sz="1400" dirty="0">
              <a:solidFill>
                <a:srgbClr val="000000"/>
              </a:solidFill>
              <a:latin typeface="Consolas" panose="020B0609020204030204" pitchFamily="49" charset="0"/>
              <a:ea typeface="新宋体"/>
            </a:endParaRPr>
          </a:p>
          <a:p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{  </a:t>
            </a:r>
            <a:r>
              <a:rPr lang="en-US" altLang="zh-CN" sz="1400" dirty="0" err="1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cout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1400" dirty="0">
                <a:solidFill>
                  <a:srgbClr val="008080"/>
                </a:solidFill>
                <a:latin typeface="Consolas" panose="020B0609020204030204" pitchFamily="49" charset="0"/>
                <a:ea typeface="新宋体"/>
              </a:rPr>
              <a:t>&lt;&lt;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1400" dirty="0">
                <a:solidFill>
                  <a:srgbClr val="A31515"/>
                </a:solidFill>
                <a:latin typeface="Consolas" panose="020B0609020204030204" pitchFamily="49" charset="0"/>
                <a:ea typeface="新宋体"/>
              </a:rPr>
              <a:t>"("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1400" dirty="0">
                <a:solidFill>
                  <a:srgbClr val="008080"/>
                </a:solidFill>
                <a:latin typeface="Consolas" panose="020B0609020204030204" pitchFamily="49" charset="0"/>
                <a:ea typeface="新宋体"/>
              </a:rPr>
              <a:t>&lt;&lt;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 _x </a:t>
            </a:r>
            <a:r>
              <a:rPr lang="en-US" altLang="zh-CN" sz="1400" dirty="0">
                <a:solidFill>
                  <a:srgbClr val="008080"/>
                </a:solidFill>
                <a:latin typeface="Consolas" panose="020B0609020204030204" pitchFamily="49" charset="0"/>
                <a:ea typeface="新宋体"/>
              </a:rPr>
              <a:t>&lt;&lt;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1400" dirty="0">
                <a:solidFill>
                  <a:srgbClr val="A31515"/>
                </a:solidFill>
                <a:latin typeface="Consolas" panose="020B0609020204030204" pitchFamily="49" charset="0"/>
                <a:ea typeface="新宋体"/>
              </a:rPr>
              <a:t>","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1400" dirty="0">
                <a:solidFill>
                  <a:srgbClr val="008080"/>
                </a:solidFill>
                <a:latin typeface="Consolas" panose="020B0609020204030204" pitchFamily="49" charset="0"/>
                <a:ea typeface="新宋体"/>
              </a:rPr>
              <a:t>&lt;&lt;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 _y </a:t>
            </a:r>
            <a:r>
              <a:rPr lang="en-US" altLang="zh-CN" sz="1400" dirty="0">
                <a:solidFill>
                  <a:srgbClr val="008080"/>
                </a:solidFill>
                <a:latin typeface="Consolas" panose="020B0609020204030204" pitchFamily="49" charset="0"/>
                <a:ea typeface="新宋体"/>
              </a:rPr>
              <a:t>&lt;&lt;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1400" dirty="0">
                <a:solidFill>
                  <a:srgbClr val="A31515"/>
                </a:solidFill>
                <a:latin typeface="Consolas" panose="020B0609020204030204" pitchFamily="49" charset="0"/>
                <a:ea typeface="新宋体"/>
              </a:rPr>
              <a:t>")"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;</a:t>
            </a:r>
          </a:p>
          <a:p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}</a:t>
            </a:r>
          </a:p>
        </p:txBody>
      </p:sp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>
          <a:xfrm>
            <a:off x="4031941" y="1016732"/>
            <a:ext cx="5004048" cy="1584176"/>
          </a:xfrm>
          <a:solidFill>
            <a:schemeClr val="bg2">
              <a:lumMod val="90000"/>
            </a:schemeClr>
          </a:solidFill>
        </p:spPr>
        <p:txBody>
          <a:bodyPr>
            <a:noAutofit/>
          </a:bodyPr>
          <a:lstStyle/>
          <a:p>
            <a:pPr algn="l" eaLnBrk="1" hangingPunct="1"/>
            <a:r>
              <a:rPr lang="zh-CN" altLang="en-US" sz="2800" dirty="0">
                <a:latin typeface="+mn-ea"/>
                <a:ea typeface="+mn-ea"/>
              </a:rPr>
              <a:t>组合类</a:t>
            </a:r>
            <a:r>
              <a:rPr lang="en-US" altLang="zh-CN" sz="2800" dirty="0">
                <a:latin typeface="+mn-ea"/>
                <a:ea typeface="+mn-ea"/>
              </a:rPr>
              <a:t>Line</a:t>
            </a:r>
            <a:r>
              <a:rPr lang="zh-CN" altLang="en-US" sz="2800" dirty="0">
                <a:latin typeface="+mn-ea"/>
                <a:ea typeface="+mn-ea"/>
              </a:rPr>
              <a:t>的设计：</a:t>
            </a:r>
            <a:br>
              <a:rPr lang="en-US" altLang="zh-CN" sz="2800" dirty="0">
                <a:latin typeface="+mn-ea"/>
                <a:ea typeface="+mn-ea"/>
              </a:rPr>
            </a:br>
            <a:r>
              <a:rPr lang="zh-CN" altLang="en-US" sz="2800" dirty="0">
                <a:latin typeface="+mn-ea"/>
                <a:ea typeface="+mn-ea"/>
              </a:rPr>
              <a:t>改写</a:t>
            </a:r>
            <a:r>
              <a:rPr lang="en-US" altLang="zh-CN" sz="2800" dirty="0">
                <a:latin typeface="+mn-ea"/>
                <a:ea typeface="+mn-ea"/>
              </a:rPr>
              <a:t>Line</a:t>
            </a:r>
            <a:r>
              <a:rPr lang="zh-CN" altLang="en-US" sz="2800" dirty="0">
                <a:latin typeface="+mn-ea"/>
                <a:ea typeface="+mn-ea"/>
              </a:rPr>
              <a:t>的端点</a:t>
            </a:r>
            <a:r>
              <a:rPr lang="en-US" altLang="zh-CN" sz="2800" dirty="0">
                <a:latin typeface="+mn-ea"/>
                <a:ea typeface="+mn-ea"/>
              </a:rPr>
              <a:t>,</a:t>
            </a:r>
            <a:br>
              <a:rPr lang="en-US" altLang="zh-CN" sz="2800" dirty="0">
                <a:latin typeface="+mn-ea"/>
                <a:ea typeface="+mn-ea"/>
              </a:rPr>
            </a:br>
            <a:r>
              <a:rPr lang="zh-CN" altLang="en-US" sz="2800" dirty="0">
                <a:latin typeface="+mn-ea"/>
                <a:ea typeface="+mn-ea"/>
              </a:rPr>
              <a:t>输出</a:t>
            </a:r>
            <a:r>
              <a:rPr lang="en-US" altLang="zh-CN" sz="2800" dirty="0">
                <a:latin typeface="+mn-ea"/>
                <a:ea typeface="+mn-ea"/>
              </a:rPr>
              <a:t>Line</a:t>
            </a:r>
            <a:r>
              <a:rPr lang="zh-CN" altLang="en-US" sz="2800" dirty="0">
                <a:latin typeface="+mn-ea"/>
                <a:ea typeface="+mn-ea"/>
              </a:rPr>
              <a:t>：</a:t>
            </a:r>
            <a:r>
              <a:rPr lang="en-US" altLang="zh-CN" sz="2800" dirty="0">
                <a:latin typeface="+mn-ea"/>
                <a:ea typeface="+mn-ea"/>
              </a:rPr>
              <a:t>line((x1,y1),(x2,y2))</a:t>
            </a:r>
            <a:endParaRPr lang="zh-CN" altLang="en-US" sz="2800" dirty="0">
              <a:latin typeface="+mn-ea"/>
              <a:ea typeface="+mn-ea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2195736" y="76845"/>
            <a:ext cx="4968552" cy="894900"/>
          </a:xfrm>
          <a:prstGeom prst="rect">
            <a:avLst/>
          </a:prstGeom>
        </p:spPr>
        <p:txBody>
          <a:bodyPr vert="horz" rtlCol="0" anchor="ctr">
            <a:noAutofit/>
          </a:bodyPr>
          <a:lstStyle/>
          <a:p>
            <a:pPr>
              <a:spcBef>
                <a:spcPct val="0"/>
              </a:spcBef>
            </a:pPr>
            <a:r>
              <a:rPr lang="zh-CN" altLang="en-US" sz="3600" dirty="0">
                <a:solidFill>
                  <a:schemeClr val="tx2"/>
                </a:solidFill>
                <a:latin typeface="+mn-ea"/>
                <a:cs typeface="+mj-cs"/>
              </a:rPr>
              <a:t>组合类对子对象的访问</a:t>
            </a:r>
          </a:p>
        </p:txBody>
      </p:sp>
    </p:spTree>
    <p:extLst>
      <p:ext uri="{BB962C8B-B14F-4D97-AF65-F5344CB8AC3E}">
        <p14:creationId xmlns:p14="http://schemas.microsoft.com/office/powerpoint/2010/main" val="113619117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134761" y="311299"/>
            <a:ext cx="5661375" cy="5262979"/>
          </a:xfrm>
          <a:prstGeom prst="rect">
            <a:avLst/>
          </a:prstGeom>
          <a:solidFill>
            <a:schemeClr val="bg1"/>
          </a:solidFill>
          <a:ln>
            <a:solidFill>
              <a:schemeClr val="bg2">
                <a:lumMod val="2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400" dirty="0">
                <a:solidFill>
                  <a:srgbClr val="0000FF"/>
                </a:solidFill>
                <a:latin typeface="Consolas" panose="020B0609020204030204" pitchFamily="49" charset="0"/>
                <a:ea typeface="新宋体"/>
              </a:rPr>
              <a:t>class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1400" dirty="0">
                <a:solidFill>
                  <a:srgbClr val="2B91AF"/>
                </a:solidFill>
                <a:latin typeface="Consolas" panose="020B0609020204030204" pitchFamily="49" charset="0"/>
                <a:ea typeface="新宋体"/>
              </a:rPr>
              <a:t>Line</a:t>
            </a:r>
            <a:endParaRPr lang="en-US" altLang="zh-CN" sz="1400" dirty="0">
              <a:solidFill>
                <a:srgbClr val="000000"/>
              </a:solidFill>
              <a:latin typeface="Consolas" panose="020B0609020204030204" pitchFamily="49" charset="0"/>
              <a:ea typeface="新宋体"/>
            </a:endParaRPr>
          </a:p>
          <a:p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{</a:t>
            </a:r>
            <a:r>
              <a:rPr lang="en-US" altLang="zh-CN" sz="1400" dirty="0">
                <a:solidFill>
                  <a:srgbClr val="0000FF"/>
                </a:solidFill>
                <a:latin typeface="Consolas" panose="020B0609020204030204" pitchFamily="49" charset="0"/>
                <a:ea typeface="新宋体"/>
              </a:rPr>
              <a:t>private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:</a:t>
            </a:r>
          </a:p>
          <a:p>
            <a:pPr marL="355600"/>
            <a:r>
              <a:rPr lang="en-US" altLang="zh-CN" sz="1400" dirty="0">
                <a:solidFill>
                  <a:srgbClr val="2B91AF"/>
                </a:solidFill>
                <a:latin typeface="Consolas" panose="020B0609020204030204" pitchFamily="49" charset="0"/>
                <a:ea typeface="新宋体"/>
              </a:rPr>
              <a:t>Point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 _p1, _p2;</a:t>
            </a:r>
          </a:p>
          <a:p>
            <a:pPr marL="355600"/>
            <a:r>
              <a:rPr lang="en-US" altLang="zh-CN" sz="1400" dirty="0">
                <a:solidFill>
                  <a:srgbClr val="0000FF"/>
                </a:solidFill>
                <a:latin typeface="Consolas" panose="020B0609020204030204" pitchFamily="49" charset="0"/>
                <a:ea typeface="新宋体"/>
              </a:rPr>
              <a:t>double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 _</a:t>
            </a:r>
            <a:r>
              <a:rPr lang="en-US" altLang="zh-CN" sz="1400" dirty="0" err="1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len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;</a:t>
            </a:r>
          </a:p>
          <a:p>
            <a:pPr marL="95250"/>
            <a:r>
              <a:rPr lang="en-US" altLang="zh-CN" sz="1400" dirty="0">
                <a:solidFill>
                  <a:srgbClr val="0000FF"/>
                </a:solidFill>
                <a:latin typeface="Consolas" panose="020B0609020204030204" pitchFamily="49" charset="0"/>
                <a:ea typeface="新宋体"/>
              </a:rPr>
              <a:t>public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:</a:t>
            </a:r>
          </a:p>
          <a:p>
            <a:pPr marL="355600"/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Line(</a:t>
            </a:r>
            <a:r>
              <a:rPr lang="en-US" altLang="zh-CN" sz="1400" dirty="0">
                <a:solidFill>
                  <a:srgbClr val="2B91AF"/>
                </a:solidFill>
                <a:latin typeface="Consolas" panose="020B0609020204030204" pitchFamily="49" charset="0"/>
                <a:ea typeface="新宋体"/>
              </a:rPr>
              <a:t>Point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1400" dirty="0">
                <a:solidFill>
                  <a:srgbClr val="808080"/>
                </a:solidFill>
                <a:latin typeface="Consolas" panose="020B0609020204030204" pitchFamily="49" charset="0"/>
                <a:ea typeface="新宋体"/>
              </a:rPr>
              <a:t>p1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, </a:t>
            </a:r>
            <a:r>
              <a:rPr lang="en-US" altLang="zh-CN" sz="1400" dirty="0">
                <a:solidFill>
                  <a:srgbClr val="2B91AF"/>
                </a:solidFill>
                <a:latin typeface="Consolas" panose="020B0609020204030204" pitchFamily="49" charset="0"/>
                <a:ea typeface="新宋体"/>
              </a:rPr>
              <a:t>Point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1400" dirty="0">
                <a:solidFill>
                  <a:srgbClr val="808080"/>
                </a:solidFill>
                <a:latin typeface="Consolas" panose="020B0609020204030204" pitchFamily="49" charset="0"/>
                <a:ea typeface="新宋体"/>
              </a:rPr>
              <a:t>p2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);</a:t>
            </a:r>
          </a:p>
          <a:p>
            <a:pPr marL="355600"/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Line(</a:t>
            </a:r>
            <a:r>
              <a:rPr lang="en-US" altLang="zh-CN" sz="1400" dirty="0">
                <a:solidFill>
                  <a:srgbClr val="0000FF"/>
                </a:solidFill>
                <a:latin typeface="Consolas" panose="020B0609020204030204" pitchFamily="49" charset="0"/>
                <a:ea typeface="新宋体"/>
              </a:rPr>
              <a:t>const </a:t>
            </a:r>
            <a:r>
              <a:rPr lang="en-US" altLang="zh-CN" sz="1400" dirty="0">
                <a:solidFill>
                  <a:srgbClr val="2B91AF"/>
                </a:solidFill>
                <a:latin typeface="Consolas" panose="020B0609020204030204" pitchFamily="49" charset="0"/>
                <a:ea typeface="新宋体"/>
              </a:rPr>
              <a:t>Line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&amp; </a:t>
            </a:r>
            <a:r>
              <a:rPr lang="en-US" altLang="zh-CN" sz="1400" dirty="0">
                <a:solidFill>
                  <a:srgbClr val="808080"/>
                </a:solidFill>
                <a:latin typeface="Consolas" panose="020B0609020204030204" pitchFamily="49" charset="0"/>
                <a:ea typeface="新宋体"/>
              </a:rPr>
              <a:t>l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);</a:t>
            </a:r>
          </a:p>
          <a:p>
            <a:pPr marL="355600"/>
            <a:r>
              <a:rPr lang="en-US" altLang="zh-CN" sz="1400" dirty="0">
                <a:solidFill>
                  <a:srgbClr val="0000FF"/>
                </a:solidFill>
                <a:latin typeface="Consolas" panose="020B0609020204030204" pitchFamily="49" charset="0"/>
                <a:ea typeface="新宋体"/>
              </a:rPr>
              <a:t>double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1400" dirty="0" err="1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getLen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() </a:t>
            </a:r>
            <a:r>
              <a:rPr lang="en-US" altLang="zh-CN" sz="1400" dirty="0">
                <a:solidFill>
                  <a:srgbClr val="0000FF"/>
                </a:solidFill>
                <a:latin typeface="Consolas" panose="020B0609020204030204" pitchFamily="49" charset="0"/>
                <a:ea typeface="新宋体"/>
              </a:rPr>
              <a:t>const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;</a:t>
            </a:r>
          </a:p>
          <a:p>
            <a:pPr marL="355600"/>
            <a:r>
              <a:rPr lang="en-US" altLang="zh-CN" sz="1400" dirty="0">
                <a:solidFill>
                  <a:srgbClr val="2B91AF"/>
                </a:solidFill>
                <a:latin typeface="Consolas" panose="020B0609020204030204" pitchFamily="49" charset="0"/>
                <a:ea typeface="新宋体"/>
              </a:rPr>
              <a:t>Point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 getP1() </a:t>
            </a:r>
            <a:r>
              <a:rPr lang="en-US" altLang="zh-CN" sz="1400" dirty="0">
                <a:solidFill>
                  <a:srgbClr val="0000FF"/>
                </a:solidFill>
                <a:latin typeface="Consolas" panose="020B0609020204030204" pitchFamily="49" charset="0"/>
                <a:ea typeface="新宋体"/>
              </a:rPr>
              <a:t>const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;</a:t>
            </a:r>
          </a:p>
          <a:p>
            <a:pPr marL="355600"/>
            <a:r>
              <a:rPr lang="en-US" altLang="zh-CN" sz="1400" dirty="0">
                <a:solidFill>
                  <a:srgbClr val="2B91AF"/>
                </a:solidFill>
                <a:latin typeface="Consolas" panose="020B0609020204030204" pitchFamily="49" charset="0"/>
                <a:ea typeface="新宋体"/>
              </a:rPr>
              <a:t>Point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 getP2() </a:t>
            </a:r>
            <a:r>
              <a:rPr lang="en-US" altLang="zh-CN" sz="1400" dirty="0">
                <a:solidFill>
                  <a:srgbClr val="0000FF"/>
                </a:solidFill>
                <a:latin typeface="Consolas" panose="020B0609020204030204" pitchFamily="49" charset="0"/>
                <a:ea typeface="新宋体"/>
              </a:rPr>
              <a:t>const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;</a:t>
            </a:r>
          </a:p>
          <a:p>
            <a:pPr marL="355600"/>
            <a:r>
              <a:rPr lang="en-US" altLang="zh-CN" sz="1400" dirty="0">
                <a:solidFill>
                  <a:srgbClr val="0000FF"/>
                </a:solidFill>
                <a:latin typeface="Consolas" panose="020B0609020204030204" pitchFamily="49" charset="0"/>
                <a:ea typeface="新宋体"/>
              </a:rPr>
              <a:t>void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 setP1(</a:t>
            </a:r>
            <a:r>
              <a:rPr lang="en-US" altLang="zh-CN" sz="1400" dirty="0">
                <a:solidFill>
                  <a:srgbClr val="2B91AF"/>
                </a:solidFill>
                <a:latin typeface="Consolas" panose="020B0609020204030204" pitchFamily="49" charset="0"/>
                <a:ea typeface="新宋体"/>
              </a:rPr>
              <a:t>Point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1400" dirty="0">
                <a:solidFill>
                  <a:srgbClr val="808080"/>
                </a:solidFill>
                <a:latin typeface="Consolas" panose="020B0609020204030204" pitchFamily="49" charset="0"/>
                <a:ea typeface="新宋体"/>
              </a:rPr>
              <a:t>p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);  		</a:t>
            </a:r>
            <a:r>
              <a:rPr lang="en-US" altLang="zh-CN" sz="1400" dirty="0">
                <a:solidFill>
                  <a:srgbClr val="00B050"/>
                </a:solidFill>
                <a:latin typeface="Consolas" panose="020B0609020204030204" pitchFamily="49" charset="0"/>
                <a:ea typeface="新宋体"/>
              </a:rPr>
              <a:t>//</a:t>
            </a:r>
            <a:r>
              <a:rPr lang="zh-CN" altLang="en-US" sz="1400" dirty="0">
                <a:solidFill>
                  <a:srgbClr val="00B050"/>
                </a:solidFill>
                <a:latin typeface="Consolas" panose="020B0609020204030204" pitchFamily="49" charset="0"/>
                <a:ea typeface="新宋体"/>
              </a:rPr>
              <a:t>设置端点</a:t>
            </a:r>
            <a:r>
              <a:rPr lang="en-US" altLang="zh-CN" sz="1400" dirty="0">
                <a:solidFill>
                  <a:srgbClr val="00B050"/>
                </a:solidFill>
                <a:latin typeface="Consolas" panose="020B0609020204030204" pitchFamily="49" charset="0"/>
                <a:ea typeface="新宋体"/>
              </a:rPr>
              <a:t>1</a:t>
            </a:r>
          </a:p>
          <a:p>
            <a:pPr marL="355600"/>
            <a:r>
              <a:rPr lang="en-US" altLang="zh-CN" sz="1400" dirty="0">
                <a:solidFill>
                  <a:srgbClr val="0000FF"/>
                </a:solidFill>
                <a:latin typeface="Consolas" panose="020B0609020204030204" pitchFamily="49" charset="0"/>
                <a:ea typeface="新宋体"/>
              </a:rPr>
              <a:t>void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 setP2(</a:t>
            </a:r>
            <a:r>
              <a:rPr lang="en-US" altLang="zh-CN" sz="1400" dirty="0">
                <a:solidFill>
                  <a:srgbClr val="2B91AF"/>
                </a:solidFill>
                <a:latin typeface="Consolas" panose="020B0609020204030204" pitchFamily="49" charset="0"/>
                <a:ea typeface="新宋体"/>
              </a:rPr>
              <a:t>Point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1400" dirty="0">
                <a:solidFill>
                  <a:srgbClr val="808080"/>
                </a:solidFill>
                <a:latin typeface="Consolas" panose="020B0609020204030204" pitchFamily="49" charset="0"/>
                <a:ea typeface="新宋体"/>
              </a:rPr>
              <a:t>p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);</a:t>
            </a:r>
            <a:r>
              <a:rPr lang="en-US" altLang="zh-CN" sz="1400" dirty="0">
                <a:solidFill>
                  <a:srgbClr val="00B050"/>
                </a:solidFill>
                <a:latin typeface="Consolas" panose="020B0609020204030204" pitchFamily="49" charset="0"/>
                <a:ea typeface="新宋体"/>
              </a:rPr>
              <a:t>  		//</a:t>
            </a:r>
            <a:r>
              <a:rPr lang="zh-CN" altLang="en-US" sz="1400" dirty="0">
                <a:solidFill>
                  <a:srgbClr val="00B050"/>
                </a:solidFill>
                <a:latin typeface="Consolas" panose="020B0609020204030204" pitchFamily="49" charset="0"/>
                <a:ea typeface="新宋体"/>
              </a:rPr>
              <a:t>设置端点</a:t>
            </a:r>
            <a:r>
              <a:rPr lang="en-US" altLang="zh-CN" sz="1400" dirty="0">
                <a:solidFill>
                  <a:srgbClr val="00B050"/>
                </a:solidFill>
                <a:latin typeface="Consolas" panose="020B0609020204030204" pitchFamily="49" charset="0"/>
                <a:ea typeface="新宋体"/>
              </a:rPr>
              <a:t>2</a:t>
            </a:r>
          </a:p>
          <a:p>
            <a:pPr marL="355600"/>
            <a:r>
              <a:rPr lang="en-US" altLang="zh-CN" sz="1400" dirty="0">
                <a:solidFill>
                  <a:srgbClr val="0000FF"/>
                </a:solidFill>
                <a:latin typeface="Consolas" panose="020B0609020204030204" pitchFamily="49" charset="0"/>
                <a:ea typeface="新宋体"/>
              </a:rPr>
              <a:t>void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 setP1(</a:t>
            </a:r>
            <a:r>
              <a:rPr lang="en-US" altLang="zh-CN" sz="1400" dirty="0">
                <a:solidFill>
                  <a:srgbClr val="0000FF"/>
                </a:solidFill>
                <a:latin typeface="Consolas" panose="020B0609020204030204" pitchFamily="49" charset="0"/>
                <a:ea typeface="新宋体"/>
              </a:rPr>
              <a:t>int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1400" dirty="0" err="1">
                <a:solidFill>
                  <a:srgbClr val="808080"/>
                </a:solidFill>
                <a:latin typeface="Consolas" panose="020B0609020204030204" pitchFamily="49" charset="0"/>
                <a:ea typeface="新宋体"/>
              </a:rPr>
              <a:t>x</a:t>
            </a:r>
            <a:r>
              <a:rPr lang="en-US" altLang="zh-CN" sz="1400" dirty="0" err="1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,</a:t>
            </a:r>
            <a:r>
              <a:rPr lang="en-US" altLang="zh-CN" sz="1400" dirty="0" err="1">
                <a:solidFill>
                  <a:srgbClr val="0000FF"/>
                </a:solidFill>
                <a:latin typeface="Consolas" panose="020B0609020204030204" pitchFamily="49" charset="0"/>
                <a:ea typeface="新宋体"/>
              </a:rPr>
              <a:t>int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1400" dirty="0">
                <a:solidFill>
                  <a:srgbClr val="808080"/>
                </a:solidFill>
                <a:latin typeface="Consolas" panose="020B0609020204030204" pitchFamily="49" charset="0"/>
                <a:ea typeface="新宋体"/>
              </a:rPr>
              <a:t>y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);</a:t>
            </a:r>
            <a:r>
              <a:rPr lang="en-US" altLang="zh-CN" sz="1400" dirty="0">
                <a:solidFill>
                  <a:srgbClr val="00B050"/>
                </a:solidFill>
                <a:latin typeface="Consolas" panose="020B0609020204030204" pitchFamily="49" charset="0"/>
                <a:ea typeface="新宋体"/>
              </a:rPr>
              <a:t>   	//</a:t>
            </a:r>
            <a:r>
              <a:rPr lang="zh-CN" altLang="en-US" sz="1400" dirty="0">
                <a:solidFill>
                  <a:srgbClr val="00B050"/>
                </a:solidFill>
                <a:latin typeface="Consolas" panose="020B0609020204030204" pitchFamily="49" charset="0"/>
                <a:ea typeface="新宋体"/>
              </a:rPr>
              <a:t>设置端点</a:t>
            </a:r>
            <a:r>
              <a:rPr lang="en-US" altLang="zh-CN" sz="1400" dirty="0">
                <a:solidFill>
                  <a:srgbClr val="00B050"/>
                </a:solidFill>
                <a:latin typeface="Consolas" panose="020B0609020204030204" pitchFamily="49" charset="0"/>
                <a:ea typeface="新宋体"/>
              </a:rPr>
              <a:t>1</a:t>
            </a:r>
          </a:p>
          <a:p>
            <a:pPr marL="355600"/>
            <a:r>
              <a:rPr lang="en-US" altLang="zh-CN" sz="1400" dirty="0">
                <a:solidFill>
                  <a:srgbClr val="0000FF"/>
                </a:solidFill>
                <a:latin typeface="Consolas" panose="020B0609020204030204" pitchFamily="49" charset="0"/>
                <a:ea typeface="新宋体"/>
              </a:rPr>
              <a:t>void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 setP2(</a:t>
            </a:r>
            <a:r>
              <a:rPr lang="en-US" altLang="zh-CN" sz="1400" dirty="0">
                <a:solidFill>
                  <a:srgbClr val="0000FF"/>
                </a:solidFill>
                <a:latin typeface="Consolas" panose="020B0609020204030204" pitchFamily="49" charset="0"/>
                <a:ea typeface="新宋体"/>
              </a:rPr>
              <a:t>int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1400" dirty="0" err="1">
                <a:solidFill>
                  <a:srgbClr val="808080"/>
                </a:solidFill>
                <a:latin typeface="Consolas" panose="020B0609020204030204" pitchFamily="49" charset="0"/>
                <a:ea typeface="新宋体"/>
              </a:rPr>
              <a:t>x</a:t>
            </a:r>
            <a:r>
              <a:rPr lang="en-US" altLang="zh-CN" sz="1400" dirty="0" err="1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,</a:t>
            </a:r>
            <a:r>
              <a:rPr lang="en-US" altLang="zh-CN" sz="1400" dirty="0" err="1">
                <a:solidFill>
                  <a:srgbClr val="0000FF"/>
                </a:solidFill>
                <a:latin typeface="Consolas" panose="020B0609020204030204" pitchFamily="49" charset="0"/>
                <a:ea typeface="新宋体"/>
              </a:rPr>
              <a:t>int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1400" dirty="0">
                <a:solidFill>
                  <a:srgbClr val="808080"/>
                </a:solidFill>
                <a:latin typeface="Consolas" panose="020B0609020204030204" pitchFamily="49" charset="0"/>
                <a:ea typeface="新宋体"/>
              </a:rPr>
              <a:t>y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);</a:t>
            </a:r>
            <a:r>
              <a:rPr lang="en-US" altLang="zh-CN" sz="1400" dirty="0">
                <a:solidFill>
                  <a:srgbClr val="00B050"/>
                </a:solidFill>
                <a:latin typeface="Consolas" panose="020B0609020204030204" pitchFamily="49" charset="0"/>
                <a:ea typeface="新宋体"/>
              </a:rPr>
              <a:t>   	//</a:t>
            </a:r>
            <a:r>
              <a:rPr lang="zh-CN" altLang="en-US" sz="1400" dirty="0">
                <a:solidFill>
                  <a:srgbClr val="00B050"/>
                </a:solidFill>
                <a:latin typeface="Consolas" panose="020B0609020204030204" pitchFamily="49" charset="0"/>
                <a:ea typeface="新宋体"/>
              </a:rPr>
              <a:t>设置端点</a:t>
            </a:r>
            <a:r>
              <a:rPr lang="en-US" altLang="zh-CN" sz="1400" dirty="0">
                <a:solidFill>
                  <a:srgbClr val="00B050"/>
                </a:solidFill>
                <a:latin typeface="Consolas" panose="020B0609020204030204" pitchFamily="49" charset="0"/>
                <a:ea typeface="新宋体"/>
              </a:rPr>
              <a:t>2</a:t>
            </a:r>
            <a:endParaRPr lang="en-US" altLang="zh-CN" sz="1400" dirty="0">
              <a:solidFill>
                <a:srgbClr val="000000"/>
              </a:solidFill>
              <a:latin typeface="Consolas" panose="020B0609020204030204" pitchFamily="49" charset="0"/>
              <a:ea typeface="新宋体"/>
            </a:endParaRPr>
          </a:p>
          <a:p>
            <a:pPr marL="355600"/>
            <a:r>
              <a:rPr lang="en-US" altLang="zh-CN" sz="1400" dirty="0">
                <a:solidFill>
                  <a:srgbClr val="0000FF"/>
                </a:solidFill>
                <a:latin typeface="Consolas" panose="020B0609020204030204" pitchFamily="49" charset="0"/>
                <a:ea typeface="新宋体"/>
              </a:rPr>
              <a:t>void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 show() </a:t>
            </a:r>
            <a:r>
              <a:rPr lang="en-US" altLang="zh-CN" sz="1400" dirty="0">
                <a:solidFill>
                  <a:srgbClr val="0000FF"/>
                </a:solidFill>
                <a:latin typeface="Consolas" panose="020B0609020204030204" pitchFamily="49" charset="0"/>
                <a:ea typeface="新宋体"/>
              </a:rPr>
              <a:t>const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;		</a:t>
            </a:r>
            <a:r>
              <a:rPr lang="en-US" altLang="zh-CN" sz="1400" dirty="0">
                <a:solidFill>
                  <a:srgbClr val="00B050"/>
                </a:solidFill>
                <a:latin typeface="Consolas" panose="020B0609020204030204" pitchFamily="49" charset="0"/>
                <a:ea typeface="新宋体"/>
              </a:rPr>
              <a:t>//</a:t>
            </a:r>
            <a:r>
              <a:rPr lang="zh-CN" altLang="en-US" sz="1400" dirty="0">
                <a:solidFill>
                  <a:srgbClr val="00B050"/>
                </a:solidFill>
                <a:latin typeface="Consolas" panose="020B0609020204030204" pitchFamily="49" charset="0"/>
                <a:ea typeface="新宋体"/>
              </a:rPr>
              <a:t>输出</a:t>
            </a:r>
            <a:r>
              <a:rPr lang="en-US" altLang="zh-CN" sz="1400" dirty="0">
                <a:solidFill>
                  <a:srgbClr val="00B050"/>
                </a:solidFill>
                <a:latin typeface="Consolas" panose="020B0609020204030204" pitchFamily="49" charset="0"/>
                <a:ea typeface="新宋体"/>
              </a:rPr>
              <a:t>Line</a:t>
            </a:r>
          </a:p>
          <a:p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};</a:t>
            </a:r>
          </a:p>
          <a:p>
            <a:r>
              <a:rPr lang="en-US" altLang="zh-CN" sz="1400" dirty="0">
                <a:solidFill>
                  <a:srgbClr val="2B91AF"/>
                </a:solidFill>
                <a:latin typeface="Consolas" panose="020B0609020204030204" pitchFamily="49" charset="0"/>
                <a:ea typeface="新宋体"/>
              </a:rPr>
              <a:t>Line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::Line(</a:t>
            </a:r>
            <a:r>
              <a:rPr lang="en-US" altLang="zh-CN" sz="1400" dirty="0">
                <a:solidFill>
                  <a:srgbClr val="2B91AF"/>
                </a:solidFill>
                <a:latin typeface="Consolas" panose="020B0609020204030204" pitchFamily="49" charset="0"/>
                <a:ea typeface="新宋体"/>
              </a:rPr>
              <a:t>Point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1400" dirty="0">
                <a:solidFill>
                  <a:srgbClr val="808080"/>
                </a:solidFill>
                <a:latin typeface="Consolas" panose="020B0609020204030204" pitchFamily="49" charset="0"/>
                <a:ea typeface="新宋体"/>
              </a:rPr>
              <a:t>p1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, </a:t>
            </a:r>
            <a:r>
              <a:rPr lang="en-US" altLang="zh-CN" sz="1400" dirty="0">
                <a:solidFill>
                  <a:srgbClr val="2B91AF"/>
                </a:solidFill>
                <a:latin typeface="Consolas" panose="020B0609020204030204" pitchFamily="49" charset="0"/>
                <a:ea typeface="新宋体"/>
              </a:rPr>
              <a:t>Point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1400" dirty="0">
                <a:solidFill>
                  <a:srgbClr val="808080"/>
                </a:solidFill>
                <a:latin typeface="Consolas" panose="020B0609020204030204" pitchFamily="49" charset="0"/>
                <a:ea typeface="新宋体"/>
              </a:rPr>
              <a:t>p2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):_p1(</a:t>
            </a:r>
            <a:r>
              <a:rPr lang="en-US" altLang="zh-CN" sz="1400" dirty="0">
                <a:solidFill>
                  <a:srgbClr val="808080"/>
                </a:solidFill>
                <a:latin typeface="Consolas" panose="020B0609020204030204" pitchFamily="49" charset="0"/>
                <a:ea typeface="新宋体"/>
              </a:rPr>
              <a:t>p1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),_p2(</a:t>
            </a:r>
            <a:r>
              <a:rPr lang="en-US" altLang="zh-CN" sz="1400" dirty="0">
                <a:solidFill>
                  <a:srgbClr val="808080"/>
                </a:solidFill>
                <a:latin typeface="Consolas" panose="020B0609020204030204" pitchFamily="49" charset="0"/>
                <a:ea typeface="新宋体"/>
              </a:rPr>
              <a:t>p2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)</a:t>
            </a:r>
          </a:p>
          <a:p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{  </a:t>
            </a:r>
            <a:r>
              <a:rPr lang="en-US" altLang="zh-CN" sz="1400" dirty="0">
                <a:solidFill>
                  <a:srgbClr val="0000FF"/>
                </a:solidFill>
                <a:latin typeface="Consolas" panose="020B0609020204030204" pitchFamily="49" charset="0"/>
                <a:ea typeface="新宋体"/>
              </a:rPr>
              <a:t>double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 x = (</a:t>
            </a:r>
            <a:r>
              <a:rPr lang="en-US" altLang="zh-CN" sz="1400" dirty="0">
                <a:solidFill>
                  <a:srgbClr val="0000FF"/>
                </a:solidFill>
                <a:latin typeface="Consolas" panose="020B0609020204030204" pitchFamily="49" charset="0"/>
                <a:ea typeface="新宋体"/>
              </a:rPr>
              <a:t>double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)_p1.getX() - (</a:t>
            </a:r>
            <a:r>
              <a:rPr lang="en-US" altLang="zh-CN" sz="1400" dirty="0">
                <a:solidFill>
                  <a:srgbClr val="0000FF"/>
                </a:solidFill>
                <a:latin typeface="Consolas" panose="020B0609020204030204" pitchFamily="49" charset="0"/>
                <a:ea typeface="新宋体"/>
              </a:rPr>
              <a:t>double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)_p2.getX();</a:t>
            </a:r>
          </a:p>
          <a:p>
            <a:pPr marL="355600"/>
            <a:r>
              <a:rPr lang="en-US" altLang="zh-CN" sz="1400" dirty="0">
                <a:solidFill>
                  <a:srgbClr val="0000FF"/>
                </a:solidFill>
                <a:latin typeface="Consolas" panose="020B0609020204030204" pitchFamily="49" charset="0"/>
                <a:ea typeface="新宋体"/>
              </a:rPr>
              <a:t>double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 y = (</a:t>
            </a:r>
            <a:r>
              <a:rPr lang="en-US" altLang="zh-CN" sz="1400" dirty="0">
                <a:solidFill>
                  <a:srgbClr val="0000FF"/>
                </a:solidFill>
                <a:latin typeface="Consolas" panose="020B0609020204030204" pitchFamily="49" charset="0"/>
                <a:ea typeface="新宋体"/>
              </a:rPr>
              <a:t>double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)_p1.getY() - (</a:t>
            </a:r>
            <a:r>
              <a:rPr lang="en-US" altLang="zh-CN" sz="1400" dirty="0">
                <a:solidFill>
                  <a:srgbClr val="0000FF"/>
                </a:solidFill>
                <a:latin typeface="Consolas" panose="020B0609020204030204" pitchFamily="49" charset="0"/>
                <a:ea typeface="新宋体"/>
              </a:rPr>
              <a:t>double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)_p2.getY();</a:t>
            </a:r>
          </a:p>
          <a:p>
            <a:pPr marL="355600"/>
            <a:r>
              <a:rPr lang="es-E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_len = sqrt(x * x + y * y);</a:t>
            </a:r>
          </a:p>
          <a:p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}</a:t>
            </a:r>
          </a:p>
          <a:p>
            <a:r>
              <a:rPr lang="en-US" altLang="zh-CN" sz="1400" dirty="0">
                <a:solidFill>
                  <a:srgbClr val="2B91AF"/>
                </a:solidFill>
                <a:latin typeface="Consolas" panose="020B0609020204030204" pitchFamily="49" charset="0"/>
                <a:ea typeface="新宋体"/>
              </a:rPr>
              <a:t>Line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::Line(</a:t>
            </a:r>
            <a:r>
              <a:rPr lang="en-US" altLang="zh-CN" sz="1400" dirty="0">
                <a:solidFill>
                  <a:srgbClr val="0000FF"/>
                </a:solidFill>
                <a:latin typeface="Consolas" panose="020B0609020204030204" pitchFamily="49" charset="0"/>
                <a:ea typeface="新宋体"/>
              </a:rPr>
              <a:t>const </a:t>
            </a:r>
            <a:r>
              <a:rPr lang="en-US" altLang="zh-CN" sz="1400" dirty="0">
                <a:solidFill>
                  <a:srgbClr val="2B91AF"/>
                </a:solidFill>
                <a:latin typeface="Consolas" panose="020B0609020204030204" pitchFamily="49" charset="0"/>
                <a:ea typeface="新宋体"/>
              </a:rPr>
              <a:t>Line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&amp; </a:t>
            </a:r>
            <a:r>
              <a:rPr lang="en-US" altLang="zh-CN" sz="1400" dirty="0">
                <a:solidFill>
                  <a:srgbClr val="808080"/>
                </a:solidFill>
                <a:latin typeface="Consolas" panose="020B0609020204030204" pitchFamily="49" charset="0"/>
                <a:ea typeface="新宋体"/>
              </a:rPr>
              <a:t>l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) :_p1(</a:t>
            </a:r>
            <a:r>
              <a:rPr lang="en-US" altLang="zh-CN" sz="1400" dirty="0">
                <a:solidFill>
                  <a:srgbClr val="808080"/>
                </a:solidFill>
                <a:latin typeface="Consolas" panose="020B0609020204030204" pitchFamily="49" charset="0"/>
                <a:ea typeface="新宋体"/>
              </a:rPr>
              <a:t>l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._p1), _p2(</a:t>
            </a:r>
            <a:r>
              <a:rPr lang="en-US" altLang="zh-CN" sz="1400" dirty="0">
                <a:solidFill>
                  <a:srgbClr val="808080"/>
                </a:solidFill>
                <a:latin typeface="Consolas" panose="020B0609020204030204" pitchFamily="49" charset="0"/>
                <a:ea typeface="新宋体"/>
              </a:rPr>
              <a:t>l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._p2)</a:t>
            </a:r>
          </a:p>
          <a:p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{  _</a:t>
            </a:r>
            <a:r>
              <a:rPr lang="en-US" altLang="zh-CN" sz="1400" dirty="0" err="1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len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 = </a:t>
            </a:r>
            <a:r>
              <a:rPr lang="en-US" altLang="zh-CN" sz="1400" dirty="0">
                <a:solidFill>
                  <a:srgbClr val="808080"/>
                </a:solidFill>
                <a:latin typeface="Consolas" panose="020B0609020204030204" pitchFamily="49" charset="0"/>
                <a:ea typeface="新宋体"/>
              </a:rPr>
              <a:t>l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._</a:t>
            </a:r>
            <a:r>
              <a:rPr lang="en-US" altLang="zh-CN" sz="1400" dirty="0" err="1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len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;</a:t>
            </a:r>
          </a:p>
          <a:p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}</a:t>
            </a:r>
          </a:p>
        </p:txBody>
      </p:sp>
      <p:sp>
        <p:nvSpPr>
          <p:cNvPr id="3" name="矩形 2"/>
          <p:cNvSpPr/>
          <p:nvPr/>
        </p:nvSpPr>
        <p:spPr>
          <a:xfrm>
            <a:off x="5868144" y="80628"/>
            <a:ext cx="3168352" cy="6771084"/>
          </a:xfrm>
          <a:prstGeom prst="rect">
            <a:avLst/>
          </a:prstGeom>
          <a:solidFill>
            <a:schemeClr val="bg1"/>
          </a:solidFill>
          <a:ln>
            <a:solidFill>
              <a:schemeClr val="bg2">
                <a:lumMod val="2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400" dirty="0">
                <a:solidFill>
                  <a:srgbClr val="0000FF"/>
                </a:solidFill>
                <a:latin typeface="Consolas" panose="020B0609020204030204" pitchFamily="49" charset="0"/>
                <a:ea typeface="新宋体"/>
              </a:rPr>
              <a:t>double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1400" dirty="0">
                <a:solidFill>
                  <a:srgbClr val="2B91AF"/>
                </a:solidFill>
                <a:latin typeface="Consolas" panose="020B0609020204030204" pitchFamily="49" charset="0"/>
                <a:ea typeface="新宋体"/>
              </a:rPr>
              <a:t>Line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::</a:t>
            </a:r>
            <a:r>
              <a:rPr lang="en-US" altLang="zh-CN" sz="1400" dirty="0" err="1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getLen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() </a:t>
            </a:r>
            <a:r>
              <a:rPr lang="en-US" altLang="zh-CN" sz="1400" dirty="0">
                <a:solidFill>
                  <a:srgbClr val="0000FF"/>
                </a:solidFill>
                <a:latin typeface="Consolas" panose="020B0609020204030204" pitchFamily="49" charset="0"/>
                <a:ea typeface="新宋体"/>
              </a:rPr>
              <a:t>const</a:t>
            </a:r>
            <a:endParaRPr lang="en-US" altLang="zh-CN" sz="1400" dirty="0">
              <a:solidFill>
                <a:srgbClr val="000000"/>
              </a:solidFill>
              <a:latin typeface="Consolas" panose="020B0609020204030204" pitchFamily="49" charset="0"/>
              <a:ea typeface="新宋体"/>
            </a:endParaRPr>
          </a:p>
          <a:p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{  </a:t>
            </a:r>
            <a:r>
              <a:rPr lang="en-US" altLang="zh-CN" sz="1400" dirty="0">
                <a:solidFill>
                  <a:srgbClr val="0000FF"/>
                </a:solidFill>
                <a:latin typeface="Consolas" panose="020B0609020204030204" pitchFamily="49" charset="0"/>
                <a:ea typeface="新宋体"/>
              </a:rPr>
              <a:t>return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 _</a:t>
            </a:r>
            <a:r>
              <a:rPr lang="en-US" altLang="zh-CN" sz="1400" dirty="0" err="1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len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;</a:t>
            </a:r>
          </a:p>
          <a:p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}</a:t>
            </a:r>
          </a:p>
          <a:p>
            <a:r>
              <a:rPr lang="en-US" altLang="zh-CN" sz="1400" dirty="0">
                <a:solidFill>
                  <a:srgbClr val="2B91AF"/>
                </a:solidFill>
                <a:latin typeface="Consolas" panose="020B0609020204030204" pitchFamily="49" charset="0"/>
                <a:ea typeface="新宋体"/>
              </a:rPr>
              <a:t>Point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1400" dirty="0">
                <a:solidFill>
                  <a:srgbClr val="2B91AF"/>
                </a:solidFill>
                <a:latin typeface="Consolas" panose="020B0609020204030204" pitchFamily="49" charset="0"/>
                <a:ea typeface="新宋体"/>
              </a:rPr>
              <a:t>Line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::getP1() </a:t>
            </a:r>
            <a:r>
              <a:rPr lang="en-US" altLang="zh-CN" sz="1400" dirty="0">
                <a:solidFill>
                  <a:srgbClr val="0000FF"/>
                </a:solidFill>
                <a:latin typeface="Consolas" panose="020B0609020204030204" pitchFamily="49" charset="0"/>
                <a:ea typeface="新宋体"/>
              </a:rPr>
              <a:t>const</a:t>
            </a:r>
            <a:endParaRPr lang="en-US" altLang="zh-CN" sz="1400" dirty="0">
              <a:solidFill>
                <a:srgbClr val="000000"/>
              </a:solidFill>
              <a:latin typeface="Consolas" panose="020B0609020204030204" pitchFamily="49" charset="0"/>
              <a:ea typeface="新宋体"/>
            </a:endParaRPr>
          </a:p>
          <a:p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{  </a:t>
            </a:r>
            <a:r>
              <a:rPr lang="en-US" altLang="zh-CN" sz="1400" dirty="0">
                <a:solidFill>
                  <a:srgbClr val="0000FF"/>
                </a:solidFill>
                <a:latin typeface="Consolas" panose="020B0609020204030204" pitchFamily="49" charset="0"/>
                <a:ea typeface="新宋体"/>
              </a:rPr>
              <a:t>return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 _p1;</a:t>
            </a:r>
          </a:p>
          <a:p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}</a:t>
            </a:r>
          </a:p>
          <a:p>
            <a:r>
              <a:rPr lang="en-US" altLang="zh-CN" sz="1400" dirty="0">
                <a:solidFill>
                  <a:srgbClr val="2B91AF"/>
                </a:solidFill>
                <a:latin typeface="Consolas" panose="020B0609020204030204" pitchFamily="49" charset="0"/>
                <a:ea typeface="新宋体"/>
              </a:rPr>
              <a:t>Point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1400" dirty="0">
                <a:solidFill>
                  <a:srgbClr val="2B91AF"/>
                </a:solidFill>
                <a:latin typeface="Consolas" panose="020B0609020204030204" pitchFamily="49" charset="0"/>
                <a:ea typeface="新宋体"/>
              </a:rPr>
              <a:t>Line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::getP2() </a:t>
            </a:r>
            <a:r>
              <a:rPr lang="en-US" altLang="zh-CN" sz="1400" dirty="0">
                <a:solidFill>
                  <a:srgbClr val="0000FF"/>
                </a:solidFill>
                <a:latin typeface="Consolas" panose="020B0609020204030204" pitchFamily="49" charset="0"/>
                <a:ea typeface="新宋体"/>
              </a:rPr>
              <a:t>const</a:t>
            </a:r>
            <a:endParaRPr lang="en-US" altLang="zh-CN" sz="1400" dirty="0">
              <a:solidFill>
                <a:srgbClr val="000000"/>
              </a:solidFill>
              <a:latin typeface="Consolas" panose="020B0609020204030204" pitchFamily="49" charset="0"/>
              <a:ea typeface="新宋体"/>
            </a:endParaRPr>
          </a:p>
          <a:p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{  </a:t>
            </a:r>
            <a:r>
              <a:rPr lang="en-US" altLang="zh-CN" sz="1400" dirty="0">
                <a:solidFill>
                  <a:srgbClr val="0000FF"/>
                </a:solidFill>
                <a:latin typeface="Consolas" panose="020B0609020204030204" pitchFamily="49" charset="0"/>
                <a:ea typeface="新宋体"/>
              </a:rPr>
              <a:t>return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 _p2;</a:t>
            </a:r>
          </a:p>
          <a:p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}</a:t>
            </a:r>
          </a:p>
          <a:p>
            <a:r>
              <a:rPr lang="en-US" altLang="zh-CN" sz="1400" dirty="0">
                <a:solidFill>
                  <a:srgbClr val="0000FF"/>
                </a:solidFill>
                <a:latin typeface="Consolas" panose="020B0609020204030204" pitchFamily="49" charset="0"/>
                <a:ea typeface="新宋体"/>
              </a:rPr>
              <a:t>void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1400" dirty="0">
                <a:solidFill>
                  <a:srgbClr val="2B91AF"/>
                </a:solidFill>
                <a:latin typeface="Consolas" panose="020B0609020204030204" pitchFamily="49" charset="0"/>
                <a:ea typeface="新宋体"/>
              </a:rPr>
              <a:t>Line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::setP1(</a:t>
            </a:r>
            <a:r>
              <a:rPr lang="en-US" altLang="zh-CN" sz="1400" dirty="0">
                <a:solidFill>
                  <a:srgbClr val="2B91AF"/>
                </a:solidFill>
                <a:latin typeface="Consolas" panose="020B0609020204030204" pitchFamily="49" charset="0"/>
                <a:ea typeface="新宋体"/>
              </a:rPr>
              <a:t>Point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1400" dirty="0">
                <a:solidFill>
                  <a:srgbClr val="808080"/>
                </a:solidFill>
                <a:latin typeface="Consolas" panose="020B0609020204030204" pitchFamily="49" charset="0"/>
                <a:ea typeface="新宋体"/>
              </a:rPr>
              <a:t>p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)</a:t>
            </a:r>
          </a:p>
          <a:p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{  _p1 </a:t>
            </a:r>
            <a:r>
              <a:rPr lang="en-US" altLang="zh-CN" sz="1400" dirty="0">
                <a:solidFill>
                  <a:srgbClr val="008080"/>
                </a:solidFill>
                <a:latin typeface="Consolas" panose="020B0609020204030204" pitchFamily="49" charset="0"/>
                <a:ea typeface="新宋体"/>
              </a:rPr>
              <a:t>=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1400" dirty="0">
                <a:solidFill>
                  <a:srgbClr val="808080"/>
                </a:solidFill>
                <a:latin typeface="Consolas" panose="020B0609020204030204" pitchFamily="49" charset="0"/>
                <a:ea typeface="新宋体"/>
              </a:rPr>
              <a:t>p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;</a:t>
            </a:r>
          </a:p>
          <a:p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}</a:t>
            </a:r>
          </a:p>
          <a:p>
            <a:r>
              <a:rPr lang="en-US" altLang="zh-CN" sz="1400" dirty="0">
                <a:solidFill>
                  <a:srgbClr val="0000FF"/>
                </a:solidFill>
                <a:latin typeface="Consolas" panose="020B0609020204030204" pitchFamily="49" charset="0"/>
                <a:ea typeface="新宋体"/>
              </a:rPr>
              <a:t>void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1400" dirty="0">
                <a:solidFill>
                  <a:srgbClr val="2B91AF"/>
                </a:solidFill>
                <a:latin typeface="Consolas" panose="020B0609020204030204" pitchFamily="49" charset="0"/>
                <a:ea typeface="新宋体"/>
              </a:rPr>
              <a:t>Line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::setP2(</a:t>
            </a:r>
            <a:r>
              <a:rPr lang="en-US" altLang="zh-CN" sz="1400" dirty="0">
                <a:solidFill>
                  <a:srgbClr val="2B91AF"/>
                </a:solidFill>
                <a:latin typeface="Consolas" panose="020B0609020204030204" pitchFamily="49" charset="0"/>
                <a:ea typeface="新宋体"/>
              </a:rPr>
              <a:t>Point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1400" dirty="0">
                <a:solidFill>
                  <a:srgbClr val="808080"/>
                </a:solidFill>
                <a:latin typeface="Consolas" panose="020B0609020204030204" pitchFamily="49" charset="0"/>
                <a:ea typeface="新宋体"/>
              </a:rPr>
              <a:t>p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)</a:t>
            </a:r>
          </a:p>
          <a:p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{  _p2 </a:t>
            </a:r>
            <a:r>
              <a:rPr lang="en-US" altLang="zh-CN" sz="1400" dirty="0">
                <a:solidFill>
                  <a:srgbClr val="008080"/>
                </a:solidFill>
                <a:latin typeface="Consolas" panose="020B0609020204030204" pitchFamily="49" charset="0"/>
                <a:ea typeface="新宋体"/>
              </a:rPr>
              <a:t>=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1400" dirty="0">
                <a:solidFill>
                  <a:srgbClr val="808080"/>
                </a:solidFill>
                <a:latin typeface="Consolas" panose="020B0609020204030204" pitchFamily="49" charset="0"/>
                <a:ea typeface="新宋体"/>
              </a:rPr>
              <a:t>p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;</a:t>
            </a:r>
          </a:p>
          <a:p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}</a:t>
            </a:r>
          </a:p>
          <a:p>
            <a:r>
              <a:rPr lang="en-US" altLang="zh-CN" sz="1400" dirty="0">
                <a:solidFill>
                  <a:srgbClr val="0000FF"/>
                </a:solidFill>
                <a:latin typeface="Consolas" panose="020B0609020204030204" pitchFamily="49" charset="0"/>
                <a:ea typeface="新宋体"/>
              </a:rPr>
              <a:t>void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1400" dirty="0">
                <a:solidFill>
                  <a:srgbClr val="2B91AF"/>
                </a:solidFill>
                <a:latin typeface="Consolas" panose="020B0609020204030204" pitchFamily="49" charset="0"/>
                <a:ea typeface="新宋体"/>
              </a:rPr>
              <a:t>Line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::setP1(</a:t>
            </a:r>
            <a:r>
              <a:rPr lang="en-US" altLang="zh-CN" sz="1400" dirty="0">
                <a:solidFill>
                  <a:srgbClr val="0000FF"/>
                </a:solidFill>
                <a:latin typeface="Consolas" panose="020B0609020204030204" pitchFamily="49" charset="0"/>
                <a:ea typeface="新宋体"/>
              </a:rPr>
              <a:t>int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1400" dirty="0">
                <a:solidFill>
                  <a:srgbClr val="808080"/>
                </a:solidFill>
                <a:latin typeface="Consolas" panose="020B0609020204030204" pitchFamily="49" charset="0"/>
                <a:ea typeface="新宋体"/>
              </a:rPr>
              <a:t>x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, </a:t>
            </a:r>
            <a:r>
              <a:rPr lang="en-US" altLang="zh-CN" sz="1400" dirty="0">
                <a:solidFill>
                  <a:srgbClr val="0000FF"/>
                </a:solidFill>
                <a:latin typeface="Consolas" panose="020B0609020204030204" pitchFamily="49" charset="0"/>
                <a:ea typeface="新宋体"/>
              </a:rPr>
              <a:t>int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1400" dirty="0">
                <a:solidFill>
                  <a:srgbClr val="808080"/>
                </a:solidFill>
                <a:latin typeface="Consolas" panose="020B0609020204030204" pitchFamily="49" charset="0"/>
                <a:ea typeface="新宋体"/>
              </a:rPr>
              <a:t>y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)</a:t>
            </a:r>
          </a:p>
          <a:p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{  _p1.setX(</a:t>
            </a:r>
            <a:r>
              <a:rPr lang="en-US" altLang="zh-CN" sz="1400" dirty="0">
                <a:solidFill>
                  <a:srgbClr val="808080"/>
                </a:solidFill>
                <a:latin typeface="Consolas" panose="020B0609020204030204" pitchFamily="49" charset="0"/>
                <a:ea typeface="新宋体"/>
              </a:rPr>
              <a:t>x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);</a:t>
            </a:r>
          </a:p>
          <a:p>
            <a:pPr marL="355600"/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_p1.setY(</a:t>
            </a:r>
            <a:r>
              <a:rPr lang="en-US" altLang="zh-CN" sz="1400" dirty="0">
                <a:solidFill>
                  <a:srgbClr val="808080"/>
                </a:solidFill>
                <a:latin typeface="Consolas" panose="020B0609020204030204" pitchFamily="49" charset="0"/>
                <a:ea typeface="新宋体"/>
              </a:rPr>
              <a:t>y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);</a:t>
            </a:r>
          </a:p>
          <a:p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}</a:t>
            </a:r>
          </a:p>
          <a:p>
            <a:r>
              <a:rPr lang="en-US" altLang="zh-CN" sz="1400" dirty="0">
                <a:solidFill>
                  <a:srgbClr val="0000FF"/>
                </a:solidFill>
                <a:latin typeface="Consolas" panose="020B0609020204030204" pitchFamily="49" charset="0"/>
                <a:ea typeface="新宋体"/>
              </a:rPr>
              <a:t>void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1400" dirty="0">
                <a:solidFill>
                  <a:srgbClr val="2B91AF"/>
                </a:solidFill>
                <a:latin typeface="Consolas" panose="020B0609020204030204" pitchFamily="49" charset="0"/>
                <a:ea typeface="新宋体"/>
              </a:rPr>
              <a:t>Line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::setP2(</a:t>
            </a:r>
            <a:r>
              <a:rPr lang="en-US" altLang="zh-CN" sz="1400" dirty="0">
                <a:solidFill>
                  <a:srgbClr val="0000FF"/>
                </a:solidFill>
                <a:latin typeface="Consolas" panose="020B0609020204030204" pitchFamily="49" charset="0"/>
                <a:ea typeface="新宋体"/>
              </a:rPr>
              <a:t>int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1400" dirty="0">
                <a:solidFill>
                  <a:srgbClr val="808080"/>
                </a:solidFill>
                <a:latin typeface="Consolas" panose="020B0609020204030204" pitchFamily="49" charset="0"/>
                <a:ea typeface="新宋体"/>
              </a:rPr>
              <a:t>x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, </a:t>
            </a:r>
            <a:r>
              <a:rPr lang="en-US" altLang="zh-CN" sz="1400" dirty="0">
                <a:solidFill>
                  <a:srgbClr val="0000FF"/>
                </a:solidFill>
                <a:latin typeface="Consolas" panose="020B0609020204030204" pitchFamily="49" charset="0"/>
                <a:ea typeface="新宋体"/>
              </a:rPr>
              <a:t>int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1400" dirty="0">
                <a:solidFill>
                  <a:srgbClr val="808080"/>
                </a:solidFill>
                <a:latin typeface="Consolas" panose="020B0609020204030204" pitchFamily="49" charset="0"/>
                <a:ea typeface="新宋体"/>
              </a:rPr>
              <a:t>y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)</a:t>
            </a:r>
          </a:p>
          <a:p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{  _p2.setX(</a:t>
            </a:r>
            <a:r>
              <a:rPr lang="en-US" altLang="zh-CN" sz="1400" dirty="0">
                <a:solidFill>
                  <a:srgbClr val="808080"/>
                </a:solidFill>
                <a:latin typeface="Consolas" panose="020B0609020204030204" pitchFamily="49" charset="0"/>
                <a:ea typeface="新宋体"/>
              </a:rPr>
              <a:t>x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);</a:t>
            </a:r>
          </a:p>
          <a:p>
            <a:pPr marL="355600"/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_p2.setY(</a:t>
            </a:r>
            <a:r>
              <a:rPr lang="en-US" altLang="zh-CN" sz="1400" dirty="0">
                <a:solidFill>
                  <a:srgbClr val="808080"/>
                </a:solidFill>
                <a:latin typeface="Consolas" panose="020B0609020204030204" pitchFamily="49" charset="0"/>
                <a:ea typeface="新宋体"/>
              </a:rPr>
              <a:t>y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);</a:t>
            </a:r>
          </a:p>
          <a:p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}</a:t>
            </a:r>
          </a:p>
          <a:p>
            <a:r>
              <a:rPr lang="en-US" altLang="zh-CN" sz="1400" dirty="0">
                <a:solidFill>
                  <a:srgbClr val="0000FF"/>
                </a:solidFill>
                <a:latin typeface="Consolas" panose="020B0609020204030204" pitchFamily="49" charset="0"/>
                <a:ea typeface="新宋体"/>
              </a:rPr>
              <a:t>void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1400" dirty="0">
                <a:solidFill>
                  <a:srgbClr val="2B91AF"/>
                </a:solidFill>
                <a:latin typeface="Consolas" panose="020B0609020204030204" pitchFamily="49" charset="0"/>
                <a:ea typeface="新宋体"/>
              </a:rPr>
              <a:t>Line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::show() </a:t>
            </a:r>
            <a:r>
              <a:rPr lang="en-US" altLang="zh-CN" sz="1400" dirty="0">
                <a:solidFill>
                  <a:srgbClr val="0000FF"/>
                </a:solidFill>
                <a:latin typeface="Consolas" panose="020B0609020204030204" pitchFamily="49" charset="0"/>
                <a:ea typeface="新宋体"/>
              </a:rPr>
              <a:t>const</a:t>
            </a:r>
          </a:p>
          <a:p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{  </a:t>
            </a:r>
            <a:r>
              <a:rPr lang="en-US" altLang="zh-CN" sz="1400" dirty="0" err="1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cout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1400" dirty="0">
                <a:solidFill>
                  <a:srgbClr val="008080"/>
                </a:solidFill>
                <a:latin typeface="Consolas" panose="020B0609020204030204" pitchFamily="49" charset="0"/>
                <a:ea typeface="新宋体"/>
              </a:rPr>
              <a:t>&lt;&lt;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1400" dirty="0">
                <a:solidFill>
                  <a:srgbClr val="A31515"/>
                </a:solidFill>
                <a:latin typeface="Consolas" panose="020B0609020204030204" pitchFamily="49" charset="0"/>
                <a:ea typeface="新宋体"/>
              </a:rPr>
              <a:t>"Line ("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;</a:t>
            </a:r>
          </a:p>
          <a:p>
            <a:pPr marL="355600"/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_p1.show();</a:t>
            </a:r>
          </a:p>
          <a:p>
            <a:pPr marL="355600"/>
            <a:r>
              <a:rPr lang="en-US" altLang="zh-CN" sz="1400" dirty="0" err="1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cout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1400" dirty="0">
                <a:solidFill>
                  <a:srgbClr val="008080"/>
                </a:solidFill>
                <a:latin typeface="Consolas" panose="020B0609020204030204" pitchFamily="49" charset="0"/>
                <a:ea typeface="新宋体"/>
              </a:rPr>
              <a:t>&lt;&lt;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1400" dirty="0">
                <a:solidFill>
                  <a:srgbClr val="A31515"/>
                </a:solidFill>
                <a:latin typeface="Consolas" panose="020B0609020204030204" pitchFamily="49" charset="0"/>
                <a:ea typeface="新宋体"/>
              </a:rPr>
              <a:t>","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;</a:t>
            </a:r>
          </a:p>
          <a:p>
            <a:pPr marL="355600"/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_p2.show();</a:t>
            </a:r>
          </a:p>
          <a:p>
            <a:pPr marL="355600"/>
            <a:r>
              <a:rPr lang="en-US" altLang="zh-CN" sz="1400" dirty="0" err="1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cout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1400" dirty="0">
                <a:solidFill>
                  <a:srgbClr val="008080"/>
                </a:solidFill>
                <a:latin typeface="Consolas" panose="020B0609020204030204" pitchFamily="49" charset="0"/>
                <a:ea typeface="新宋体"/>
              </a:rPr>
              <a:t>&lt;&lt;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1400" dirty="0">
                <a:solidFill>
                  <a:srgbClr val="A31515"/>
                </a:solidFill>
                <a:latin typeface="Consolas" panose="020B0609020204030204" pitchFamily="49" charset="0"/>
                <a:ea typeface="新宋体"/>
              </a:rPr>
              <a:t>")"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;</a:t>
            </a:r>
          </a:p>
          <a:p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0524685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287524" y="1268760"/>
            <a:ext cx="4776726" cy="2677656"/>
          </a:xfrm>
          <a:prstGeom prst="rect">
            <a:avLst/>
          </a:prstGeom>
          <a:solidFill>
            <a:schemeClr val="bg1"/>
          </a:solidFill>
          <a:ln>
            <a:solidFill>
              <a:schemeClr val="bg2">
                <a:lumMod val="2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400" dirty="0" err="1">
                <a:solidFill>
                  <a:srgbClr val="0000FF"/>
                </a:solidFill>
                <a:latin typeface="Consolas" panose="020B0609020204030204" pitchFamily="49" charset="0"/>
                <a:ea typeface="新宋体"/>
              </a:rPr>
              <a:t>int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 main()</a:t>
            </a:r>
          </a:p>
          <a:p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{  </a:t>
            </a:r>
            <a:r>
              <a:rPr lang="en-US" altLang="zh-CN" sz="1400" dirty="0">
                <a:solidFill>
                  <a:srgbClr val="2B91AF"/>
                </a:solidFill>
                <a:latin typeface="Consolas" panose="020B0609020204030204" pitchFamily="49" charset="0"/>
                <a:ea typeface="新宋体"/>
              </a:rPr>
              <a:t>Point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 myp1(1,1), myp2(4,5), myp3(8,8);</a:t>
            </a:r>
          </a:p>
          <a:p>
            <a:pPr marL="355600"/>
            <a:r>
              <a:rPr lang="en-US" altLang="zh-CN" sz="1400" dirty="0">
                <a:solidFill>
                  <a:srgbClr val="2B91AF"/>
                </a:solidFill>
                <a:latin typeface="Consolas" panose="020B0609020204030204" pitchFamily="49" charset="0"/>
                <a:ea typeface="新宋体"/>
              </a:rPr>
              <a:t>Line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 line(myp1, myp2);</a:t>
            </a:r>
          </a:p>
          <a:p>
            <a:pPr marL="355600"/>
            <a:r>
              <a:rPr lang="en-US" altLang="zh-CN" sz="1400" dirty="0" err="1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line.show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();</a:t>
            </a:r>
          </a:p>
          <a:p>
            <a:pPr marL="355600"/>
            <a:r>
              <a:rPr lang="en-US" altLang="zh-CN" sz="1400" dirty="0" err="1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cout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1400" dirty="0">
                <a:solidFill>
                  <a:srgbClr val="008080"/>
                </a:solidFill>
                <a:latin typeface="Consolas" panose="020B0609020204030204" pitchFamily="49" charset="0"/>
                <a:ea typeface="新宋体"/>
              </a:rPr>
              <a:t>&lt;&lt;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1400" dirty="0" err="1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endl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;</a:t>
            </a:r>
          </a:p>
          <a:p>
            <a:pPr marL="355600"/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line.setP1(2, 2);</a:t>
            </a:r>
          </a:p>
          <a:p>
            <a:pPr marL="355600"/>
            <a:r>
              <a:rPr lang="en-US" altLang="zh-CN" sz="1400" dirty="0" err="1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line.show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();</a:t>
            </a:r>
          </a:p>
          <a:p>
            <a:pPr marL="355600"/>
            <a:r>
              <a:rPr lang="en-US" altLang="zh-CN" sz="1400" dirty="0" err="1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cout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1400" dirty="0">
                <a:solidFill>
                  <a:srgbClr val="008080"/>
                </a:solidFill>
                <a:latin typeface="Consolas" panose="020B0609020204030204" pitchFamily="49" charset="0"/>
                <a:ea typeface="新宋体"/>
              </a:rPr>
              <a:t>&lt;&lt;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1400" dirty="0" err="1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endl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;</a:t>
            </a:r>
          </a:p>
          <a:p>
            <a:pPr marL="355600"/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line.setP2(myp3);</a:t>
            </a:r>
          </a:p>
          <a:p>
            <a:pPr marL="355600"/>
            <a:r>
              <a:rPr lang="en-US" altLang="zh-CN" sz="1400" dirty="0" err="1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line.show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();</a:t>
            </a:r>
          </a:p>
          <a:p>
            <a:pPr marL="355600"/>
            <a:r>
              <a:rPr lang="en-US" altLang="zh-CN" sz="1400" dirty="0">
                <a:solidFill>
                  <a:srgbClr val="0000FF"/>
                </a:solidFill>
                <a:latin typeface="Consolas" panose="020B0609020204030204" pitchFamily="49" charset="0"/>
                <a:ea typeface="新宋体"/>
              </a:rPr>
              <a:t>return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 0;</a:t>
            </a:r>
          </a:p>
          <a:p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}</a:t>
            </a:r>
          </a:p>
        </p:txBody>
      </p:sp>
      <p:sp>
        <p:nvSpPr>
          <p:cNvPr id="2" name="矩形 1"/>
          <p:cNvSpPr/>
          <p:nvPr/>
        </p:nvSpPr>
        <p:spPr>
          <a:xfrm>
            <a:off x="1187624" y="4329100"/>
            <a:ext cx="2664296" cy="861774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US" altLang="zh-CN" sz="1600" dirty="0">
                <a:solidFill>
                  <a:schemeClr val="bg1"/>
                </a:solidFill>
              </a:rPr>
              <a:t>Line ((1,1),(4,5))</a:t>
            </a:r>
          </a:p>
          <a:p>
            <a:r>
              <a:rPr lang="en-US" altLang="zh-CN" sz="1600" dirty="0">
                <a:solidFill>
                  <a:schemeClr val="bg1"/>
                </a:solidFill>
              </a:rPr>
              <a:t>Line ((2,2),(4,5))</a:t>
            </a:r>
          </a:p>
          <a:p>
            <a:r>
              <a:rPr lang="en-US" altLang="zh-CN" sz="1600" dirty="0">
                <a:solidFill>
                  <a:schemeClr val="bg1"/>
                </a:solidFill>
              </a:rPr>
              <a:t>Line ((2,2),(8,8))</a:t>
            </a:r>
            <a:endParaRPr lang="zh-CN" altLang="en-US" sz="16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8453297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前向引用声明</a:t>
            </a:r>
          </a:p>
        </p:txBody>
      </p:sp>
      <p:sp>
        <p:nvSpPr>
          <p:cNvPr id="58372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130000"/>
              </a:lnSpc>
            </a:pPr>
            <a:r>
              <a:rPr lang="zh-CN" altLang="en-US" dirty="0"/>
              <a:t>类应该先声明，后使用</a:t>
            </a:r>
          </a:p>
          <a:p>
            <a:pPr eaLnBrk="1" hangingPunct="1">
              <a:lnSpc>
                <a:spcPct val="130000"/>
              </a:lnSpc>
            </a:pPr>
            <a:r>
              <a:rPr lang="zh-CN" altLang="en-US" dirty="0"/>
              <a:t>如果需要在某个类的声明之前，引用该类，则应进行前向引用声明</a:t>
            </a:r>
            <a:r>
              <a:rPr lang="en-US" altLang="zh-CN" dirty="0"/>
              <a:t>:  </a:t>
            </a:r>
          </a:p>
          <a:p>
            <a:pPr marL="0" indent="0" eaLnBrk="1" hangingPunct="1">
              <a:lnSpc>
                <a:spcPct val="130000"/>
              </a:lnSpc>
              <a:buNone/>
            </a:pPr>
            <a:r>
              <a:rPr lang="en-US" altLang="zh-CN" dirty="0"/>
              <a:t>        class B</a:t>
            </a:r>
            <a:r>
              <a:rPr lang="zh-CN" altLang="en-US" dirty="0"/>
              <a:t>；</a:t>
            </a:r>
          </a:p>
          <a:p>
            <a:pPr eaLnBrk="1" hangingPunct="1">
              <a:lnSpc>
                <a:spcPct val="130000"/>
              </a:lnSpc>
            </a:pPr>
            <a:r>
              <a:rPr lang="zh-CN" altLang="en-US" dirty="0"/>
              <a:t>前向引用声明只为程序引入一个标识符，但具体声明在其他地方。</a:t>
            </a:r>
          </a:p>
        </p:txBody>
      </p:sp>
      <p:sp>
        <p:nvSpPr>
          <p:cNvPr id="58370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/>
            <a:fld id="{4BDA35A3-FCB4-49E0-8C11-8DE690571063}" type="slidenum">
              <a:rPr lang="en-US" altLang="zh-CN" sz="1400"/>
              <a:pPr eaLnBrk="1" hangingPunct="1"/>
              <a:t>19</a:t>
            </a:fld>
            <a:endParaRPr lang="en-US" altLang="zh-CN" sz="1400"/>
          </a:p>
        </p:txBody>
      </p:sp>
    </p:spTree>
    <p:extLst>
      <p:ext uri="{BB962C8B-B14F-4D97-AF65-F5344CB8AC3E}">
        <p14:creationId xmlns:p14="http://schemas.microsoft.com/office/powerpoint/2010/main" val="268982586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5" name="Rectangle 2"/>
          <p:cNvSpPr>
            <a:spLocks noGrp="1" noChangeArrowheads="1"/>
          </p:cNvSpPr>
          <p:nvPr>
            <p:ph type="title"/>
          </p:nvPr>
        </p:nvSpPr>
        <p:spPr>
          <a:xfrm>
            <a:off x="1143000" y="80628"/>
            <a:ext cx="7315200" cy="890972"/>
          </a:xfrm>
        </p:spPr>
        <p:txBody>
          <a:bodyPr/>
          <a:lstStyle/>
          <a:p>
            <a:pPr eaLnBrk="1" hangingPunct="1"/>
            <a:r>
              <a:rPr lang="zh-CN" altLang="en-US" dirty="0"/>
              <a:t>前向引用声明举例</a:t>
            </a:r>
          </a:p>
        </p:txBody>
      </p:sp>
      <p:sp>
        <p:nvSpPr>
          <p:cNvPr id="59394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/>
            <a:fld id="{B9338855-1917-405C-BF63-94797BD0FD7B}" type="slidenum">
              <a:rPr lang="en-US" altLang="zh-CN" sz="1400"/>
              <a:pPr eaLnBrk="1" hangingPunct="1"/>
              <a:t>20</a:t>
            </a:fld>
            <a:endParaRPr lang="en-US" altLang="zh-CN" sz="1400"/>
          </a:p>
        </p:txBody>
      </p:sp>
      <p:sp>
        <p:nvSpPr>
          <p:cNvPr id="3" name="矩形 2"/>
          <p:cNvSpPr/>
          <p:nvPr/>
        </p:nvSpPr>
        <p:spPr>
          <a:xfrm>
            <a:off x="143508" y="2136916"/>
            <a:ext cx="2556284" cy="3416320"/>
          </a:xfrm>
          <a:prstGeom prst="rect">
            <a:avLst/>
          </a:prstGeom>
          <a:solidFill>
            <a:schemeClr val="bg1"/>
          </a:solidFill>
          <a:ln>
            <a:solidFill>
              <a:schemeClr val="tx2">
                <a:lumMod val="75000"/>
                <a:lumOff val="2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2400" dirty="0">
                <a:solidFill>
                  <a:srgbClr val="0000FF"/>
                </a:solidFill>
                <a:latin typeface="新宋体"/>
                <a:ea typeface="新宋体"/>
              </a:rPr>
              <a:t>class</a:t>
            </a:r>
            <a:r>
              <a:rPr lang="en-US" altLang="zh-CN" sz="2400" dirty="0">
                <a:solidFill>
                  <a:srgbClr val="000000"/>
                </a:solidFill>
                <a:latin typeface="新宋体"/>
                <a:ea typeface="新宋体"/>
              </a:rPr>
              <a:t> </a:t>
            </a:r>
            <a:r>
              <a:rPr lang="en-US" altLang="zh-CN" sz="2400" dirty="0">
                <a:solidFill>
                  <a:srgbClr val="2B91AF"/>
                </a:solidFill>
                <a:latin typeface="新宋体"/>
                <a:ea typeface="新宋体"/>
              </a:rPr>
              <a:t>A</a:t>
            </a:r>
            <a:endParaRPr lang="en-US" altLang="zh-CN" sz="2400" dirty="0">
              <a:solidFill>
                <a:srgbClr val="000000"/>
              </a:solidFill>
              <a:latin typeface="新宋体"/>
              <a:ea typeface="新宋体"/>
            </a:endParaRPr>
          </a:p>
          <a:p>
            <a:r>
              <a:rPr lang="en-US" altLang="zh-CN" sz="2400" dirty="0">
                <a:solidFill>
                  <a:srgbClr val="000000"/>
                </a:solidFill>
                <a:latin typeface="新宋体"/>
                <a:ea typeface="新宋体"/>
              </a:rPr>
              <a:t>{</a:t>
            </a:r>
            <a:r>
              <a:rPr lang="en-US" altLang="zh-CN" sz="2400" dirty="0">
                <a:solidFill>
                  <a:srgbClr val="0000FF"/>
                </a:solidFill>
                <a:latin typeface="新宋体"/>
                <a:ea typeface="新宋体"/>
              </a:rPr>
              <a:t>public</a:t>
            </a:r>
            <a:r>
              <a:rPr lang="en-US" altLang="zh-CN" sz="2400" dirty="0">
                <a:solidFill>
                  <a:srgbClr val="000000"/>
                </a:solidFill>
                <a:latin typeface="新宋体"/>
                <a:ea typeface="新宋体"/>
              </a:rPr>
              <a:t>:</a:t>
            </a:r>
          </a:p>
          <a:p>
            <a:r>
              <a:rPr lang="en-US" altLang="zh-CN" sz="2400" dirty="0">
                <a:solidFill>
                  <a:srgbClr val="0000FF"/>
                </a:solidFill>
                <a:latin typeface="新宋体"/>
                <a:ea typeface="新宋体"/>
              </a:rPr>
              <a:t>   void</a:t>
            </a:r>
            <a:r>
              <a:rPr lang="en-US" altLang="zh-CN" sz="2400" dirty="0">
                <a:solidFill>
                  <a:srgbClr val="000000"/>
                </a:solidFill>
                <a:latin typeface="新宋体"/>
                <a:ea typeface="新宋体"/>
              </a:rPr>
              <a:t> f(</a:t>
            </a:r>
            <a:r>
              <a:rPr lang="en-US" altLang="zh-CN" sz="2400" dirty="0">
                <a:solidFill>
                  <a:srgbClr val="2B91AF"/>
                </a:solidFill>
                <a:latin typeface="新宋体"/>
                <a:ea typeface="新宋体"/>
              </a:rPr>
              <a:t>B</a:t>
            </a:r>
            <a:r>
              <a:rPr lang="en-US" altLang="zh-CN" sz="2400" dirty="0">
                <a:solidFill>
                  <a:srgbClr val="000000"/>
                </a:solidFill>
                <a:latin typeface="新宋体"/>
                <a:ea typeface="新宋体"/>
              </a:rPr>
              <a:t> </a:t>
            </a:r>
            <a:r>
              <a:rPr lang="en-US" altLang="zh-CN" sz="2400" dirty="0">
                <a:solidFill>
                  <a:srgbClr val="808080"/>
                </a:solidFill>
                <a:latin typeface="新宋体"/>
                <a:ea typeface="新宋体"/>
              </a:rPr>
              <a:t>b</a:t>
            </a:r>
            <a:r>
              <a:rPr lang="en-US" altLang="zh-CN" sz="2400" dirty="0">
                <a:solidFill>
                  <a:srgbClr val="000000"/>
                </a:solidFill>
                <a:latin typeface="新宋体"/>
                <a:ea typeface="新宋体"/>
              </a:rPr>
              <a:t>); </a:t>
            </a:r>
          </a:p>
          <a:p>
            <a:r>
              <a:rPr lang="en-US" altLang="zh-CN" sz="2400" dirty="0">
                <a:solidFill>
                  <a:srgbClr val="000000"/>
                </a:solidFill>
                <a:latin typeface="新宋体"/>
                <a:ea typeface="新宋体"/>
              </a:rPr>
              <a:t>};</a:t>
            </a:r>
          </a:p>
          <a:p>
            <a:r>
              <a:rPr lang="en-US" altLang="zh-CN" sz="2400" dirty="0">
                <a:solidFill>
                  <a:srgbClr val="0000FF"/>
                </a:solidFill>
                <a:latin typeface="新宋体"/>
                <a:ea typeface="新宋体"/>
              </a:rPr>
              <a:t>class</a:t>
            </a:r>
            <a:r>
              <a:rPr lang="en-US" altLang="zh-CN" sz="2400" dirty="0">
                <a:solidFill>
                  <a:srgbClr val="000000"/>
                </a:solidFill>
                <a:latin typeface="新宋体"/>
                <a:ea typeface="新宋体"/>
              </a:rPr>
              <a:t> </a:t>
            </a:r>
            <a:r>
              <a:rPr lang="en-US" altLang="zh-CN" sz="2400" dirty="0">
                <a:solidFill>
                  <a:srgbClr val="2B91AF"/>
                </a:solidFill>
                <a:latin typeface="新宋体"/>
                <a:ea typeface="新宋体"/>
              </a:rPr>
              <a:t>B</a:t>
            </a:r>
            <a:endParaRPr lang="en-US" altLang="zh-CN" sz="2400" dirty="0">
              <a:solidFill>
                <a:srgbClr val="000000"/>
              </a:solidFill>
              <a:latin typeface="新宋体"/>
              <a:ea typeface="新宋体"/>
            </a:endParaRPr>
          </a:p>
          <a:p>
            <a:r>
              <a:rPr lang="en-US" altLang="zh-CN" sz="2400" dirty="0">
                <a:solidFill>
                  <a:srgbClr val="000000"/>
                </a:solidFill>
                <a:latin typeface="新宋体"/>
                <a:ea typeface="新宋体"/>
              </a:rPr>
              <a:t>{</a:t>
            </a:r>
            <a:r>
              <a:rPr lang="en-US" altLang="zh-CN" sz="2400" dirty="0">
                <a:solidFill>
                  <a:srgbClr val="0000FF"/>
                </a:solidFill>
                <a:latin typeface="新宋体"/>
                <a:ea typeface="新宋体"/>
              </a:rPr>
              <a:t>public</a:t>
            </a:r>
            <a:r>
              <a:rPr lang="en-US" altLang="zh-CN" sz="2400" dirty="0">
                <a:solidFill>
                  <a:srgbClr val="000000"/>
                </a:solidFill>
                <a:latin typeface="新宋体"/>
                <a:ea typeface="新宋体"/>
              </a:rPr>
              <a:t>:</a:t>
            </a:r>
          </a:p>
          <a:p>
            <a:r>
              <a:rPr lang="en-US" altLang="zh-CN" sz="2400" dirty="0">
                <a:solidFill>
                  <a:srgbClr val="0000FF"/>
                </a:solidFill>
                <a:latin typeface="新宋体"/>
                <a:ea typeface="新宋体"/>
              </a:rPr>
              <a:t>   void</a:t>
            </a:r>
            <a:r>
              <a:rPr lang="en-US" altLang="zh-CN" sz="2400" dirty="0">
                <a:solidFill>
                  <a:srgbClr val="000000"/>
                </a:solidFill>
                <a:latin typeface="新宋体"/>
                <a:ea typeface="新宋体"/>
              </a:rPr>
              <a:t> g(</a:t>
            </a:r>
            <a:r>
              <a:rPr lang="en-US" altLang="zh-CN" sz="2400" dirty="0">
                <a:solidFill>
                  <a:srgbClr val="2B91AF"/>
                </a:solidFill>
                <a:latin typeface="新宋体"/>
                <a:ea typeface="新宋体"/>
              </a:rPr>
              <a:t>A</a:t>
            </a:r>
            <a:r>
              <a:rPr lang="en-US" altLang="zh-CN" sz="2400" dirty="0">
                <a:solidFill>
                  <a:srgbClr val="000000"/>
                </a:solidFill>
                <a:latin typeface="新宋体"/>
                <a:ea typeface="新宋体"/>
              </a:rPr>
              <a:t> </a:t>
            </a:r>
            <a:r>
              <a:rPr lang="en-US" altLang="zh-CN" sz="2400" dirty="0">
                <a:solidFill>
                  <a:srgbClr val="808080"/>
                </a:solidFill>
                <a:latin typeface="新宋体"/>
                <a:ea typeface="新宋体"/>
              </a:rPr>
              <a:t>a</a:t>
            </a:r>
            <a:r>
              <a:rPr lang="en-US" altLang="zh-CN" sz="2400" dirty="0">
                <a:solidFill>
                  <a:srgbClr val="000000"/>
                </a:solidFill>
                <a:latin typeface="新宋体"/>
                <a:ea typeface="新宋体"/>
              </a:rPr>
              <a:t>);</a:t>
            </a:r>
          </a:p>
          <a:p>
            <a:r>
              <a:rPr lang="en-US" altLang="zh-CN" sz="2400" dirty="0">
                <a:solidFill>
                  <a:srgbClr val="000000"/>
                </a:solidFill>
                <a:latin typeface="新宋体"/>
                <a:ea typeface="新宋体"/>
              </a:rPr>
              <a:t>};</a:t>
            </a:r>
          </a:p>
          <a:p>
            <a:endParaRPr lang="en-US" altLang="zh-CN" sz="2400" dirty="0">
              <a:solidFill>
                <a:srgbClr val="000000"/>
              </a:solidFill>
              <a:latin typeface="新宋体"/>
              <a:ea typeface="新宋体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5688124" y="1772816"/>
            <a:ext cx="3312368" cy="3785652"/>
          </a:xfrm>
          <a:prstGeom prst="rect">
            <a:avLst/>
          </a:prstGeom>
          <a:solidFill>
            <a:schemeClr val="bg1"/>
          </a:solidFill>
          <a:ln>
            <a:solidFill>
              <a:schemeClr val="tx2">
                <a:lumMod val="75000"/>
                <a:lumOff val="2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2400" dirty="0">
                <a:solidFill>
                  <a:srgbClr val="0000FF"/>
                </a:solidFill>
                <a:latin typeface="新宋体"/>
                <a:ea typeface="新宋体"/>
              </a:rPr>
              <a:t>class</a:t>
            </a:r>
            <a:r>
              <a:rPr lang="en-US" altLang="zh-CN" sz="2400" dirty="0">
                <a:solidFill>
                  <a:srgbClr val="000000"/>
                </a:solidFill>
                <a:latin typeface="新宋体"/>
                <a:ea typeface="新宋体"/>
              </a:rPr>
              <a:t> </a:t>
            </a:r>
            <a:r>
              <a:rPr lang="en-US" altLang="zh-CN" sz="2400" dirty="0">
                <a:solidFill>
                  <a:srgbClr val="2B91AF"/>
                </a:solidFill>
                <a:latin typeface="新宋体"/>
                <a:ea typeface="新宋体"/>
              </a:rPr>
              <a:t>B</a:t>
            </a:r>
            <a:r>
              <a:rPr lang="en-US" altLang="zh-CN" sz="2400" dirty="0">
                <a:solidFill>
                  <a:srgbClr val="000000"/>
                </a:solidFill>
                <a:latin typeface="新宋体"/>
                <a:ea typeface="新宋体"/>
              </a:rPr>
              <a:t>; </a:t>
            </a:r>
            <a:r>
              <a:rPr lang="en-US" altLang="zh-CN" sz="2400" dirty="0">
                <a:solidFill>
                  <a:srgbClr val="008000"/>
                </a:solidFill>
                <a:latin typeface="新宋体"/>
                <a:ea typeface="新宋体"/>
              </a:rPr>
              <a:t>//</a:t>
            </a:r>
            <a:r>
              <a:rPr lang="zh-CN" altLang="en-US" b="1" dirty="0">
                <a:solidFill>
                  <a:srgbClr val="008000"/>
                </a:solidFill>
                <a:latin typeface="新宋体"/>
                <a:ea typeface="新宋体"/>
              </a:rPr>
              <a:t>前向引用声明</a:t>
            </a:r>
            <a:endParaRPr lang="zh-CN" altLang="en-US" b="1" dirty="0">
              <a:solidFill>
                <a:srgbClr val="000000"/>
              </a:solidFill>
              <a:latin typeface="新宋体"/>
              <a:ea typeface="新宋体"/>
            </a:endParaRPr>
          </a:p>
          <a:p>
            <a:r>
              <a:rPr lang="en-US" altLang="zh-CN" sz="2400" dirty="0">
                <a:solidFill>
                  <a:srgbClr val="0000FF"/>
                </a:solidFill>
                <a:latin typeface="新宋体"/>
                <a:ea typeface="新宋体"/>
              </a:rPr>
              <a:t>class</a:t>
            </a:r>
            <a:r>
              <a:rPr lang="en-US" altLang="zh-CN" sz="2400" dirty="0">
                <a:solidFill>
                  <a:srgbClr val="000000"/>
                </a:solidFill>
                <a:latin typeface="新宋体"/>
                <a:ea typeface="新宋体"/>
              </a:rPr>
              <a:t> </a:t>
            </a:r>
            <a:r>
              <a:rPr lang="en-US" altLang="zh-CN" sz="2400" dirty="0">
                <a:solidFill>
                  <a:srgbClr val="2B91AF"/>
                </a:solidFill>
                <a:latin typeface="新宋体"/>
                <a:ea typeface="新宋体"/>
              </a:rPr>
              <a:t>A</a:t>
            </a:r>
            <a:endParaRPr lang="en-US" altLang="zh-CN" sz="2400" dirty="0">
              <a:solidFill>
                <a:srgbClr val="000000"/>
              </a:solidFill>
              <a:latin typeface="新宋体"/>
              <a:ea typeface="新宋体"/>
            </a:endParaRPr>
          </a:p>
          <a:p>
            <a:r>
              <a:rPr lang="en-US" altLang="zh-CN" sz="2400" dirty="0">
                <a:solidFill>
                  <a:srgbClr val="000000"/>
                </a:solidFill>
                <a:latin typeface="新宋体"/>
                <a:ea typeface="新宋体"/>
              </a:rPr>
              <a:t>{</a:t>
            </a:r>
            <a:r>
              <a:rPr lang="en-US" altLang="zh-CN" sz="2400" dirty="0">
                <a:solidFill>
                  <a:srgbClr val="0000FF"/>
                </a:solidFill>
                <a:latin typeface="新宋体"/>
                <a:ea typeface="新宋体"/>
              </a:rPr>
              <a:t>public</a:t>
            </a:r>
            <a:r>
              <a:rPr lang="en-US" altLang="zh-CN" sz="2400" dirty="0">
                <a:solidFill>
                  <a:srgbClr val="000000"/>
                </a:solidFill>
                <a:latin typeface="新宋体"/>
                <a:ea typeface="新宋体"/>
              </a:rPr>
              <a:t>:</a:t>
            </a:r>
          </a:p>
          <a:p>
            <a:r>
              <a:rPr lang="en-US" altLang="zh-CN" sz="2400" dirty="0">
                <a:solidFill>
                  <a:srgbClr val="0000FF"/>
                </a:solidFill>
                <a:latin typeface="新宋体"/>
                <a:ea typeface="新宋体"/>
              </a:rPr>
              <a:t>   void</a:t>
            </a:r>
            <a:r>
              <a:rPr lang="en-US" altLang="zh-CN" sz="2400" dirty="0">
                <a:solidFill>
                  <a:srgbClr val="000000"/>
                </a:solidFill>
                <a:latin typeface="新宋体"/>
                <a:ea typeface="新宋体"/>
              </a:rPr>
              <a:t> f(</a:t>
            </a:r>
            <a:r>
              <a:rPr lang="en-US" altLang="zh-CN" sz="2400" dirty="0">
                <a:solidFill>
                  <a:srgbClr val="2B91AF"/>
                </a:solidFill>
                <a:latin typeface="新宋体"/>
                <a:ea typeface="新宋体"/>
              </a:rPr>
              <a:t>B</a:t>
            </a:r>
            <a:r>
              <a:rPr lang="en-US" altLang="zh-CN" sz="2400" dirty="0">
                <a:solidFill>
                  <a:srgbClr val="000000"/>
                </a:solidFill>
                <a:latin typeface="新宋体"/>
                <a:ea typeface="新宋体"/>
              </a:rPr>
              <a:t> </a:t>
            </a:r>
            <a:r>
              <a:rPr lang="en-US" altLang="zh-CN" sz="2400" dirty="0">
                <a:solidFill>
                  <a:srgbClr val="808080"/>
                </a:solidFill>
                <a:latin typeface="新宋体"/>
                <a:ea typeface="新宋体"/>
              </a:rPr>
              <a:t>b</a:t>
            </a:r>
            <a:r>
              <a:rPr lang="en-US" altLang="zh-CN" sz="2400" dirty="0">
                <a:solidFill>
                  <a:srgbClr val="000000"/>
                </a:solidFill>
                <a:latin typeface="新宋体"/>
                <a:ea typeface="新宋体"/>
              </a:rPr>
              <a:t>);</a:t>
            </a:r>
          </a:p>
          <a:p>
            <a:r>
              <a:rPr lang="en-US" altLang="zh-CN" sz="2400" dirty="0">
                <a:solidFill>
                  <a:srgbClr val="000000"/>
                </a:solidFill>
                <a:latin typeface="新宋体"/>
                <a:ea typeface="新宋体"/>
              </a:rPr>
              <a:t>};</a:t>
            </a:r>
          </a:p>
          <a:p>
            <a:r>
              <a:rPr lang="en-US" altLang="zh-CN" sz="2400" dirty="0">
                <a:solidFill>
                  <a:srgbClr val="0000FF"/>
                </a:solidFill>
                <a:latin typeface="新宋体"/>
                <a:ea typeface="新宋体"/>
              </a:rPr>
              <a:t>class</a:t>
            </a:r>
            <a:r>
              <a:rPr lang="en-US" altLang="zh-CN" sz="2400" dirty="0">
                <a:solidFill>
                  <a:srgbClr val="000000"/>
                </a:solidFill>
                <a:latin typeface="新宋体"/>
                <a:ea typeface="新宋体"/>
              </a:rPr>
              <a:t> </a:t>
            </a:r>
            <a:r>
              <a:rPr lang="en-US" altLang="zh-CN" sz="2400" dirty="0">
                <a:solidFill>
                  <a:srgbClr val="2B91AF"/>
                </a:solidFill>
                <a:latin typeface="新宋体"/>
                <a:ea typeface="新宋体"/>
              </a:rPr>
              <a:t>B</a:t>
            </a:r>
            <a:endParaRPr lang="en-US" altLang="zh-CN" sz="2400" dirty="0">
              <a:solidFill>
                <a:srgbClr val="000000"/>
              </a:solidFill>
              <a:latin typeface="新宋体"/>
              <a:ea typeface="新宋体"/>
            </a:endParaRPr>
          </a:p>
          <a:p>
            <a:r>
              <a:rPr lang="en-US" altLang="zh-CN" sz="2400" dirty="0">
                <a:solidFill>
                  <a:srgbClr val="000000"/>
                </a:solidFill>
                <a:latin typeface="新宋体"/>
                <a:ea typeface="新宋体"/>
              </a:rPr>
              <a:t>{</a:t>
            </a:r>
            <a:r>
              <a:rPr lang="en-US" altLang="zh-CN" sz="2400" dirty="0">
                <a:solidFill>
                  <a:srgbClr val="0000FF"/>
                </a:solidFill>
                <a:latin typeface="新宋体"/>
                <a:ea typeface="新宋体"/>
              </a:rPr>
              <a:t>public</a:t>
            </a:r>
            <a:r>
              <a:rPr lang="en-US" altLang="zh-CN" sz="2400" dirty="0">
                <a:solidFill>
                  <a:srgbClr val="000000"/>
                </a:solidFill>
                <a:latin typeface="新宋体"/>
                <a:ea typeface="新宋体"/>
              </a:rPr>
              <a:t>:</a:t>
            </a:r>
          </a:p>
          <a:p>
            <a:r>
              <a:rPr lang="en-US" altLang="zh-CN" sz="2400" dirty="0">
                <a:solidFill>
                  <a:srgbClr val="0000FF"/>
                </a:solidFill>
                <a:latin typeface="新宋体"/>
                <a:ea typeface="新宋体"/>
              </a:rPr>
              <a:t>   void</a:t>
            </a:r>
            <a:r>
              <a:rPr lang="en-US" altLang="zh-CN" sz="2400" dirty="0">
                <a:solidFill>
                  <a:srgbClr val="000000"/>
                </a:solidFill>
                <a:latin typeface="新宋体"/>
                <a:ea typeface="新宋体"/>
              </a:rPr>
              <a:t> g(</a:t>
            </a:r>
            <a:r>
              <a:rPr lang="en-US" altLang="zh-CN" sz="2400" dirty="0">
                <a:solidFill>
                  <a:srgbClr val="2B91AF"/>
                </a:solidFill>
                <a:latin typeface="新宋体"/>
                <a:ea typeface="新宋体"/>
              </a:rPr>
              <a:t>A</a:t>
            </a:r>
            <a:r>
              <a:rPr lang="en-US" altLang="zh-CN" sz="2400" dirty="0">
                <a:solidFill>
                  <a:srgbClr val="000000"/>
                </a:solidFill>
                <a:latin typeface="新宋体"/>
                <a:ea typeface="新宋体"/>
              </a:rPr>
              <a:t> </a:t>
            </a:r>
            <a:r>
              <a:rPr lang="en-US" altLang="zh-CN" sz="2400" dirty="0">
                <a:solidFill>
                  <a:srgbClr val="808080"/>
                </a:solidFill>
                <a:latin typeface="新宋体"/>
                <a:ea typeface="新宋体"/>
              </a:rPr>
              <a:t>a</a:t>
            </a:r>
            <a:r>
              <a:rPr lang="en-US" altLang="zh-CN" sz="2400" dirty="0">
                <a:solidFill>
                  <a:srgbClr val="000000"/>
                </a:solidFill>
                <a:latin typeface="新宋体"/>
                <a:ea typeface="新宋体"/>
              </a:rPr>
              <a:t>);</a:t>
            </a:r>
          </a:p>
          <a:p>
            <a:r>
              <a:rPr lang="en-US" altLang="zh-CN" sz="2400" dirty="0">
                <a:solidFill>
                  <a:srgbClr val="000000"/>
                </a:solidFill>
                <a:latin typeface="新宋体"/>
                <a:ea typeface="新宋体"/>
              </a:rPr>
              <a:t>};</a:t>
            </a:r>
          </a:p>
          <a:p>
            <a:endParaRPr lang="zh-CN" altLang="en-US" sz="2400" dirty="0">
              <a:solidFill>
                <a:srgbClr val="000000"/>
              </a:solidFill>
              <a:latin typeface="新宋体"/>
              <a:ea typeface="新宋体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2951820" y="2153691"/>
            <a:ext cx="2520280" cy="3416320"/>
          </a:xfrm>
          <a:prstGeom prst="rect">
            <a:avLst/>
          </a:prstGeom>
          <a:solidFill>
            <a:schemeClr val="bg1"/>
          </a:solidFill>
          <a:ln>
            <a:solidFill>
              <a:schemeClr val="tx2">
                <a:lumMod val="75000"/>
                <a:lumOff val="2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2400" dirty="0">
                <a:solidFill>
                  <a:srgbClr val="0000FF"/>
                </a:solidFill>
                <a:latin typeface="新宋体"/>
                <a:ea typeface="新宋体"/>
              </a:rPr>
              <a:t>class</a:t>
            </a:r>
            <a:r>
              <a:rPr lang="en-US" altLang="zh-CN" sz="2400" dirty="0">
                <a:solidFill>
                  <a:srgbClr val="000000"/>
                </a:solidFill>
                <a:latin typeface="新宋体"/>
                <a:ea typeface="新宋体"/>
              </a:rPr>
              <a:t> </a:t>
            </a:r>
            <a:r>
              <a:rPr lang="en-US" altLang="zh-CN" sz="2400" dirty="0">
                <a:solidFill>
                  <a:srgbClr val="2B91AF"/>
                </a:solidFill>
                <a:latin typeface="新宋体"/>
                <a:ea typeface="新宋体"/>
              </a:rPr>
              <a:t>B</a:t>
            </a:r>
            <a:endParaRPr lang="en-US" altLang="zh-CN" sz="2400" dirty="0">
              <a:solidFill>
                <a:srgbClr val="000000"/>
              </a:solidFill>
              <a:latin typeface="新宋体"/>
              <a:ea typeface="新宋体"/>
            </a:endParaRPr>
          </a:p>
          <a:p>
            <a:r>
              <a:rPr lang="en-US" altLang="zh-CN" sz="2400" dirty="0">
                <a:solidFill>
                  <a:srgbClr val="000000"/>
                </a:solidFill>
                <a:latin typeface="新宋体"/>
                <a:ea typeface="新宋体"/>
              </a:rPr>
              <a:t>{</a:t>
            </a:r>
            <a:r>
              <a:rPr lang="en-US" altLang="zh-CN" sz="2400" dirty="0">
                <a:solidFill>
                  <a:srgbClr val="0000FF"/>
                </a:solidFill>
                <a:latin typeface="新宋体"/>
                <a:ea typeface="新宋体"/>
              </a:rPr>
              <a:t>public</a:t>
            </a:r>
            <a:r>
              <a:rPr lang="en-US" altLang="zh-CN" sz="2400" dirty="0">
                <a:solidFill>
                  <a:srgbClr val="000000"/>
                </a:solidFill>
                <a:latin typeface="新宋体"/>
                <a:ea typeface="新宋体"/>
              </a:rPr>
              <a:t>:</a:t>
            </a:r>
          </a:p>
          <a:p>
            <a:r>
              <a:rPr lang="en-US" altLang="zh-CN" sz="2400" dirty="0">
                <a:solidFill>
                  <a:srgbClr val="0000FF"/>
                </a:solidFill>
                <a:latin typeface="新宋体"/>
                <a:ea typeface="新宋体"/>
              </a:rPr>
              <a:t>   void</a:t>
            </a:r>
            <a:r>
              <a:rPr lang="en-US" altLang="zh-CN" sz="2400" dirty="0">
                <a:solidFill>
                  <a:srgbClr val="000000"/>
                </a:solidFill>
                <a:latin typeface="新宋体"/>
                <a:ea typeface="新宋体"/>
              </a:rPr>
              <a:t> g(</a:t>
            </a:r>
            <a:r>
              <a:rPr lang="en-US" altLang="zh-CN" sz="2400" dirty="0">
                <a:solidFill>
                  <a:srgbClr val="2B91AF"/>
                </a:solidFill>
                <a:latin typeface="新宋体"/>
                <a:ea typeface="新宋体"/>
              </a:rPr>
              <a:t>A</a:t>
            </a:r>
            <a:r>
              <a:rPr lang="en-US" altLang="zh-CN" sz="2400" dirty="0">
                <a:solidFill>
                  <a:srgbClr val="000000"/>
                </a:solidFill>
                <a:latin typeface="新宋体"/>
                <a:ea typeface="新宋体"/>
              </a:rPr>
              <a:t> </a:t>
            </a:r>
            <a:r>
              <a:rPr lang="en-US" altLang="zh-CN" sz="2400" dirty="0">
                <a:solidFill>
                  <a:srgbClr val="808080"/>
                </a:solidFill>
                <a:latin typeface="新宋体"/>
                <a:ea typeface="新宋体"/>
              </a:rPr>
              <a:t>a</a:t>
            </a:r>
            <a:r>
              <a:rPr lang="en-US" altLang="zh-CN" sz="2400" dirty="0">
                <a:solidFill>
                  <a:srgbClr val="000000"/>
                </a:solidFill>
                <a:latin typeface="新宋体"/>
                <a:ea typeface="新宋体"/>
              </a:rPr>
              <a:t>);</a:t>
            </a:r>
          </a:p>
          <a:p>
            <a:r>
              <a:rPr lang="en-US" altLang="zh-CN" sz="2400" dirty="0">
                <a:solidFill>
                  <a:srgbClr val="000000"/>
                </a:solidFill>
                <a:latin typeface="新宋体"/>
                <a:ea typeface="新宋体"/>
              </a:rPr>
              <a:t>};</a:t>
            </a:r>
          </a:p>
          <a:p>
            <a:r>
              <a:rPr lang="en-US" altLang="zh-CN" sz="2400" dirty="0">
                <a:solidFill>
                  <a:srgbClr val="0000FF"/>
                </a:solidFill>
                <a:latin typeface="新宋体"/>
                <a:ea typeface="新宋体"/>
              </a:rPr>
              <a:t>class</a:t>
            </a:r>
            <a:r>
              <a:rPr lang="en-US" altLang="zh-CN" sz="2400" dirty="0">
                <a:solidFill>
                  <a:srgbClr val="000000"/>
                </a:solidFill>
                <a:latin typeface="新宋体"/>
                <a:ea typeface="新宋体"/>
              </a:rPr>
              <a:t> </a:t>
            </a:r>
            <a:r>
              <a:rPr lang="en-US" altLang="zh-CN" sz="2400" dirty="0">
                <a:solidFill>
                  <a:srgbClr val="2B91AF"/>
                </a:solidFill>
                <a:latin typeface="新宋体"/>
                <a:ea typeface="新宋体"/>
              </a:rPr>
              <a:t>A</a:t>
            </a:r>
            <a:endParaRPr lang="en-US" altLang="zh-CN" sz="2400" dirty="0">
              <a:solidFill>
                <a:srgbClr val="000000"/>
              </a:solidFill>
              <a:latin typeface="新宋体"/>
              <a:ea typeface="新宋体"/>
            </a:endParaRPr>
          </a:p>
          <a:p>
            <a:r>
              <a:rPr lang="en-US" altLang="zh-CN" sz="2400" dirty="0">
                <a:solidFill>
                  <a:srgbClr val="000000"/>
                </a:solidFill>
                <a:latin typeface="新宋体"/>
                <a:ea typeface="新宋体"/>
              </a:rPr>
              <a:t>{</a:t>
            </a:r>
            <a:r>
              <a:rPr lang="en-US" altLang="zh-CN" sz="2400" dirty="0">
                <a:solidFill>
                  <a:srgbClr val="0000FF"/>
                </a:solidFill>
                <a:latin typeface="新宋体"/>
                <a:ea typeface="新宋体"/>
              </a:rPr>
              <a:t>public</a:t>
            </a:r>
            <a:r>
              <a:rPr lang="en-US" altLang="zh-CN" sz="2400" dirty="0">
                <a:solidFill>
                  <a:srgbClr val="000000"/>
                </a:solidFill>
                <a:latin typeface="新宋体"/>
                <a:ea typeface="新宋体"/>
              </a:rPr>
              <a:t>:</a:t>
            </a:r>
          </a:p>
          <a:p>
            <a:r>
              <a:rPr lang="en-US" altLang="zh-CN" sz="2400" dirty="0">
                <a:solidFill>
                  <a:srgbClr val="0000FF"/>
                </a:solidFill>
                <a:latin typeface="新宋体"/>
                <a:ea typeface="新宋体"/>
              </a:rPr>
              <a:t>   void</a:t>
            </a:r>
            <a:r>
              <a:rPr lang="en-US" altLang="zh-CN" sz="2400" dirty="0">
                <a:solidFill>
                  <a:srgbClr val="000000"/>
                </a:solidFill>
                <a:latin typeface="新宋体"/>
                <a:ea typeface="新宋体"/>
              </a:rPr>
              <a:t> f(</a:t>
            </a:r>
            <a:r>
              <a:rPr lang="en-US" altLang="zh-CN" sz="2400" dirty="0">
                <a:solidFill>
                  <a:srgbClr val="2B91AF"/>
                </a:solidFill>
                <a:latin typeface="新宋体"/>
                <a:ea typeface="新宋体"/>
              </a:rPr>
              <a:t>B</a:t>
            </a:r>
            <a:r>
              <a:rPr lang="en-US" altLang="zh-CN" sz="2400" dirty="0">
                <a:solidFill>
                  <a:srgbClr val="000000"/>
                </a:solidFill>
                <a:latin typeface="新宋体"/>
                <a:ea typeface="新宋体"/>
              </a:rPr>
              <a:t> </a:t>
            </a:r>
            <a:r>
              <a:rPr lang="en-US" altLang="zh-CN" sz="2400" dirty="0">
                <a:solidFill>
                  <a:srgbClr val="808080"/>
                </a:solidFill>
                <a:latin typeface="新宋体"/>
                <a:ea typeface="新宋体"/>
              </a:rPr>
              <a:t>b</a:t>
            </a:r>
            <a:r>
              <a:rPr lang="en-US" altLang="zh-CN" sz="2400" dirty="0">
                <a:solidFill>
                  <a:srgbClr val="000000"/>
                </a:solidFill>
                <a:latin typeface="新宋体"/>
                <a:ea typeface="新宋体"/>
              </a:rPr>
              <a:t>);</a:t>
            </a:r>
          </a:p>
          <a:p>
            <a:r>
              <a:rPr lang="en-US" altLang="zh-CN" sz="2400" dirty="0">
                <a:solidFill>
                  <a:srgbClr val="000000"/>
                </a:solidFill>
                <a:latin typeface="新宋体"/>
                <a:ea typeface="新宋体"/>
              </a:rPr>
              <a:t>};</a:t>
            </a:r>
          </a:p>
          <a:p>
            <a:endParaRPr lang="en-US" altLang="zh-CN" sz="2400" dirty="0">
              <a:solidFill>
                <a:srgbClr val="000000"/>
              </a:solidFill>
              <a:latin typeface="新宋体"/>
              <a:ea typeface="新宋体"/>
            </a:endParaRPr>
          </a:p>
        </p:txBody>
      </p:sp>
      <p:grpSp>
        <p:nvGrpSpPr>
          <p:cNvPr id="21" name="组合 20"/>
          <p:cNvGrpSpPr/>
          <p:nvPr/>
        </p:nvGrpSpPr>
        <p:grpSpPr>
          <a:xfrm>
            <a:off x="935596" y="1600921"/>
            <a:ext cx="1752211" cy="1436095"/>
            <a:chOff x="935596" y="1600921"/>
            <a:chExt cx="1752211" cy="1436095"/>
          </a:xfrm>
        </p:grpSpPr>
        <p:sp>
          <p:nvSpPr>
            <p:cNvPr id="5" name="矩形 4"/>
            <p:cNvSpPr/>
            <p:nvPr/>
          </p:nvSpPr>
          <p:spPr>
            <a:xfrm>
              <a:off x="935596" y="1600921"/>
              <a:ext cx="1752211" cy="369332"/>
            </a:xfrm>
            <a:prstGeom prst="rect">
              <a:avLst/>
            </a:prstGeom>
            <a:solidFill>
              <a:srgbClr val="FFFF00"/>
            </a:solidFill>
          </p:spPr>
          <p:txBody>
            <a:bodyPr wrap="none">
              <a:spAutoFit/>
            </a:bodyPr>
            <a:lstStyle/>
            <a:p>
              <a:r>
                <a:rPr lang="en-US" altLang="zh-CN" dirty="0"/>
                <a:t>error:  B </a:t>
              </a:r>
              <a:r>
                <a:rPr lang="zh-CN" altLang="en-US" dirty="0"/>
                <a:t>未定义</a:t>
              </a:r>
            </a:p>
          </p:txBody>
        </p:sp>
        <p:cxnSp>
          <p:nvCxnSpPr>
            <p:cNvPr id="7" name="直接箭头连接符 6"/>
            <p:cNvCxnSpPr/>
            <p:nvPr/>
          </p:nvCxnSpPr>
          <p:spPr>
            <a:xfrm flipH="1">
              <a:off x="1871700" y="1970253"/>
              <a:ext cx="252028" cy="1066763"/>
            </a:xfrm>
            <a:prstGeom prst="straightConnector1">
              <a:avLst/>
            </a:prstGeom>
            <a:ln w="25400">
              <a:solidFill>
                <a:srgbClr val="FFC000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2" name="组合 21"/>
          <p:cNvGrpSpPr/>
          <p:nvPr/>
        </p:nvGrpSpPr>
        <p:grpSpPr>
          <a:xfrm>
            <a:off x="3671900" y="1628800"/>
            <a:ext cx="1755417" cy="1443578"/>
            <a:chOff x="3671900" y="1674741"/>
            <a:chExt cx="1755417" cy="1443578"/>
          </a:xfrm>
        </p:grpSpPr>
        <p:sp>
          <p:nvSpPr>
            <p:cNvPr id="11" name="矩形 10"/>
            <p:cNvSpPr/>
            <p:nvPr/>
          </p:nvSpPr>
          <p:spPr>
            <a:xfrm>
              <a:off x="3671900" y="1674741"/>
              <a:ext cx="1755417" cy="369332"/>
            </a:xfrm>
            <a:prstGeom prst="rect">
              <a:avLst/>
            </a:prstGeom>
            <a:solidFill>
              <a:srgbClr val="FFFF00"/>
            </a:solidFill>
          </p:spPr>
          <p:txBody>
            <a:bodyPr wrap="none">
              <a:spAutoFit/>
            </a:bodyPr>
            <a:lstStyle/>
            <a:p>
              <a:r>
                <a:rPr lang="en-US" altLang="zh-CN" dirty="0"/>
                <a:t>error:  A </a:t>
              </a:r>
              <a:r>
                <a:rPr lang="zh-CN" altLang="en-US" dirty="0"/>
                <a:t>未定义</a:t>
              </a:r>
            </a:p>
          </p:txBody>
        </p:sp>
        <p:cxnSp>
          <p:nvCxnSpPr>
            <p:cNvPr id="15" name="直接箭头连接符 14"/>
            <p:cNvCxnSpPr/>
            <p:nvPr/>
          </p:nvCxnSpPr>
          <p:spPr>
            <a:xfrm flipH="1">
              <a:off x="4680012" y="2051556"/>
              <a:ext cx="252028" cy="1066763"/>
            </a:xfrm>
            <a:prstGeom prst="straightConnector1">
              <a:avLst/>
            </a:prstGeom>
            <a:ln w="25400">
              <a:solidFill>
                <a:srgbClr val="FFC000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" name="乘号 11"/>
          <p:cNvSpPr/>
          <p:nvPr/>
        </p:nvSpPr>
        <p:spPr>
          <a:xfrm>
            <a:off x="1997714" y="4717878"/>
            <a:ext cx="486054" cy="803414"/>
          </a:xfrm>
          <a:prstGeom prst="mathMultiply">
            <a:avLst>
              <a:gd name="adj1" fmla="val 9480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乘号 16"/>
          <p:cNvSpPr/>
          <p:nvPr/>
        </p:nvSpPr>
        <p:spPr>
          <a:xfrm>
            <a:off x="4842030" y="4730593"/>
            <a:ext cx="486054" cy="803414"/>
          </a:xfrm>
          <a:prstGeom prst="mathMultiply">
            <a:avLst>
              <a:gd name="adj1" fmla="val 9480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8" name="组合 17"/>
          <p:cNvGrpSpPr/>
          <p:nvPr/>
        </p:nvGrpSpPr>
        <p:grpSpPr>
          <a:xfrm>
            <a:off x="7964760" y="4734436"/>
            <a:ext cx="891716" cy="692460"/>
            <a:chOff x="6516216" y="5148808"/>
            <a:chExt cx="891716" cy="692460"/>
          </a:xfrm>
        </p:grpSpPr>
        <p:cxnSp>
          <p:nvCxnSpPr>
            <p:cNvPr id="14" name="直接连接符 13"/>
            <p:cNvCxnSpPr/>
            <p:nvPr/>
          </p:nvCxnSpPr>
          <p:spPr>
            <a:xfrm>
              <a:off x="6516216" y="5553236"/>
              <a:ext cx="252028" cy="288032"/>
            </a:xfrm>
            <a:prstGeom prst="line">
              <a:avLst/>
            </a:prstGeom>
            <a:ln w="635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直接连接符 19"/>
            <p:cNvCxnSpPr/>
            <p:nvPr/>
          </p:nvCxnSpPr>
          <p:spPr>
            <a:xfrm flipH="1">
              <a:off x="6732240" y="5148808"/>
              <a:ext cx="675692" cy="692460"/>
            </a:xfrm>
            <a:prstGeom prst="line">
              <a:avLst/>
            </a:prstGeom>
            <a:ln w="635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9" name="圆角矩形 18"/>
          <p:cNvSpPr/>
          <p:nvPr/>
        </p:nvSpPr>
        <p:spPr>
          <a:xfrm>
            <a:off x="5688124" y="1808820"/>
            <a:ext cx="1440160" cy="489473"/>
          </a:xfrm>
          <a:prstGeom prst="roundRect">
            <a:avLst/>
          </a:prstGeom>
          <a:noFill/>
          <a:ln w="3810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矩形 1"/>
          <p:cNvSpPr/>
          <p:nvPr/>
        </p:nvSpPr>
        <p:spPr>
          <a:xfrm>
            <a:off x="863715" y="836712"/>
            <a:ext cx="4176210" cy="608372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>
            <a:spAutoFit/>
          </a:bodyPr>
          <a:lstStyle/>
          <a:p>
            <a:pPr lvl="0">
              <a:lnSpc>
                <a:spcPct val="130000"/>
              </a:lnSpc>
              <a:spcBef>
                <a:spcPct val="20000"/>
              </a:spcBef>
              <a:buClr>
                <a:srgbClr val="477AB1"/>
              </a:buClr>
              <a:buSzPct val="50000"/>
            </a:pPr>
            <a:r>
              <a:rPr lang="zh-CN" altLang="en-US" sz="2800" dirty="0">
                <a:solidFill>
                  <a:prstClr val="black"/>
                </a:solidFill>
              </a:rPr>
              <a:t>类</a:t>
            </a:r>
            <a:r>
              <a:rPr lang="en-US" altLang="zh-CN" sz="2800" dirty="0">
                <a:solidFill>
                  <a:prstClr val="black"/>
                </a:solidFill>
              </a:rPr>
              <a:t>A</a:t>
            </a:r>
            <a:r>
              <a:rPr lang="zh-CN" altLang="en-US" sz="2800" dirty="0">
                <a:solidFill>
                  <a:prstClr val="black"/>
                </a:solidFill>
              </a:rPr>
              <a:t>和类</a:t>
            </a:r>
            <a:r>
              <a:rPr lang="en-US" altLang="zh-CN" sz="2800" dirty="0">
                <a:solidFill>
                  <a:prstClr val="black"/>
                </a:solidFill>
              </a:rPr>
              <a:t>B</a:t>
            </a:r>
            <a:r>
              <a:rPr lang="zh-CN" altLang="en-US" sz="2800" dirty="0">
                <a:solidFill>
                  <a:prstClr val="black"/>
                </a:solidFill>
              </a:rPr>
              <a:t>相互使用</a:t>
            </a:r>
          </a:p>
        </p:txBody>
      </p:sp>
    </p:spTree>
    <p:extLst>
      <p:ext uri="{BB962C8B-B14F-4D97-AF65-F5344CB8AC3E}">
        <p14:creationId xmlns:p14="http://schemas.microsoft.com/office/powerpoint/2010/main" val="15026220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8" grpId="0" animBg="1"/>
      <p:bldP spid="9" grpId="0" animBg="1"/>
      <p:bldP spid="12" grpId="0" animBg="1"/>
      <p:bldP spid="17" grpId="0" animBg="1"/>
      <p:bldP spid="19" grpId="0" animBg="1"/>
      <p:bldP spid="2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287524" y="241476"/>
            <a:ext cx="3996444" cy="6247864"/>
          </a:xfrm>
          <a:prstGeom prst="rect">
            <a:avLst/>
          </a:prstGeom>
          <a:solidFill>
            <a:schemeClr val="bg1"/>
          </a:solidFill>
          <a:ln>
            <a:solidFill>
              <a:srgbClr val="00B050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2000" dirty="0">
                <a:solidFill>
                  <a:srgbClr val="0000FF"/>
                </a:solidFill>
                <a:latin typeface="新宋体"/>
                <a:ea typeface="新宋体"/>
              </a:rPr>
              <a:t>class</a:t>
            </a:r>
            <a:r>
              <a:rPr lang="en-US" altLang="zh-CN" sz="2000" dirty="0">
                <a:solidFill>
                  <a:srgbClr val="000000"/>
                </a:solidFill>
                <a:latin typeface="新宋体"/>
                <a:ea typeface="新宋体"/>
              </a:rPr>
              <a:t> </a:t>
            </a:r>
            <a:r>
              <a:rPr lang="en-US" altLang="zh-CN" sz="2000" dirty="0">
                <a:solidFill>
                  <a:srgbClr val="2B91AF"/>
                </a:solidFill>
                <a:latin typeface="新宋体"/>
                <a:ea typeface="新宋体"/>
              </a:rPr>
              <a:t>B</a:t>
            </a:r>
            <a:r>
              <a:rPr lang="en-US" altLang="zh-CN" sz="2000" dirty="0">
                <a:solidFill>
                  <a:srgbClr val="000000"/>
                </a:solidFill>
                <a:latin typeface="新宋体"/>
                <a:ea typeface="新宋体"/>
              </a:rPr>
              <a:t>; </a:t>
            </a:r>
            <a:r>
              <a:rPr lang="en-US" altLang="zh-CN" sz="2000" dirty="0">
                <a:solidFill>
                  <a:srgbClr val="008000"/>
                </a:solidFill>
                <a:latin typeface="新宋体"/>
                <a:ea typeface="新宋体"/>
              </a:rPr>
              <a:t>//</a:t>
            </a:r>
            <a:r>
              <a:rPr lang="zh-CN" altLang="en-US" sz="2000" dirty="0">
                <a:solidFill>
                  <a:srgbClr val="008000"/>
                </a:solidFill>
                <a:latin typeface="新宋体"/>
                <a:ea typeface="新宋体"/>
              </a:rPr>
              <a:t>前向引用声明</a:t>
            </a:r>
            <a:endParaRPr lang="zh-CN" altLang="en-US" sz="2000" dirty="0">
              <a:solidFill>
                <a:srgbClr val="000000"/>
              </a:solidFill>
              <a:latin typeface="新宋体"/>
              <a:ea typeface="新宋体"/>
            </a:endParaRPr>
          </a:p>
          <a:p>
            <a:r>
              <a:rPr lang="en-US" altLang="zh-CN" sz="2000" dirty="0">
                <a:solidFill>
                  <a:srgbClr val="0000FF"/>
                </a:solidFill>
                <a:latin typeface="新宋体"/>
                <a:ea typeface="新宋体"/>
              </a:rPr>
              <a:t>class</a:t>
            </a:r>
            <a:r>
              <a:rPr lang="en-US" altLang="zh-CN" sz="2000" dirty="0">
                <a:solidFill>
                  <a:srgbClr val="000000"/>
                </a:solidFill>
                <a:latin typeface="新宋体"/>
                <a:ea typeface="新宋体"/>
              </a:rPr>
              <a:t> </a:t>
            </a:r>
            <a:r>
              <a:rPr lang="en-US" altLang="zh-CN" sz="2000" dirty="0">
                <a:solidFill>
                  <a:srgbClr val="2B91AF"/>
                </a:solidFill>
                <a:latin typeface="新宋体"/>
                <a:ea typeface="新宋体"/>
              </a:rPr>
              <a:t>A</a:t>
            </a:r>
            <a:endParaRPr lang="en-US" altLang="zh-CN" sz="2000" dirty="0">
              <a:solidFill>
                <a:srgbClr val="000000"/>
              </a:solidFill>
              <a:latin typeface="新宋体"/>
              <a:ea typeface="新宋体"/>
            </a:endParaRPr>
          </a:p>
          <a:p>
            <a:r>
              <a:rPr lang="en-US" altLang="zh-CN" sz="2000" dirty="0">
                <a:solidFill>
                  <a:srgbClr val="000000"/>
                </a:solidFill>
                <a:latin typeface="新宋体"/>
                <a:ea typeface="新宋体"/>
              </a:rPr>
              <a:t>{  </a:t>
            </a:r>
            <a:r>
              <a:rPr lang="en-US" altLang="zh-CN" sz="2000" dirty="0" err="1">
                <a:solidFill>
                  <a:srgbClr val="0000FF"/>
                </a:solidFill>
                <a:latin typeface="新宋体"/>
                <a:ea typeface="新宋体"/>
              </a:rPr>
              <a:t>int</a:t>
            </a:r>
            <a:r>
              <a:rPr lang="en-US" altLang="zh-CN" sz="2000" dirty="0">
                <a:solidFill>
                  <a:srgbClr val="000000"/>
                </a:solidFill>
                <a:latin typeface="新宋体"/>
                <a:ea typeface="新宋体"/>
              </a:rPr>
              <a:t> </a:t>
            </a:r>
            <a:r>
              <a:rPr lang="en-US" altLang="zh-CN" sz="2000" dirty="0" err="1">
                <a:solidFill>
                  <a:srgbClr val="000000"/>
                </a:solidFill>
                <a:latin typeface="新宋体"/>
                <a:ea typeface="新宋体"/>
              </a:rPr>
              <a:t>m_a</a:t>
            </a:r>
            <a:r>
              <a:rPr lang="en-US" altLang="zh-CN" sz="2000" dirty="0">
                <a:solidFill>
                  <a:srgbClr val="000000"/>
                </a:solidFill>
                <a:latin typeface="新宋体"/>
                <a:ea typeface="新宋体"/>
              </a:rPr>
              <a:t>;</a:t>
            </a:r>
          </a:p>
          <a:p>
            <a:r>
              <a:rPr lang="en-US" altLang="zh-CN" sz="2000" dirty="0">
                <a:solidFill>
                  <a:srgbClr val="0000FF"/>
                </a:solidFill>
                <a:latin typeface="新宋体"/>
                <a:ea typeface="新宋体"/>
              </a:rPr>
              <a:t>public</a:t>
            </a:r>
            <a:r>
              <a:rPr lang="en-US" altLang="zh-CN" sz="2000" dirty="0">
                <a:solidFill>
                  <a:srgbClr val="000000"/>
                </a:solidFill>
                <a:latin typeface="新宋体"/>
                <a:ea typeface="新宋体"/>
              </a:rPr>
              <a:t>:</a:t>
            </a:r>
          </a:p>
          <a:p>
            <a:r>
              <a:rPr lang="en-US" altLang="zh-CN" sz="2000" dirty="0">
                <a:solidFill>
                  <a:srgbClr val="000000"/>
                </a:solidFill>
                <a:latin typeface="新宋体"/>
                <a:ea typeface="新宋体"/>
              </a:rPr>
              <a:t>   A(</a:t>
            </a:r>
            <a:r>
              <a:rPr lang="en-US" altLang="zh-CN" sz="2000" dirty="0" err="1">
                <a:solidFill>
                  <a:srgbClr val="0000FF"/>
                </a:solidFill>
                <a:latin typeface="新宋体"/>
                <a:ea typeface="新宋体"/>
              </a:rPr>
              <a:t>int</a:t>
            </a:r>
            <a:r>
              <a:rPr lang="en-US" altLang="zh-CN" sz="2000" dirty="0">
                <a:solidFill>
                  <a:srgbClr val="000000"/>
                </a:solidFill>
                <a:latin typeface="新宋体"/>
                <a:ea typeface="新宋体"/>
              </a:rPr>
              <a:t> </a:t>
            </a:r>
            <a:r>
              <a:rPr lang="en-US" altLang="zh-CN" sz="2000" dirty="0">
                <a:solidFill>
                  <a:srgbClr val="808080"/>
                </a:solidFill>
                <a:latin typeface="新宋体"/>
                <a:ea typeface="新宋体"/>
              </a:rPr>
              <a:t>a</a:t>
            </a:r>
            <a:r>
              <a:rPr lang="en-US" altLang="zh-CN" sz="2000" dirty="0">
                <a:solidFill>
                  <a:srgbClr val="000000"/>
                </a:solidFill>
                <a:latin typeface="新宋体"/>
                <a:ea typeface="新宋体"/>
              </a:rPr>
              <a:t> = 0):</a:t>
            </a:r>
            <a:r>
              <a:rPr lang="en-US" altLang="zh-CN" sz="2000" dirty="0" err="1">
                <a:solidFill>
                  <a:srgbClr val="000000"/>
                </a:solidFill>
                <a:latin typeface="新宋体"/>
                <a:ea typeface="新宋体"/>
              </a:rPr>
              <a:t>m_a</a:t>
            </a:r>
            <a:r>
              <a:rPr lang="en-US" altLang="zh-CN" sz="2000" dirty="0">
                <a:solidFill>
                  <a:srgbClr val="000000"/>
                </a:solidFill>
                <a:latin typeface="新宋体"/>
                <a:ea typeface="新宋体"/>
              </a:rPr>
              <a:t>(</a:t>
            </a:r>
            <a:r>
              <a:rPr lang="en-US" altLang="zh-CN" sz="2000" dirty="0">
                <a:solidFill>
                  <a:srgbClr val="808080"/>
                </a:solidFill>
                <a:latin typeface="新宋体"/>
                <a:ea typeface="新宋体"/>
              </a:rPr>
              <a:t>a</a:t>
            </a:r>
            <a:r>
              <a:rPr lang="en-US" altLang="zh-CN" sz="2000" dirty="0">
                <a:solidFill>
                  <a:srgbClr val="000000"/>
                </a:solidFill>
                <a:latin typeface="新宋体"/>
                <a:ea typeface="新宋体"/>
              </a:rPr>
              <a:t>) {}</a:t>
            </a:r>
          </a:p>
          <a:p>
            <a:pPr marL="349250" lvl="1"/>
            <a:r>
              <a:rPr lang="en-US" altLang="zh-CN" sz="2000" dirty="0" err="1">
                <a:solidFill>
                  <a:srgbClr val="0000FF"/>
                </a:solidFill>
                <a:latin typeface="新宋体"/>
                <a:ea typeface="新宋体"/>
              </a:rPr>
              <a:t>int</a:t>
            </a:r>
            <a:r>
              <a:rPr lang="en-US" altLang="zh-CN" sz="2000" dirty="0">
                <a:solidFill>
                  <a:srgbClr val="000000"/>
                </a:solidFill>
                <a:latin typeface="新宋体"/>
                <a:ea typeface="新宋体"/>
              </a:rPr>
              <a:t> get(){ </a:t>
            </a:r>
            <a:r>
              <a:rPr lang="en-US" altLang="zh-CN" sz="2000" dirty="0">
                <a:solidFill>
                  <a:srgbClr val="0000FF"/>
                </a:solidFill>
                <a:latin typeface="新宋体"/>
                <a:ea typeface="新宋体"/>
              </a:rPr>
              <a:t>return</a:t>
            </a:r>
            <a:r>
              <a:rPr lang="en-US" altLang="zh-CN" sz="2000" dirty="0">
                <a:solidFill>
                  <a:srgbClr val="000000"/>
                </a:solidFill>
                <a:latin typeface="新宋体"/>
                <a:ea typeface="新宋体"/>
              </a:rPr>
              <a:t> </a:t>
            </a:r>
            <a:r>
              <a:rPr lang="en-US" altLang="zh-CN" sz="2000" dirty="0" err="1">
                <a:solidFill>
                  <a:srgbClr val="000000"/>
                </a:solidFill>
                <a:latin typeface="新宋体"/>
                <a:ea typeface="新宋体"/>
              </a:rPr>
              <a:t>m_a</a:t>
            </a:r>
            <a:r>
              <a:rPr lang="en-US" altLang="zh-CN" sz="2000" dirty="0">
                <a:solidFill>
                  <a:srgbClr val="000000"/>
                </a:solidFill>
                <a:latin typeface="新宋体"/>
                <a:ea typeface="新宋体"/>
              </a:rPr>
              <a:t>;  }</a:t>
            </a:r>
          </a:p>
          <a:p>
            <a:pPr marL="349250" lvl="1"/>
            <a:r>
              <a:rPr lang="en-US" altLang="zh-CN" sz="2000" dirty="0">
                <a:solidFill>
                  <a:srgbClr val="0000FF"/>
                </a:solidFill>
                <a:latin typeface="新宋体"/>
                <a:ea typeface="新宋体"/>
              </a:rPr>
              <a:t>void</a:t>
            </a:r>
            <a:r>
              <a:rPr lang="en-US" altLang="zh-CN" sz="2000" dirty="0">
                <a:solidFill>
                  <a:srgbClr val="000000"/>
                </a:solidFill>
                <a:latin typeface="新宋体"/>
                <a:ea typeface="新宋体"/>
              </a:rPr>
              <a:t> f(</a:t>
            </a:r>
            <a:r>
              <a:rPr lang="en-US" altLang="zh-CN" sz="2000" dirty="0">
                <a:solidFill>
                  <a:srgbClr val="2B91AF"/>
                </a:solidFill>
                <a:latin typeface="新宋体"/>
                <a:ea typeface="新宋体"/>
              </a:rPr>
              <a:t>B</a:t>
            </a:r>
            <a:r>
              <a:rPr lang="en-US" altLang="zh-CN" sz="2000" dirty="0">
                <a:solidFill>
                  <a:srgbClr val="000000"/>
                </a:solidFill>
                <a:latin typeface="新宋体"/>
                <a:ea typeface="新宋体"/>
              </a:rPr>
              <a:t> </a:t>
            </a:r>
            <a:r>
              <a:rPr lang="en-US" altLang="zh-CN" sz="2000" dirty="0">
                <a:solidFill>
                  <a:srgbClr val="808080"/>
                </a:solidFill>
                <a:latin typeface="新宋体"/>
                <a:ea typeface="新宋体"/>
              </a:rPr>
              <a:t>b</a:t>
            </a:r>
            <a:r>
              <a:rPr lang="en-US" altLang="zh-CN" sz="2000" dirty="0">
                <a:solidFill>
                  <a:srgbClr val="000000"/>
                </a:solidFill>
                <a:latin typeface="新宋体"/>
                <a:ea typeface="新宋体"/>
              </a:rPr>
              <a:t>);</a:t>
            </a:r>
          </a:p>
          <a:p>
            <a:r>
              <a:rPr lang="en-US" altLang="zh-CN" sz="2000" dirty="0">
                <a:solidFill>
                  <a:srgbClr val="000000"/>
                </a:solidFill>
                <a:latin typeface="新宋体"/>
                <a:ea typeface="新宋体"/>
              </a:rPr>
              <a:t>};</a:t>
            </a:r>
          </a:p>
          <a:p>
            <a:r>
              <a:rPr lang="en-US" altLang="zh-CN" sz="2000" dirty="0">
                <a:solidFill>
                  <a:srgbClr val="0000FF"/>
                </a:solidFill>
                <a:latin typeface="新宋体"/>
                <a:ea typeface="新宋体"/>
              </a:rPr>
              <a:t>class</a:t>
            </a:r>
            <a:r>
              <a:rPr lang="en-US" altLang="zh-CN" sz="2000" dirty="0">
                <a:solidFill>
                  <a:srgbClr val="000000"/>
                </a:solidFill>
                <a:latin typeface="新宋体"/>
                <a:ea typeface="新宋体"/>
              </a:rPr>
              <a:t> </a:t>
            </a:r>
            <a:r>
              <a:rPr lang="en-US" altLang="zh-CN" sz="2000" dirty="0">
                <a:solidFill>
                  <a:srgbClr val="2B91AF"/>
                </a:solidFill>
                <a:latin typeface="新宋体"/>
                <a:ea typeface="新宋体"/>
              </a:rPr>
              <a:t>B</a:t>
            </a:r>
            <a:endParaRPr lang="en-US" altLang="zh-CN" sz="2000" dirty="0">
              <a:solidFill>
                <a:srgbClr val="000000"/>
              </a:solidFill>
              <a:latin typeface="新宋体"/>
              <a:ea typeface="新宋体"/>
            </a:endParaRPr>
          </a:p>
          <a:p>
            <a:r>
              <a:rPr lang="en-US" altLang="zh-CN" sz="2000" dirty="0">
                <a:solidFill>
                  <a:srgbClr val="000000"/>
                </a:solidFill>
                <a:latin typeface="新宋体"/>
                <a:ea typeface="新宋体"/>
              </a:rPr>
              <a:t>{  </a:t>
            </a:r>
            <a:r>
              <a:rPr lang="en-US" altLang="zh-CN" sz="2000" dirty="0" err="1">
                <a:solidFill>
                  <a:srgbClr val="0000FF"/>
                </a:solidFill>
                <a:latin typeface="新宋体"/>
                <a:ea typeface="新宋体"/>
              </a:rPr>
              <a:t>int</a:t>
            </a:r>
            <a:r>
              <a:rPr lang="en-US" altLang="zh-CN" sz="2000" dirty="0">
                <a:solidFill>
                  <a:srgbClr val="000000"/>
                </a:solidFill>
                <a:latin typeface="新宋体"/>
                <a:ea typeface="新宋体"/>
              </a:rPr>
              <a:t> </a:t>
            </a:r>
            <a:r>
              <a:rPr lang="en-US" altLang="zh-CN" sz="2000" dirty="0" err="1">
                <a:solidFill>
                  <a:srgbClr val="000000"/>
                </a:solidFill>
                <a:latin typeface="新宋体"/>
                <a:ea typeface="新宋体"/>
              </a:rPr>
              <a:t>m_b</a:t>
            </a:r>
            <a:r>
              <a:rPr lang="en-US" altLang="zh-CN" sz="2000" dirty="0">
                <a:solidFill>
                  <a:srgbClr val="000000"/>
                </a:solidFill>
                <a:latin typeface="新宋体"/>
                <a:ea typeface="新宋体"/>
              </a:rPr>
              <a:t>;</a:t>
            </a:r>
          </a:p>
          <a:p>
            <a:r>
              <a:rPr lang="en-US" altLang="zh-CN" sz="2000" dirty="0">
                <a:solidFill>
                  <a:srgbClr val="0000FF"/>
                </a:solidFill>
                <a:latin typeface="新宋体"/>
                <a:ea typeface="新宋体"/>
              </a:rPr>
              <a:t>public</a:t>
            </a:r>
            <a:r>
              <a:rPr lang="en-US" altLang="zh-CN" sz="2000" dirty="0">
                <a:solidFill>
                  <a:srgbClr val="000000"/>
                </a:solidFill>
                <a:latin typeface="新宋体"/>
                <a:ea typeface="新宋体"/>
              </a:rPr>
              <a:t>:</a:t>
            </a:r>
          </a:p>
          <a:p>
            <a:pPr marL="355600"/>
            <a:r>
              <a:rPr lang="en-US" altLang="zh-CN" sz="2000" dirty="0">
                <a:solidFill>
                  <a:srgbClr val="000000"/>
                </a:solidFill>
                <a:latin typeface="新宋体"/>
                <a:ea typeface="新宋体"/>
              </a:rPr>
              <a:t>B(</a:t>
            </a:r>
            <a:r>
              <a:rPr lang="en-US" altLang="zh-CN" sz="2000" dirty="0" err="1">
                <a:solidFill>
                  <a:srgbClr val="0000FF"/>
                </a:solidFill>
                <a:latin typeface="新宋体"/>
                <a:ea typeface="新宋体"/>
              </a:rPr>
              <a:t>int</a:t>
            </a:r>
            <a:r>
              <a:rPr lang="en-US" altLang="zh-CN" sz="2000" dirty="0">
                <a:solidFill>
                  <a:srgbClr val="000000"/>
                </a:solidFill>
                <a:latin typeface="新宋体"/>
                <a:ea typeface="新宋体"/>
              </a:rPr>
              <a:t> </a:t>
            </a:r>
            <a:r>
              <a:rPr lang="en-US" altLang="zh-CN" sz="2000" dirty="0">
                <a:solidFill>
                  <a:srgbClr val="808080"/>
                </a:solidFill>
                <a:latin typeface="新宋体"/>
                <a:ea typeface="新宋体"/>
              </a:rPr>
              <a:t>b</a:t>
            </a:r>
            <a:r>
              <a:rPr lang="en-US" altLang="zh-CN" sz="2000" dirty="0">
                <a:solidFill>
                  <a:srgbClr val="000000"/>
                </a:solidFill>
                <a:latin typeface="新宋体"/>
                <a:ea typeface="新宋体"/>
              </a:rPr>
              <a:t>):</a:t>
            </a:r>
            <a:r>
              <a:rPr lang="en-US" altLang="zh-CN" sz="2000" dirty="0" err="1">
                <a:solidFill>
                  <a:srgbClr val="000000"/>
                </a:solidFill>
                <a:latin typeface="新宋体"/>
                <a:ea typeface="新宋体"/>
              </a:rPr>
              <a:t>m_b</a:t>
            </a:r>
            <a:r>
              <a:rPr lang="en-US" altLang="zh-CN" sz="2000" dirty="0">
                <a:solidFill>
                  <a:srgbClr val="000000"/>
                </a:solidFill>
                <a:latin typeface="新宋体"/>
                <a:ea typeface="新宋体"/>
              </a:rPr>
              <a:t>(</a:t>
            </a:r>
            <a:r>
              <a:rPr lang="en-US" altLang="zh-CN" sz="2000" dirty="0">
                <a:solidFill>
                  <a:srgbClr val="808080"/>
                </a:solidFill>
                <a:latin typeface="新宋体"/>
                <a:ea typeface="新宋体"/>
              </a:rPr>
              <a:t>b</a:t>
            </a:r>
            <a:r>
              <a:rPr lang="en-US" altLang="zh-CN" sz="2000" dirty="0">
                <a:solidFill>
                  <a:srgbClr val="000000"/>
                </a:solidFill>
                <a:latin typeface="新宋体"/>
                <a:ea typeface="新宋体"/>
              </a:rPr>
              <a:t>) {}</a:t>
            </a:r>
          </a:p>
          <a:p>
            <a:pPr marL="355600"/>
            <a:r>
              <a:rPr lang="en-US" altLang="zh-CN" sz="2000" dirty="0" err="1">
                <a:solidFill>
                  <a:srgbClr val="0000FF"/>
                </a:solidFill>
                <a:latin typeface="新宋体"/>
                <a:ea typeface="新宋体"/>
              </a:rPr>
              <a:t>int</a:t>
            </a:r>
            <a:r>
              <a:rPr lang="en-US" altLang="zh-CN" sz="2000" dirty="0">
                <a:solidFill>
                  <a:srgbClr val="000000"/>
                </a:solidFill>
                <a:latin typeface="新宋体"/>
                <a:ea typeface="新宋体"/>
              </a:rPr>
              <a:t> get(){	</a:t>
            </a:r>
            <a:r>
              <a:rPr lang="en-US" altLang="zh-CN" sz="2000" dirty="0">
                <a:solidFill>
                  <a:srgbClr val="0000FF"/>
                </a:solidFill>
                <a:latin typeface="新宋体"/>
                <a:ea typeface="新宋体"/>
              </a:rPr>
              <a:t>return</a:t>
            </a:r>
            <a:r>
              <a:rPr lang="en-US" altLang="zh-CN" sz="2000" dirty="0">
                <a:solidFill>
                  <a:srgbClr val="000000"/>
                </a:solidFill>
                <a:latin typeface="新宋体"/>
                <a:ea typeface="新宋体"/>
              </a:rPr>
              <a:t> </a:t>
            </a:r>
            <a:r>
              <a:rPr lang="en-US" altLang="zh-CN" sz="2000" dirty="0" err="1">
                <a:solidFill>
                  <a:srgbClr val="000000"/>
                </a:solidFill>
                <a:latin typeface="新宋体"/>
                <a:ea typeface="新宋体"/>
              </a:rPr>
              <a:t>m_b</a:t>
            </a:r>
            <a:r>
              <a:rPr lang="en-US" altLang="zh-CN" sz="2000" dirty="0">
                <a:solidFill>
                  <a:srgbClr val="000000"/>
                </a:solidFill>
                <a:latin typeface="新宋体"/>
                <a:ea typeface="新宋体"/>
              </a:rPr>
              <a:t>; }</a:t>
            </a:r>
          </a:p>
          <a:p>
            <a:pPr marL="355600"/>
            <a:r>
              <a:rPr lang="en-US" altLang="zh-CN" sz="2000" dirty="0">
                <a:solidFill>
                  <a:srgbClr val="0000FF"/>
                </a:solidFill>
                <a:latin typeface="新宋体"/>
                <a:ea typeface="新宋体"/>
              </a:rPr>
              <a:t>void</a:t>
            </a:r>
            <a:r>
              <a:rPr lang="en-US" altLang="zh-CN" sz="2000" dirty="0">
                <a:solidFill>
                  <a:srgbClr val="000000"/>
                </a:solidFill>
                <a:latin typeface="新宋体"/>
                <a:ea typeface="新宋体"/>
              </a:rPr>
              <a:t> g(</a:t>
            </a:r>
            <a:r>
              <a:rPr lang="en-US" altLang="zh-CN" sz="2000" dirty="0">
                <a:solidFill>
                  <a:srgbClr val="2B91AF"/>
                </a:solidFill>
                <a:latin typeface="新宋体"/>
                <a:ea typeface="新宋体"/>
              </a:rPr>
              <a:t>A</a:t>
            </a:r>
            <a:r>
              <a:rPr lang="en-US" altLang="zh-CN" sz="2000" dirty="0">
                <a:solidFill>
                  <a:srgbClr val="000000"/>
                </a:solidFill>
                <a:latin typeface="新宋体"/>
                <a:ea typeface="新宋体"/>
              </a:rPr>
              <a:t> </a:t>
            </a:r>
            <a:r>
              <a:rPr lang="en-US" altLang="zh-CN" sz="2000" dirty="0">
                <a:solidFill>
                  <a:srgbClr val="808080"/>
                </a:solidFill>
                <a:latin typeface="新宋体"/>
                <a:ea typeface="新宋体"/>
              </a:rPr>
              <a:t>a</a:t>
            </a:r>
            <a:r>
              <a:rPr lang="en-US" altLang="zh-CN" sz="2000" dirty="0">
                <a:solidFill>
                  <a:srgbClr val="000000"/>
                </a:solidFill>
                <a:latin typeface="新宋体"/>
                <a:ea typeface="新宋体"/>
              </a:rPr>
              <a:t>)</a:t>
            </a:r>
          </a:p>
          <a:p>
            <a:pPr marL="355600"/>
            <a:r>
              <a:rPr lang="en-US" altLang="zh-CN" sz="2000" dirty="0">
                <a:solidFill>
                  <a:srgbClr val="000000"/>
                </a:solidFill>
                <a:latin typeface="新宋体"/>
                <a:ea typeface="新宋体"/>
              </a:rPr>
              <a:t>{	</a:t>
            </a:r>
            <a:r>
              <a:rPr lang="en-US" altLang="zh-CN" sz="2000" dirty="0" err="1">
                <a:solidFill>
                  <a:srgbClr val="000000"/>
                </a:solidFill>
                <a:latin typeface="新宋体"/>
                <a:ea typeface="新宋体"/>
              </a:rPr>
              <a:t>m_b</a:t>
            </a:r>
            <a:r>
              <a:rPr lang="en-US" altLang="zh-CN" sz="2000" dirty="0">
                <a:solidFill>
                  <a:srgbClr val="000000"/>
                </a:solidFill>
                <a:latin typeface="新宋体"/>
                <a:ea typeface="新宋体"/>
              </a:rPr>
              <a:t> = </a:t>
            </a:r>
            <a:r>
              <a:rPr lang="en-US" altLang="zh-CN" sz="2000" dirty="0" err="1">
                <a:solidFill>
                  <a:srgbClr val="808080"/>
                </a:solidFill>
                <a:latin typeface="新宋体"/>
                <a:ea typeface="新宋体"/>
              </a:rPr>
              <a:t>a</a:t>
            </a:r>
            <a:r>
              <a:rPr lang="en-US" altLang="zh-CN" sz="2000" dirty="0" err="1">
                <a:solidFill>
                  <a:srgbClr val="000000"/>
                </a:solidFill>
                <a:latin typeface="新宋体"/>
                <a:ea typeface="新宋体"/>
              </a:rPr>
              <a:t>.get</a:t>
            </a:r>
            <a:r>
              <a:rPr lang="en-US" altLang="zh-CN" sz="2000" dirty="0">
                <a:solidFill>
                  <a:srgbClr val="000000"/>
                </a:solidFill>
                <a:latin typeface="新宋体"/>
                <a:ea typeface="新宋体"/>
              </a:rPr>
              <a:t>();</a:t>
            </a:r>
          </a:p>
          <a:p>
            <a:pPr marL="355600"/>
            <a:r>
              <a:rPr lang="en-US" altLang="zh-CN" sz="2000" dirty="0">
                <a:solidFill>
                  <a:srgbClr val="000000"/>
                </a:solidFill>
                <a:latin typeface="新宋体"/>
                <a:ea typeface="新宋体"/>
              </a:rPr>
              <a:t>}</a:t>
            </a:r>
          </a:p>
          <a:p>
            <a:r>
              <a:rPr lang="en-US" altLang="zh-CN" sz="2000" dirty="0">
                <a:solidFill>
                  <a:srgbClr val="000000"/>
                </a:solidFill>
                <a:latin typeface="新宋体"/>
                <a:ea typeface="新宋体"/>
              </a:rPr>
              <a:t>};</a:t>
            </a:r>
          </a:p>
          <a:p>
            <a:r>
              <a:rPr lang="en-US" altLang="zh-CN" sz="2000" dirty="0">
                <a:solidFill>
                  <a:srgbClr val="0000FF"/>
                </a:solidFill>
                <a:latin typeface="新宋体"/>
                <a:ea typeface="新宋体"/>
              </a:rPr>
              <a:t>void</a:t>
            </a:r>
            <a:r>
              <a:rPr lang="en-US" altLang="zh-CN" sz="2000" dirty="0">
                <a:solidFill>
                  <a:srgbClr val="000000"/>
                </a:solidFill>
                <a:latin typeface="新宋体"/>
                <a:ea typeface="新宋体"/>
              </a:rPr>
              <a:t> </a:t>
            </a:r>
            <a:r>
              <a:rPr lang="en-US" altLang="zh-CN" sz="2000" dirty="0">
                <a:solidFill>
                  <a:srgbClr val="2B91AF"/>
                </a:solidFill>
                <a:latin typeface="新宋体"/>
                <a:ea typeface="新宋体"/>
              </a:rPr>
              <a:t>A</a:t>
            </a:r>
            <a:r>
              <a:rPr lang="en-US" altLang="zh-CN" sz="2000" dirty="0">
                <a:solidFill>
                  <a:srgbClr val="000000"/>
                </a:solidFill>
                <a:latin typeface="新宋体"/>
                <a:ea typeface="新宋体"/>
              </a:rPr>
              <a:t>::f(</a:t>
            </a:r>
            <a:r>
              <a:rPr lang="en-US" altLang="zh-CN" sz="2000" dirty="0">
                <a:solidFill>
                  <a:srgbClr val="2B91AF"/>
                </a:solidFill>
                <a:latin typeface="新宋体"/>
                <a:ea typeface="新宋体"/>
              </a:rPr>
              <a:t>B</a:t>
            </a:r>
            <a:r>
              <a:rPr lang="en-US" altLang="zh-CN" sz="2000" dirty="0">
                <a:solidFill>
                  <a:srgbClr val="000000"/>
                </a:solidFill>
                <a:latin typeface="新宋体"/>
                <a:ea typeface="新宋体"/>
              </a:rPr>
              <a:t> </a:t>
            </a:r>
            <a:r>
              <a:rPr lang="en-US" altLang="zh-CN" sz="2000" dirty="0">
                <a:solidFill>
                  <a:srgbClr val="808080"/>
                </a:solidFill>
                <a:latin typeface="新宋体"/>
                <a:ea typeface="新宋体"/>
              </a:rPr>
              <a:t>b</a:t>
            </a:r>
            <a:r>
              <a:rPr lang="en-US" altLang="zh-CN" sz="2000" dirty="0">
                <a:solidFill>
                  <a:srgbClr val="000000"/>
                </a:solidFill>
                <a:latin typeface="新宋体"/>
                <a:ea typeface="新宋体"/>
              </a:rPr>
              <a:t>)</a:t>
            </a:r>
          </a:p>
          <a:p>
            <a:r>
              <a:rPr lang="en-US" altLang="zh-CN" sz="2000" dirty="0">
                <a:solidFill>
                  <a:srgbClr val="000000"/>
                </a:solidFill>
                <a:latin typeface="新宋体"/>
                <a:ea typeface="新宋体"/>
              </a:rPr>
              <a:t>{  </a:t>
            </a:r>
            <a:r>
              <a:rPr lang="en-US" altLang="zh-CN" sz="2000" dirty="0" err="1">
                <a:solidFill>
                  <a:srgbClr val="000000"/>
                </a:solidFill>
                <a:latin typeface="新宋体"/>
                <a:ea typeface="新宋体"/>
              </a:rPr>
              <a:t>m_a</a:t>
            </a:r>
            <a:r>
              <a:rPr lang="en-US" altLang="zh-CN" sz="2000" dirty="0">
                <a:solidFill>
                  <a:srgbClr val="000000"/>
                </a:solidFill>
                <a:latin typeface="新宋体"/>
                <a:ea typeface="新宋体"/>
              </a:rPr>
              <a:t> = </a:t>
            </a:r>
            <a:r>
              <a:rPr lang="en-US" altLang="zh-CN" sz="2000" dirty="0" err="1">
                <a:solidFill>
                  <a:srgbClr val="808080"/>
                </a:solidFill>
                <a:latin typeface="新宋体"/>
                <a:ea typeface="新宋体"/>
              </a:rPr>
              <a:t>b</a:t>
            </a:r>
            <a:r>
              <a:rPr lang="en-US" altLang="zh-CN" sz="2000" dirty="0" err="1">
                <a:solidFill>
                  <a:srgbClr val="000000"/>
                </a:solidFill>
                <a:latin typeface="新宋体"/>
                <a:ea typeface="新宋体"/>
              </a:rPr>
              <a:t>.get</a:t>
            </a:r>
            <a:r>
              <a:rPr lang="en-US" altLang="zh-CN" sz="2000" dirty="0">
                <a:solidFill>
                  <a:srgbClr val="000000"/>
                </a:solidFill>
                <a:latin typeface="新宋体"/>
                <a:ea typeface="新宋体"/>
              </a:rPr>
              <a:t>();</a:t>
            </a:r>
          </a:p>
          <a:p>
            <a:r>
              <a:rPr lang="en-US" altLang="zh-CN" sz="2000" dirty="0">
                <a:solidFill>
                  <a:srgbClr val="000000"/>
                </a:solidFill>
                <a:latin typeface="新宋体"/>
                <a:ea typeface="新宋体"/>
              </a:rPr>
              <a:t>}</a:t>
            </a:r>
            <a:endParaRPr lang="zh-CN" altLang="en-US" sz="2000" dirty="0"/>
          </a:p>
        </p:txBody>
      </p:sp>
      <p:sp>
        <p:nvSpPr>
          <p:cNvPr id="5" name="圆角矩形 4"/>
          <p:cNvSpPr/>
          <p:nvPr/>
        </p:nvSpPr>
        <p:spPr>
          <a:xfrm>
            <a:off x="647564" y="2080593"/>
            <a:ext cx="1638182" cy="396044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圆角矩形 5"/>
          <p:cNvSpPr/>
          <p:nvPr/>
        </p:nvSpPr>
        <p:spPr>
          <a:xfrm>
            <a:off x="323528" y="5464969"/>
            <a:ext cx="2823250" cy="972108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2411760" y="4257092"/>
            <a:ext cx="6733535" cy="1938992"/>
            <a:chOff x="2411760" y="4257092"/>
            <a:chExt cx="6733535" cy="1938992"/>
          </a:xfrm>
        </p:grpSpPr>
        <p:sp>
          <p:nvSpPr>
            <p:cNvPr id="7" name="矩形 6"/>
            <p:cNvSpPr/>
            <p:nvPr/>
          </p:nvSpPr>
          <p:spPr>
            <a:xfrm>
              <a:off x="3678734" y="4257092"/>
              <a:ext cx="5466561" cy="1938992"/>
            </a:xfrm>
            <a:prstGeom prst="rect">
              <a:avLst/>
            </a:prstGeom>
            <a:solidFill>
              <a:srgbClr val="FFFF00"/>
            </a:solidFill>
          </p:spPr>
          <p:txBody>
            <a:bodyPr wrap="none">
              <a:spAutoFit/>
            </a:bodyPr>
            <a:lstStyle/>
            <a:p>
              <a:r>
                <a:rPr lang="zh-CN" altLang="en-US" sz="2400" dirty="0"/>
                <a:t>仅仅有“</a:t>
              </a:r>
              <a:r>
                <a:rPr lang="en-US" altLang="zh-CN" sz="2400" dirty="0"/>
                <a:t>class B;</a:t>
              </a:r>
              <a:r>
                <a:rPr lang="zh-CN" altLang="en-US" sz="2400" dirty="0"/>
                <a:t>”这样的前向类声明，</a:t>
              </a:r>
              <a:endParaRPr lang="en-US" altLang="zh-CN" sz="2400" dirty="0"/>
            </a:p>
            <a:p>
              <a:r>
                <a:rPr lang="zh-CN" altLang="en-US" sz="2400" dirty="0"/>
                <a:t>对于类</a:t>
              </a:r>
              <a:r>
                <a:rPr lang="en-US" altLang="zh-CN" sz="2400" dirty="0"/>
                <a:t>B</a:t>
              </a:r>
              <a:r>
                <a:rPr lang="zh-CN" altLang="en-US" sz="2400" dirty="0"/>
                <a:t>的实际使用是不够的。</a:t>
              </a:r>
              <a:endParaRPr lang="en-US" altLang="zh-CN" sz="2400" dirty="0"/>
            </a:p>
            <a:p>
              <a:endParaRPr lang="en-US" altLang="zh-CN" sz="2400" dirty="0"/>
            </a:p>
            <a:p>
              <a:r>
                <a:rPr lang="zh-CN" altLang="en-US" sz="2400" dirty="0"/>
                <a:t>对于类</a:t>
              </a:r>
              <a:r>
                <a:rPr lang="en-US" altLang="zh-CN" sz="2400" dirty="0"/>
                <a:t>B</a:t>
              </a:r>
              <a:r>
                <a:rPr lang="zh-CN" altLang="en-US" sz="2400" dirty="0"/>
                <a:t>的实际使用，</a:t>
              </a:r>
              <a:endParaRPr lang="en-US" altLang="zh-CN" sz="2400" dirty="0"/>
            </a:p>
            <a:p>
              <a:r>
                <a:rPr lang="zh-CN" altLang="en-US" sz="2400" dirty="0"/>
                <a:t>要在类</a:t>
              </a:r>
              <a:r>
                <a:rPr lang="en-US" altLang="zh-CN" sz="2400" dirty="0"/>
                <a:t>B</a:t>
              </a:r>
              <a:r>
                <a:rPr lang="zh-CN" altLang="en-US" sz="2400" dirty="0"/>
                <a:t>的完整声明（或定义）之后。</a:t>
              </a:r>
            </a:p>
          </p:txBody>
        </p:sp>
        <p:cxnSp>
          <p:nvCxnSpPr>
            <p:cNvPr id="9" name="直接箭头连接符 8"/>
            <p:cNvCxnSpPr>
              <a:cxnSpLocks/>
            </p:cNvCxnSpPr>
            <p:nvPr/>
          </p:nvCxnSpPr>
          <p:spPr>
            <a:xfrm flipH="1">
              <a:off x="2411760" y="5733256"/>
              <a:ext cx="1266974" cy="144016"/>
            </a:xfrm>
            <a:prstGeom prst="straightConnector1">
              <a:avLst/>
            </a:prstGeom>
            <a:ln w="25400">
              <a:solidFill>
                <a:srgbClr val="FFC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圆角矩形 4">
            <a:extLst>
              <a:ext uri="{FF2B5EF4-FFF2-40B4-BE49-F238E27FC236}">
                <a16:creationId xmlns:a16="http://schemas.microsoft.com/office/drawing/2014/main" id="{C9000747-05BF-CEDF-F23E-7F502D736A34}"/>
              </a:ext>
            </a:extLst>
          </p:cNvPr>
          <p:cNvSpPr/>
          <p:nvPr/>
        </p:nvSpPr>
        <p:spPr>
          <a:xfrm>
            <a:off x="719572" y="4275094"/>
            <a:ext cx="2340260" cy="972107"/>
          </a:xfrm>
          <a:prstGeom prst="roundRect">
            <a:avLst/>
          </a:prstGeom>
          <a:noFill/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746876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2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9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52636"/>
            <a:ext cx="8229600" cy="1143000"/>
          </a:xfrm>
        </p:spPr>
        <p:txBody>
          <a:bodyPr/>
          <a:lstStyle/>
          <a:p>
            <a:pPr eaLnBrk="1" hangingPunct="1"/>
            <a:r>
              <a:rPr lang="zh-CN" altLang="en-US" dirty="0"/>
              <a:t>前向引用声明注意事项</a:t>
            </a:r>
          </a:p>
        </p:txBody>
      </p:sp>
      <p:sp>
        <p:nvSpPr>
          <p:cNvPr id="60420" name="Rectangle 3"/>
          <p:cNvSpPr>
            <a:spLocks noGrp="1" noChangeArrowheads="1"/>
          </p:cNvSpPr>
          <p:nvPr>
            <p:ph idx="1"/>
          </p:nvPr>
        </p:nvSpPr>
        <p:spPr>
          <a:xfrm>
            <a:off x="503548" y="1412776"/>
            <a:ext cx="8352928" cy="1440160"/>
          </a:xfrm>
        </p:spPr>
        <p:txBody>
          <a:bodyPr>
            <a:normAutofit/>
          </a:bodyPr>
          <a:lstStyle/>
          <a:p>
            <a:pPr marL="0" indent="0" eaLnBrk="1" hangingPunct="1">
              <a:lnSpc>
                <a:spcPct val="90000"/>
              </a:lnSpc>
              <a:buNone/>
            </a:pPr>
            <a:r>
              <a:rPr lang="zh-CN" altLang="en-US" sz="2800" dirty="0">
                <a:latin typeface="宋体" charset="-122"/>
              </a:rPr>
              <a:t>尽管使用了前向引用声明，但是在提供一个完整的类声明之前，</a:t>
            </a:r>
            <a:r>
              <a:rPr lang="zh-CN" altLang="en-US" sz="2800" dirty="0">
                <a:solidFill>
                  <a:srgbClr val="FF0000"/>
                </a:solidFill>
                <a:latin typeface="宋体" charset="-122"/>
              </a:rPr>
              <a:t>不能声明该类的对象</a:t>
            </a:r>
            <a:r>
              <a:rPr lang="zh-CN" altLang="en-US" sz="2800" dirty="0">
                <a:latin typeface="宋体" charset="-122"/>
              </a:rPr>
              <a:t>，</a:t>
            </a:r>
            <a:r>
              <a:rPr lang="zh-CN" altLang="en-US" sz="2800" dirty="0">
                <a:solidFill>
                  <a:srgbClr val="FF0000"/>
                </a:solidFill>
                <a:latin typeface="宋体" charset="-122"/>
              </a:rPr>
              <a:t>也不能在内联成员函数中使用该类的对象</a:t>
            </a:r>
            <a:r>
              <a:rPr lang="zh-CN" altLang="en-US" sz="2800" dirty="0">
                <a:latin typeface="宋体" charset="-122"/>
              </a:rPr>
              <a:t>。</a:t>
            </a:r>
            <a:endParaRPr lang="en-US" altLang="zh-CN" sz="2800" dirty="0">
              <a:latin typeface="宋体" charset="-122"/>
            </a:endParaRPr>
          </a:p>
        </p:txBody>
      </p:sp>
      <p:sp>
        <p:nvSpPr>
          <p:cNvPr id="60418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/>
            <a:fld id="{B3C38CDE-8C28-41F4-9558-1557E1439D91}" type="slidenum">
              <a:rPr lang="en-US" altLang="zh-CN" sz="1400"/>
              <a:pPr eaLnBrk="1" hangingPunct="1"/>
              <a:t>22</a:t>
            </a:fld>
            <a:endParaRPr lang="en-US" altLang="zh-CN" sz="1400"/>
          </a:p>
        </p:txBody>
      </p:sp>
      <p:sp>
        <p:nvSpPr>
          <p:cNvPr id="3" name="矩形 2"/>
          <p:cNvSpPr/>
          <p:nvPr/>
        </p:nvSpPr>
        <p:spPr>
          <a:xfrm>
            <a:off x="989602" y="3212976"/>
            <a:ext cx="5058562" cy="2246769"/>
          </a:xfrm>
          <a:prstGeom prst="rect">
            <a:avLst/>
          </a:prstGeom>
          <a:solidFill>
            <a:schemeClr val="bg1"/>
          </a:solidFill>
          <a:ln>
            <a:solidFill>
              <a:schemeClr val="bg2">
                <a:lumMod val="2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2000" dirty="0">
                <a:solidFill>
                  <a:srgbClr val="0000FF"/>
                </a:solidFill>
                <a:latin typeface="新宋体"/>
                <a:ea typeface="新宋体"/>
              </a:rPr>
              <a:t>class</a:t>
            </a:r>
            <a:r>
              <a:rPr lang="en-US" altLang="zh-CN" sz="2000" dirty="0">
                <a:solidFill>
                  <a:srgbClr val="000000"/>
                </a:solidFill>
                <a:latin typeface="新宋体"/>
                <a:ea typeface="新宋体"/>
              </a:rPr>
              <a:t> </a:t>
            </a:r>
            <a:r>
              <a:rPr lang="en-US" altLang="zh-CN" sz="2000" dirty="0">
                <a:solidFill>
                  <a:srgbClr val="2B91AF"/>
                </a:solidFill>
                <a:latin typeface="新宋体"/>
                <a:ea typeface="新宋体"/>
              </a:rPr>
              <a:t>Fred</a:t>
            </a:r>
            <a:r>
              <a:rPr lang="en-US" altLang="zh-CN" sz="2000" dirty="0">
                <a:solidFill>
                  <a:srgbClr val="000000"/>
                </a:solidFill>
                <a:latin typeface="新宋体"/>
                <a:ea typeface="新宋体"/>
              </a:rPr>
              <a:t>; 		</a:t>
            </a:r>
            <a:r>
              <a:rPr lang="en-US" altLang="zh-CN" sz="2000" dirty="0">
                <a:solidFill>
                  <a:srgbClr val="008000"/>
                </a:solidFill>
                <a:latin typeface="新宋体"/>
                <a:ea typeface="新宋体"/>
              </a:rPr>
              <a:t>//</a:t>
            </a:r>
            <a:r>
              <a:rPr lang="zh-CN" altLang="en-US" sz="2000" dirty="0">
                <a:solidFill>
                  <a:srgbClr val="008000"/>
                </a:solidFill>
                <a:latin typeface="新宋体"/>
                <a:ea typeface="新宋体"/>
              </a:rPr>
              <a:t>前向引用声明</a:t>
            </a:r>
            <a:endParaRPr lang="zh-CN" altLang="en-US" sz="2000" dirty="0">
              <a:solidFill>
                <a:srgbClr val="000000"/>
              </a:solidFill>
              <a:latin typeface="新宋体"/>
              <a:ea typeface="新宋体"/>
            </a:endParaRPr>
          </a:p>
          <a:p>
            <a:r>
              <a:rPr lang="en-US" altLang="zh-CN" sz="2000" dirty="0">
                <a:solidFill>
                  <a:srgbClr val="0000FF"/>
                </a:solidFill>
                <a:latin typeface="新宋体"/>
                <a:ea typeface="新宋体"/>
              </a:rPr>
              <a:t>class</a:t>
            </a:r>
            <a:r>
              <a:rPr lang="en-US" altLang="zh-CN" sz="2000" dirty="0">
                <a:solidFill>
                  <a:srgbClr val="000000"/>
                </a:solidFill>
                <a:latin typeface="新宋体"/>
                <a:ea typeface="新宋体"/>
              </a:rPr>
              <a:t> </a:t>
            </a:r>
            <a:r>
              <a:rPr lang="en-US" altLang="zh-CN" sz="2000" dirty="0">
                <a:solidFill>
                  <a:srgbClr val="2B91AF"/>
                </a:solidFill>
                <a:latin typeface="新宋体"/>
                <a:ea typeface="新宋体"/>
              </a:rPr>
              <a:t>Barney</a:t>
            </a:r>
            <a:endParaRPr lang="en-US" altLang="zh-CN" sz="2000" dirty="0">
              <a:solidFill>
                <a:srgbClr val="000000"/>
              </a:solidFill>
              <a:latin typeface="新宋体"/>
              <a:ea typeface="新宋体"/>
            </a:endParaRPr>
          </a:p>
          <a:p>
            <a:r>
              <a:rPr lang="en-US" altLang="zh-CN" sz="2000" dirty="0">
                <a:solidFill>
                  <a:srgbClr val="000000"/>
                </a:solidFill>
                <a:latin typeface="新宋体"/>
                <a:ea typeface="新宋体"/>
              </a:rPr>
              <a:t>{   </a:t>
            </a:r>
            <a:r>
              <a:rPr lang="en-US" altLang="zh-CN" sz="2000" dirty="0">
                <a:solidFill>
                  <a:srgbClr val="2B91AF"/>
                </a:solidFill>
                <a:latin typeface="新宋体"/>
                <a:ea typeface="新宋体"/>
              </a:rPr>
              <a:t>Fred</a:t>
            </a:r>
            <a:r>
              <a:rPr lang="zh-CN" altLang="en-US" sz="2000" dirty="0">
                <a:solidFill>
                  <a:srgbClr val="000000"/>
                </a:solidFill>
                <a:latin typeface="新宋体"/>
                <a:ea typeface="新宋体"/>
              </a:rPr>
              <a:t> </a:t>
            </a:r>
            <a:r>
              <a:rPr lang="en-US" altLang="zh-CN" sz="2000" dirty="0">
                <a:solidFill>
                  <a:srgbClr val="000000"/>
                </a:solidFill>
                <a:latin typeface="新宋体"/>
                <a:ea typeface="新宋体"/>
              </a:rPr>
              <a:t>x; 		</a:t>
            </a:r>
            <a:endParaRPr lang="zh-CN" altLang="en-US" sz="2000" dirty="0">
              <a:solidFill>
                <a:srgbClr val="000000"/>
              </a:solidFill>
              <a:latin typeface="新宋体"/>
              <a:ea typeface="新宋体"/>
            </a:endParaRPr>
          </a:p>
          <a:p>
            <a:r>
              <a:rPr lang="en-US" altLang="zh-CN" sz="2000" dirty="0">
                <a:solidFill>
                  <a:srgbClr val="000000"/>
                </a:solidFill>
                <a:latin typeface="新宋体"/>
                <a:ea typeface="新宋体"/>
              </a:rPr>
              <a:t>};</a:t>
            </a:r>
          </a:p>
          <a:p>
            <a:r>
              <a:rPr lang="en-US" altLang="zh-CN" sz="2000" dirty="0">
                <a:solidFill>
                  <a:srgbClr val="0000FF"/>
                </a:solidFill>
                <a:latin typeface="新宋体"/>
                <a:ea typeface="新宋体"/>
              </a:rPr>
              <a:t>class</a:t>
            </a:r>
            <a:r>
              <a:rPr lang="en-US" altLang="zh-CN" sz="2000" dirty="0">
                <a:solidFill>
                  <a:srgbClr val="000000"/>
                </a:solidFill>
                <a:latin typeface="新宋体"/>
                <a:ea typeface="新宋体"/>
              </a:rPr>
              <a:t> </a:t>
            </a:r>
            <a:r>
              <a:rPr lang="en-US" altLang="zh-CN" sz="2000" dirty="0">
                <a:solidFill>
                  <a:srgbClr val="2B91AF"/>
                </a:solidFill>
                <a:latin typeface="新宋体"/>
                <a:ea typeface="新宋体"/>
              </a:rPr>
              <a:t>Fred</a:t>
            </a:r>
            <a:endParaRPr lang="en-US" altLang="zh-CN" sz="2000" dirty="0">
              <a:solidFill>
                <a:srgbClr val="000000"/>
              </a:solidFill>
              <a:latin typeface="新宋体"/>
              <a:ea typeface="新宋体"/>
            </a:endParaRPr>
          </a:p>
          <a:p>
            <a:r>
              <a:rPr lang="en-US" altLang="zh-CN" sz="2000" dirty="0">
                <a:solidFill>
                  <a:srgbClr val="000000"/>
                </a:solidFill>
                <a:latin typeface="新宋体"/>
                <a:ea typeface="新宋体"/>
              </a:rPr>
              <a:t>{   </a:t>
            </a:r>
            <a:r>
              <a:rPr lang="en-US" altLang="zh-CN" sz="2000" dirty="0">
                <a:solidFill>
                  <a:srgbClr val="2B91AF"/>
                </a:solidFill>
                <a:latin typeface="新宋体"/>
                <a:ea typeface="新宋体"/>
              </a:rPr>
              <a:t>Barney</a:t>
            </a:r>
            <a:r>
              <a:rPr lang="en-US" altLang="zh-CN" sz="2000" dirty="0">
                <a:solidFill>
                  <a:srgbClr val="000000"/>
                </a:solidFill>
                <a:latin typeface="新宋体"/>
                <a:ea typeface="新宋体"/>
              </a:rPr>
              <a:t> y;</a:t>
            </a:r>
          </a:p>
          <a:p>
            <a:r>
              <a:rPr lang="en-US" altLang="zh-CN" sz="2000" dirty="0">
                <a:solidFill>
                  <a:srgbClr val="000000"/>
                </a:solidFill>
                <a:latin typeface="新宋体"/>
                <a:ea typeface="新宋体"/>
              </a:rPr>
              <a:t>};</a:t>
            </a:r>
          </a:p>
        </p:txBody>
      </p:sp>
      <p:sp>
        <p:nvSpPr>
          <p:cNvPr id="4" name="矩形 3"/>
          <p:cNvSpPr/>
          <p:nvPr/>
        </p:nvSpPr>
        <p:spPr>
          <a:xfrm>
            <a:off x="3635896" y="3789040"/>
            <a:ext cx="3903633" cy="400110"/>
          </a:xfrm>
          <a:prstGeom prst="rect">
            <a:avLst/>
          </a:prstGeom>
          <a:solidFill>
            <a:srgbClr val="FFFF00"/>
          </a:solidFill>
        </p:spPr>
        <p:txBody>
          <a:bodyPr wrap="none">
            <a:spAutoFit/>
          </a:bodyPr>
          <a:lstStyle/>
          <a:p>
            <a:r>
              <a:rPr lang="en-US" altLang="zh-CN" sz="2000" dirty="0">
                <a:solidFill>
                  <a:srgbClr val="008000"/>
                </a:solidFill>
                <a:latin typeface="新宋体"/>
                <a:ea typeface="新宋体"/>
              </a:rPr>
              <a:t>//</a:t>
            </a:r>
            <a:r>
              <a:rPr lang="en-US" altLang="zh-CN" sz="2000" dirty="0">
                <a:solidFill>
                  <a:srgbClr val="FF0000"/>
                </a:solidFill>
                <a:latin typeface="新宋体"/>
                <a:ea typeface="新宋体"/>
              </a:rPr>
              <a:t>error</a:t>
            </a:r>
            <a:r>
              <a:rPr lang="zh-CN" altLang="en-US" sz="2000" dirty="0">
                <a:solidFill>
                  <a:srgbClr val="008000"/>
                </a:solidFill>
                <a:latin typeface="新宋体"/>
                <a:ea typeface="新宋体"/>
              </a:rPr>
              <a:t>：类</a:t>
            </a:r>
            <a:r>
              <a:rPr lang="en-US" altLang="zh-CN" sz="2000" dirty="0">
                <a:solidFill>
                  <a:srgbClr val="008000"/>
                </a:solidFill>
                <a:latin typeface="新宋体"/>
                <a:ea typeface="新宋体"/>
              </a:rPr>
              <a:t>Fred</a:t>
            </a:r>
            <a:r>
              <a:rPr lang="zh-CN" altLang="en-US" sz="2000" dirty="0">
                <a:solidFill>
                  <a:srgbClr val="008000"/>
                </a:solidFill>
                <a:latin typeface="新宋体"/>
                <a:ea typeface="新宋体"/>
              </a:rPr>
              <a:t>的声明尚不完善</a:t>
            </a:r>
            <a:endParaRPr lang="zh-CN" altLang="en-US" dirty="0"/>
          </a:p>
        </p:txBody>
      </p:sp>
      <p:sp>
        <p:nvSpPr>
          <p:cNvPr id="8" name="乘号 7"/>
          <p:cNvSpPr/>
          <p:nvPr/>
        </p:nvSpPr>
        <p:spPr>
          <a:xfrm>
            <a:off x="2807804" y="3677529"/>
            <a:ext cx="360040" cy="658831"/>
          </a:xfrm>
          <a:prstGeom prst="mathMultiply">
            <a:avLst>
              <a:gd name="adj1" fmla="val 9480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748595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8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395536" y="1196752"/>
            <a:ext cx="6480720" cy="5324535"/>
          </a:xfrm>
          <a:prstGeom prst="rect">
            <a:avLst/>
          </a:prstGeom>
          <a:solidFill>
            <a:schemeClr val="bg1"/>
          </a:solidFill>
          <a:ln>
            <a:solidFill>
              <a:schemeClr val="bg2">
                <a:lumMod val="2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2000" dirty="0">
                <a:solidFill>
                  <a:srgbClr val="0000FF"/>
                </a:solidFill>
                <a:latin typeface="新宋体"/>
                <a:ea typeface="新宋体"/>
              </a:rPr>
              <a:t>class</a:t>
            </a:r>
            <a:r>
              <a:rPr lang="en-US" altLang="zh-CN" sz="2000" dirty="0">
                <a:solidFill>
                  <a:srgbClr val="000000"/>
                </a:solidFill>
                <a:latin typeface="新宋体"/>
                <a:ea typeface="新宋体"/>
              </a:rPr>
              <a:t> </a:t>
            </a:r>
            <a:r>
              <a:rPr lang="en-US" altLang="zh-CN" sz="2000" dirty="0">
                <a:solidFill>
                  <a:srgbClr val="2B91AF"/>
                </a:solidFill>
                <a:latin typeface="新宋体"/>
                <a:ea typeface="新宋体"/>
              </a:rPr>
              <a:t>Fred</a:t>
            </a:r>
            <a:r>
              <a:rPr lang="en-US" altLang="zh-CN" sz="2000" dirty="0">
                <a:solidFill>
                  <a:srgbClr val="000000"/>
                </a:solidFill>
                <a:latin typeface="新宋体"/>
                <a:ea typeface="新宋体"/>
              </a:rPr>
              <a:t>;			</a:t>
            </a:r>
            <a:r>
              <a:rPr lang="en-US" altLang="zh-CN" sz="2000" dirty="0">
                <a:solidFill>
                  <a:srgbClr val="008000"/>
                </a:solidFill>
                <a:latin typeface="新宋体"/>
                <a:ea typeface="新宋体"/>
              </a:rPr>
              <a:t>//</a:t>
            </a:r>
            <a:r>
              <a:rPr lang="zh-CN" altLang="en-US" sz="2000" dirty="0">
                <a:solidFill>
                  <a:srgbClr val="008000"/>
                </a:solidFill>
                <a:latin typeface="新宋体"/>
                <a:ea typeface="新宋体"/>
              </a:rPr>
              <a:t>前向引用声明</a:t>
            </a:r>
            <a:endParaRPr lang="zh-CN" altLang="en-US" sz="2000" dirty="0">
              <a:solidFill>
                <a:srgbClr val="000000"/>
              </a:solidFill>
              <a:latin typeface="新宋体"/>
              <a:ea typeface="新宋体"/>
            </a:endParaRPr>
          </a:p>
          <a:p>
            <a:r>
              <a:rPr lang="en-US" altLang="zh-CN" sz="2000" dirty="0">
                <a:solidFill>
                  <a:srgbClr val="0000FF"/>
                </a:solidFill>
                <a:latin typeface="新宋体"/>
                <a:ea typeface="新宋体"/>
              </a:rPr>
              <a:t>class</a:t>
            </a:r>
            <a:r>
              <a:rPr lang="en-US" altLang="zh-CN" sz="2000" dirty="0">
                <a:solidFill>
                  <a:srgbClr val="000000"/>
                </a:solidFill>
                <a:latin typeface="新宋体"/>
                <a:ea typeface="新宋体"/>
              </a:rPr>
              <a:t> </a:t>
            </a:r>
            <a:r>
              <a:rPr lang="en-US" altLang="zh-CN" sz="2000" dirty="0">
                <a:solidFill>
                  <a:srgbClr val="2B91AF"/>
                </a:solidFill>
                <a:latin typeface="新宋体"/>
                <a:ea typeface="新宋体"/>
              </a:rPr>
              <a:t>Barney</a:t>
            </a:r>
            <a:endParaRPr lang="en-US" altLang="zh-CN" sz="2000" dirty="0">
              <a:solidFill>
                <a:srgbClr val="000000"/>
              </a:solidFill>
              <a:latin typeface="新宋体"/>
              <a:ea typeface="新宋体"/>
            </a:endParaRPr>
          </a:p>
          <a:p>
            <a:r>
              <a:rPr lang="en-US" altLang="zh-CN" sz="2000" dirty="0">
                <a:solidFill>
                  <a:srgbClr val="000000"/>
                </a:solidFill>
                <a:latin typeface="新宋体"/>
                <a:ea typeface="新宋体"/>
              </a:rPr>
              <a:t>{</a:t>
            </a:r>
            <a:r>
              <a:rPr lang="en-US" altLang="zh-CN" sz="2000" dirty="0">
                <a:solidFill>
                  <a:srgbClr val="0000FF"/>
                </a:solidFill>
                <a:latin typeface="新宋体"/>
                <a:ea typeface="新宋体"/>
              </a:rPr>
              <a:t>public</a:t>
            </a:r>
            <a:r>
              <a:rPr lang="en-US" altLang="zh-CN" sz="2000" dirty="0">
                <a:solidFill>
                  <a:srgbClr val="000000"/>
                </a:solidFill>
                <a:latin typeface="新宋体"/>
                <a:ea typeface="新宋体"/>
              </a:rPr>
              <a:t>:</a:t>
            </a:r>
          </a:p>
          <a:p>
            <a:pPr marL="355600"/>
            <a:r>
              <a:rPr lang="en-US" altLang="zh-CN" sz="2000" dirty="0">
                <a:solidFill>
                  <a:srgbClr val="000000"/>
                </a:solidFill>
                <a:latin typeface="新宋体"/>
                <a:ea typeface="新宋体"/>
              </a:rPr>
              <a:t>……</a:t>
            </a:r>
          </a:p>
          <a:p>
            <a:pPr marL="355600"/>
            <a:r>
              <a:rPr lang="en-US" altLang="zh-CN" sz="2000" dirty="0">
                <a:solidFill>
                  <a:srgbClr val="0000FF"/>
                </a:solidFill>
                <a:latin typeface="新宋体"/>
                <a:ea typeface="新宋体"/>
              </a:rPr>
              <a:t>void</a:t>
            </a:r>
            <a:r>
              <a:rPr lang="en-US" altLang="zh-CN" sz="2000" dirty="0">
                <a:solidFill>
                  <a:srgbClr val="000000"/>
                </a:solidFill>
                <a:latin typeface="新宋体"/>
                <a:ea typeface="新宋体"/>
              </a:rPr>
              <a:t> method()</a:t>
            </a:r>
          </a:p>
          <a:p>
            <a:pPr marL="355600"/>
            <a:r>
              <a:rPr lang="en-US" altLang="zh-CN" sz="2000" dirty="0">
                <a:solidFill>
                  <a:srgbClr val="000000"/>
                </a:solidFill>
                <a:latin typeface="新宋体"/>
                <a:ea typeface="新宋体"/>
              </a:rPr>
              <a:t>{  </a:t>
            </a:r>
            <a:r>
              <a:rPr lang="en-US" altLang="zh-CN" sz="2000" dirty="0" err="1">
                <a:solidFill>
                  <a:srgbClr val="000000"/>
                </a:solidFill>
                <a:latin typeface="新宋体"/>
                <a:ea typeface="新宋体"/>
              </a:rPr>
              <a:t>x.yabbaDabbaDo</a:t>
            </a:r>
            <a:r>
              <a:rPr lang="en-US" altLang="zh-CN" sz="2000" dirty="0">
                <a:solidFill>
                  <a:srgbClr val="000000"/>
                </a:solidFill>
                <a:latin typeface="新宋体"/>
                <a:ea typeface="新宋体"/>
              </a:rPr>
              <a:t>();</a:t>
            </a:r>
          </a:p>
          <a:p>
            <a:pPr marL="355600"/>
            <a:r>
              <a:rPr lang="en-US" altLang="zh-CN" sz="2000" dirty="0">
                <a:solidFill>
                  <a:srgbClr val="000000"/>
                </a:solidFill>
                <a:latin typeface="新宋体"/>
                <a:ea typeface="新宋体"/>
              </a:rPr>
              <a:t>}</a:t>
            </a:r>
          </a:p>
          <a:p>
            <a:r>
              <a:rPr lang="en-US" altLang="zh-CN" sz="2000" dirty="0">
                <a:solidFill>
                  <a:srgbClr val="0000FF"/>
                </a:solidFill>
                <a:latin typeface="新宋体"/>
                <a:ea typeface="新宋体"/>
              </a:rPr>
              <a:t> private</a:t>
            </a:r>
            <a:r>
              <a:rPr lang="en-US" altLang="zh-CN" sz="2000" dirty="0">
                <a:solidFill>
                  <a:srgbClr val="000000"/>
                </a:solidFill>
                <a:latin typeface="新宋体"/>
                <a:ea typeface="新宋体"/>
              </a:rPr>
              <a:t>:</a:t>
            </a:r>
          </a:p>
          <a:p>
            <a:pPr marL="355600"/>
            <a:r>
              <a:rPr lang="en-US" altLang="zh-CN" sz="2000" dirty="0">
                <a:solidFill>
                  <a:srgbClr val="000000"/>
                </a:solidFill>
                <a:latin typeface="新宋体"/>
                <a:ea typeface="新宋体"/>
              </a:rPr>
              <a:t>Fred y;</a:t>
            </a:r>
          </a:p>
          <a:p>
            <a:pPr marL="355600"/>
            <a:r>
              <a:rPr lang="en-US" altLang="zh-CN" sz="2000" dirty="0">
                <a:solidFill>
                  <a:srgbClr val="000000"/>
                </a:solidFill>
                <a:latin typeface="新宋体"/>
                <a:ea typeface="新宋体"/>
              </a:rPr>
              <a:t>Fred</a:t>
            </a:r>
            <a:r>
              <a:rPr lang="en-US" altLang="zh-CN" sz="2000" b="1" dirty="0">
                <a:solidFill>
                  <a:srgbClr val="FF0000"/>
                </a:solidFill>
                <a:latin typeface="新宋体"/>
                <a:ea typeface="新宋体"/>
              </a:rPr>
              <a:t>&amp;</a:t>
            </a:r>
            <a:r>
              <a:rPr lang="en-US" altLang="zh-CN" sz="2000" dirty="0">
                <a:solidFill>
                  <a:srgbClr val="000000"/>
                </a:solidFill>
                <a:latin typeface="新宋体"/>
                <a:ea typeface="新宋体"/>
              </a:rPr>
              <a:t> x;</a:t>
            </a:r>
          </a:p>
          <a:p>
            <a:r>
              <a:rPr lang="en-US" altLang="zh-CN" sz="2000" dirty="0">
                <a:solidFill>
                  <a:srgbClr val="000000"/>
                </a:solidFill>
                <a:latin typeface="新宋体"/>
                <a:ea typeface="新宋体"/>
              </a:rPr>
              <a:t>};</a:t>
            </a:r>
          </a:p>
          <a:p>
            <a:r>
              <a:rPr lang="en-US" altLang="zh-CN" sz="2000" dirty="0">
                <a:solidFill>
                  <a:srgbClr val="0000FF"/>
                </a:solidFill>
                <a:latin typeface="新宋体"/>
                <a:ea typeface="新宋体"/>
              </a:rPr>
              <a:t>class</a:t>
            </a:r>
            <a:r>
              <a:rPr lang="en-US" altLang="zh-CN" sz="2000" dirty="0">
                <a:solidFill>
                  <a:srgbClr val="000000"/>
                </a:solidFill>
                <a:latin typeface="新宋体"/>
                <a:ea typeface="新宋体"/>
              </a:rPr>
              <a:t> </a:t>
            </a:r>
            <a:r>
              <a:rPr lang="en-US" altLang="zh-CN" sz="2000" dirty="0">
                <a:solidFill>
                  <a:srgbClr val="2B91AF"/>
                </a:solidFill>
                <a:latin typeface="新宋体"/>
                <a:ea typeface="新宋体"/>
              </a:rPr>
              <a:t>Fred</a:t>
            </a:r>
            <a:endParaRPr lang="en-US" altLang="zh-CN" sz="2000" dirty="0">
              <a:solidFill>
                <a:srgbClr val="000000"/>
              </a:solidFill>
              <a:latin typeface="新宋体"/>
              <a:ea typeface="新宋体"/>
            </a:endParaRPr>
          </a:p>
          <a:p>
            <a:r>
              <a:rPr lang="en-US" altLang="zh-CN" sz="2000" dirty="0">
                <a:solidFill>
                  <a:srgbClr val="000000"/>
                </a:solidFill>
                <a:latin typeface="新宋体"/>
                <a:ea typeface="新宋体"/>
              </a:rPr>
              <a:t>{</a:t>
            </a:r>
            <a:r>
              <a:rPr lang="en-US" altLang="zh-CN" sz="2000" dirty="0">
                <a:solidFill>
                  <a:srgbClr val="0000FF"/>
                </a:solidFill>
                <a:latin typeface="新宋体"/>
                <a:ea typeface="新宋体"/>
              </a:rPr>
              <a:t>public</a:t>
            </a:r>
            <a:r>
              <a:rPr lang="en-US" altLang="zh-CN" sz="2000" dirty="0">
                <a:solidFill>
                  <a:srgbClr val="000000"/>
                </a:solidFill>
                <a:latin typeface="新宋体"/>
                <a:ea typeface="新宋体"/>
              </a:rPr>
              <a:t>:</a:t>
            </a:r>
          </a:p>
          <a:p>
            <a:pPr marL="355600"/>
            <a:r>
              <a:rPr lang="en-US" altLang="zh-CN" sz="2000" dirty="0">
                <a:solidFill>
                  <a:srgbClr val="0000FF"/>
                </a:solidFill>
                <a:latin typeface="新宋体"/>
                <a:ea typeface="新宋体"/>
              </a:rPr>
              <a:t>void</a:t>
            </a:r>
            <a:r>
              <a:rPr lang="en-US" altLang="zh-CN" sz="2000" dirty="0">
                <a:solidFill>
                  <a:srgbClr val="000000"/>
                </a:solidFill>
                <a:latin typeface="新宋体"/>
                <a:ea typeface="新宋体"/>
              </a:rPr>
              <a:t> </a:t>
            </a:r>
            <a:r>
              <a:rPr lang="en-US" altLang="zh-CN" sz="2000" dirty="0" err="1">
                <a:solidFill>
                  <a:srgbClr val="000000"/>
                </a:solidFill>
                <a:latin typeface="新宋体"/>
                <a:ea typeface="新宋体"/>
              </a:rPr>
              <a:t>yabbaDabbaDo</a:t>
            </a:r>
            <a:r>
              <a:rPr lang="en-US" altLang="zh-CN" sz="2000" dirty="0">
                <a:solidFill>
                  <a:srgbClr val="000000"/>
                </a:solidFill>
                <a:latin typeface="新宋体"/>
                <a:ea typeface="新宋体"/>
              </a:rPr>
              <a:t>();</a:t>
            </a:r>
          </a:p>
          <a:p>
            <a:r>
              <a:rPr lang="en-US" altLang="zh-CN" sz="2000" dirty="0">
                <a:solidFill>
                  <a:srgbClr val="0000FF"/>
                </a:solidFill>
                <a:latin typeface="新宋体"/>
                <a:ea typeface="新宋体"/>
              </a:rPr>
              <a:t> private</a:t>
            </a:r>
            <a:r>
              <a:rPr lang="en-US" altLang="zh-CN" sz="2000" dirty="0">
                <a:solidFill>
                  <a:srgbClr val="000000"/>
                </a:solidFill>
                <a:latin typeface="新宋体"/>
                <a:ea typeface="新宋体"/>
              </a:rPr>
              <a:t>:</a:t>
            </a:r>
          </a:p>
          <a:p>
            <a:pPr marL="355600"/>
            <a:r>
              <a:rPr lang="en-US" altLang="zh-CN" sz="2000" dirty="0">
                <a:solidFill>
                  <a:srgbClr val="2B91AF"/>
                </a:solidFill>
                <a:latin typeface="新宋体"/>
                <a:ea typeface="新宋体"/>
              </a:rPr>
              <a:t>Barney</a:t>
            </a:r>
            <a:r>
              <a:rPr lang="en-US" altLang="zh-CN" sz="2000" dirty="0">
                <a:solidFill>
                  <a:srgbClr val="000000"/>
                </a:solidFill>
                <a:latin typeface="新宋体"/>
                <a:ea typeface="新宋体"/>
              </a:rPr>
              <a:t>&amp; y;</a:t>
            </a:r>
          </a:p>
          <a:p>
            <a:r>
              <a:rPr lang="en-US" altLang="zh-CN" sz="2000" dirty="0">
                <a:solidFill>
                  <a:srgbClr val="000000"/>
                </a:solidFill>
                <a:latin typeface="新宋体"/>
                <a:ea typeface="新宋体"/>
              </a:rPr>
              <a:t>};</a:t>
            </a:r>
          </a:p>
        </p:txBody>
      </p:sp>
      <p:sp>
        <p:nvSpPr>
          <p:cNvPr id="61442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/>
            <a:fld id="{56AFF4E0-E6E2-4164-988A-B39C7D6788C7}" type="slidenum">
              <a:rPr lang="en-US" altLang="zh-CN" sz="1400"/>
              <a:pPr eaLnBrk="1" hangingPunct="1"/>
              <a:t>23</a:t>
            </a:fld>
            <a:endParaRPr lang="en-US" altLang="zh-CN" sz="1400"/>
          </a:p>
        </p:txBody>
      </p:sp>
      <p:sp>
        <p:nvSpPr>
          <p:cNvPr id="2" name="矩形 1"/>
          <p:cNvSpPr/>
          <p:nvPr/>
        </p:nvSpPr>
        <p:spPr>
          <a:xfrm>
            <a:off x="3641723" y="2478868"/>
            <a:ext cx="5430777" cy="1138838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pPr>
              <a:lnSpc>
                <a:spcPct val="85000"/>
              </a:lnSpc>
              <a:spcBef>
                <a:spcPct val="0"/>
              </a:spcBef>
            </a:pPr>
            <a:r>
              <a:rPr lang="en-US" altLang="zh-CN" sz="2000" b="1" dirty="0">
                <a:solidFill>
                  <a:srgbClr val="FF0000"/>
                </a:solidFill>
                <a:latin typeface="宋体" charset="-122"/>
              </a:rPr>
              <a:t>error</a:t>
            </a:r>
            <a:r>
              <a:rPr lang="zh-CN" altLang="en-US" sz="2000" dirty="0">
                <a:latin typeface="宋体" charset="-122"/>
              </a:rPr>
              <a:t>：仅有类</a:t>
            </a:r>
            <a:r>
              <a:rPr lang="en-US" altLang="zh-CN" sz="2000" dirty="0">
                <a:latin typeface="宋体" charset="-122"/>
              </a:rPr>
              <a:t>Fred</a:t>
            </a:r>
            <a:r>
              <a:rPr lang="zh-CN" altLang="en-US" sz="2000" dirty="0">
                <a:latin typeface="宋体" charset="-122"/>
              </a:rPr>
              <a:t>前向声明、没有定义类</a:t>
            </a:r>
            <a:r>
              <a:rPr lang="en-US" altLang="zh-CN" sz="2000" dirty="0">
                <a:latin typeface="宋体" charset="-122"/>
              </a:rPr>
              <a:t>Fred,</a:t>
            </a:r>
          </a:p>
          <a:p>
            <a:pPr>
              <a:lnSpc>
                <a:spcPct val="85000"/>
              </a:lnSpc>
              <a:spcBef>
                <a:spcPct val="0"/>
              </a:spcBef>
            </a:pPr>
            <a:r>
              <a:rPr lang="zh-CN" altLang="en-US" sz="2000" dirty="0">
                <a:latin typeface="宋体" charset="-122"/>
              </a:rPr>
              <a:t>不能声明</a:t>
            </a:r>
            <a:r>
              <a:rPr lang="en-US" altLang="zh-CN" sz="2000" dirty="0">
                <a:latin typeface="宋体" charset="-122"/>
              </a:rPr>
              <a:t>Fred</a:t>
            </a:r>
            <a:r>
              <a:rPr lang="zh-CN" altLang="en-US" sz="2000" dirty="0">
                <a:latin typeface="宋体" charset="-122"/>
              </a:rPr>
              <a:t>的对象</a:t>
            </a:r>
            <a:endParaRPr lang="en-US" altLang="zh-CN" sz="2000" dirty="0">
              <a:latin typeface="宋体" charset="-122"/>
            </a:endParaRPr>
          </a:p>
          <a:p>
            <a:pPr>
              <a:lnSpc>
                <a:spcPct val="85000"/>
              </a:lnSpc>
              <a:spcBef>
                <a:spcPct val="0"/>
              </a:spcBef>
            </a:pPr>
            <a:r>
              <a:rPr lang="zh-CN" altLang="en-US" sz="2000" dirty="0">
                <a:latin typeface="宋体" charset="-122"/>
              </a:rPr>
              <a:t>不能使用</a:t>
            </a:r>
            <a:r>
              <a:rPr lang="en-US" altLang="zh-CN" sz="2000" dirty="0">
                <a:latin typeface="宋体" charset="-122"/>
              </a:rPr>
              <a:t>Fred</a:t>
            </a:r>
            <a:r>
              <a:rPr lang="zh-CN" altLang="en-US" sz="2000" dirty="0">
                <a:latin typeface="宋体" charset="-122"/>
              </a:rPr>
              <a:t>的对象</a:t>
            </a:r>
            <a:endParaRPr lang="en-US" altLang="zh-CN" sz="2000" dirty="0">
              <a:latin typeface="宋体" charset="-122"/>
            </a:endParaRPr>
          </a:p>
          <a:p>
            <a:pPr>
              <a:lnSpc>
                <a:spcPct val="85000"/>
              </a:lnSpc>
              <a:spcBef>
                <a:spcPct val="0"/>
              </a:spcBef>
            </a:pPr>
            <a:r>
              <a:rPr lang="zh-CN" altLang="en-US" sz="2000" dirty="0">
                <a:latin typeface="宋体" charset="-122"/>
              </a:rPr>
              <a:t>不能调用</a:t>
            </a:r>
            <a:r>
              <a:rPr lang="en-US" altLang="zh-CN" sz="2000" dirty="0">
                <a:latin typeface="宋体" charset="-122"/>
              </a:rPr>
              <a:t>Fred</a:t>
            </a:r>
            <a:r>
              <a:rPr lang="zh-CN" altLang="en-US" sz="2000" dirty="0">
                <a:latin typeface="宋体" charset="-122"/>
              </a:rPr>
              <a:t>成员函数</a:t>
            </a:r>
            <a:endParaRPr lang="en-US" altLang="zh-CN" sz="2000" dirty="0">
              <a:latin typeface="宋体" charset="-122"/>
            </a:endParaRPr>
          </a:p>
        </p:txBody>
      </p:sp>
      <p:cxnSp>
        <p:nvCxnSpPr>
          <p:cNvPr id="5" name="直接箭头连接符 4"/>
          <p:cNvCxnSpPr/>
          <p:nvPr/>
        </p:nvCxnSpPr>
        <p:spPr>
          <a:xfrm flipH="1" flipV="1">
            <a:off x="3239852" y="2937803"/>
            <a:ext cx="401871" cy="239169"/>
          </a:xfrm>
          <a:prstGeom prst="straightConnector1">
            <a:avLst/>
          </a:prstGeom>
          <a:ln w="25400">
            <a:solidFill>
              <a:srgbClr val="FFC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连接符 6"/>
          <p:cNvCxnSpPr/>
          <p:nvPr/>
        </p:nvCxnSpPr>
        <p:spPr>
          <a:xfrm>
            <a:off x="1259632" y="3081819"/>
            <a:ext cx="1980220" cy="0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组合 13"/>
          <p:cNvGrpSpPr/>
          <p:nvPr/>
        </p:nvGrpSpPr>
        <p:grpSpPr>
          <a:xfrm>
            <a:off x="2051720" y="3873881"/>
            <a:ext cx="5926728" cy="615618"/>
            <a:chOff x="2051720" y="3873881"/>
            <a:chExt cx="5926728" cy="615618"/>
          </a:xfrm>
        </p:grpSpPr>
        <p:sp>
          <p:nvSpPr>
            <p:cNvPr id="3" name="矩形 2"/>
            <p:cNvSpPr/>
            <p:nvPr/>
          </p:nvSpPr>
          <p:spPr>
            <a:xfrm>
              <a:off x="4716016" y="3873881"/>
              <a:ext cx="3262432" cy="615618"/>
            </a:xfrm>
            <a:prstGeom prst="rect">
              <a:avLst/>
            </a:prstGeom>
            <a:solidFill>
              <a:srgbClr val="92D050">
                <a:alpha val="70000"/>
              </a:srgbClr>
            </a:solidFill>
          </p:spPr>
          <p:txBody>
            <a:bodyPr wrap="none">
              <a:spAutoFit/>
            </a:bodyPr>
            <a:lstStyle/>
            <a:p>
              <a:pPr>
                <a:lnSpc>
                  <a:spcPct val="85000"/>
                </a:lnSpc>
                <a:spcBef>
                  <a:spcPct val="0"/>
                </a:spcBef>
              </a:pPr>
              <a:r>
                <a:rPr lang="zh-CN" altLang="en-US" sz="2000" b="1" dirty="0">
                  <a:solidFill>
                    <a:srgbClr val="FF0000"/>
                  </a:solidFill>
                  <a:latin typeface="宋体" charset="-122"/>
                </a:rPr>
                <a:t>正确</a:t>
              </a:r>
              <a:r>
                <a:rPr lang="zh-CN" altLang="en-US" sz="2000" dirty="0">
                  <a:latin typeface="宋体" charset="-122"/>
                </a:rPr>
                <a:t>：经过前向引用声明，</a:t>
              </a:r>
              <a:endParaRPr lang="en-US" altLang="zh-CN" sz="2000" dirty="0">
                <a:latin typeface="宋体" charset="-122"/>
              </a:endParaRPr>
            </a:p>
            <a:p>
              <a:pPr>
                <a:lnSpc>
                  <a:spcPct val="85000"/>
                </a:lnSpc>
                <a:spcBef>
                  <a:spcPct val="0"/>
                </a:spcBef>
              </a:pPr>
              <a:r>
                <a:rPr lang="zh-CN" altLang="en-US" sz="2000" dirty="0">
                  <a:latin typeface="宋体" charset="-122"/>
                </a:rPr>
                <a:t>可以声明</a:t>
              </a:r>
              <a:r>
                <a:rPr lang="en-US" altLang="zh-CN" sz="2000" dirty="0">
                  <a:latin typeface="宋体" charset="-122"/>
                </a:rPr>
                <a:t>Fred</a:t>
              </a:r>
              <a:r>
                <a:rPr lang="zh-CN" altLang="en-US" sz="2000" dirty="0">
                  <a:latin typeface="宋体" charset="-122"/>
                </a:rPr>
                <a:t>类对象的引用</a:t>
              </a:r>
            </a:p>
          </p:txBody>
        </p:sp>
        <p:cxnSp>
          <p:nvCxnSpPr>
            <p:cNvPr id="11" name="直接箭头连接符 10"/>
            <p:cNvCxnSpPr/>
            <p:nvPr/>
          </p:nvCxnSpPr>
          <p:spPr>
            <a:xfrm flipH="1">
              <a:off x="2051720" y="4208320"/>
              <a:ext cx="2661970" cy="0"/>
            </a:xfrm>
            <a:prstGeom prst="straightConnector1">
              <a:avLst/>
            </a:prstGeom>
            <a:ln w="25400">
              <a:solidFill>
                <a:srgbClr val="92D05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6" name="直接连接符 15"/>
          <p:cNvCxnSpPr/>
          <p:nvPr/>
        </p:nvCxnSpPr>
        <p:spPr>
          <a:xfrm>
            <a:off x="827584" y="4293096"/>
            <a:ext cx="900100" cy="0"/>
          </a:xfrm>
          <a:prstGeom prst="line">
            <a:avLst/>
          </a:prstGeom>
          <a:ln w="2540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乘号 16"/>
          <p:cNvSpPr/>
          <p:nvPr/>
        </p:nvSpPr>
        <p:spPr>
          <a:xfrm>
            <a:off x="3073642" y="2626153"/>
            <a:ext cx="360040" cy="658831"/>
          </a:xfrm>
          <a:prstGeom prst="mathMultiply">
            <a:avLst>
              <a:gd name="adj1" fmla="val 0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8" name="组合 17"/>
          <p:cNvGrpSpPr/>
          <p:nvPr/>
        </p:nvGrpSpPr>
        <p:grpSpPr>
          <a:xfrm>
            <a:off x="2519772" y="3981916"/>
            <a:ext cx="553870" cy="377690"/>
            <a:chOff x="6516216" y="5302828"/>
            <a:chExt cx="891716" cy="538440"/>
          </a:xfrm>
        </p:grpSpPr>
        <p:cxnSp>
          <p:nvCxnSpPr>
            <p:cNvPr id="19" name="直接连接符 18"/>
            <p:cNvCxnSpPr/>
            <p:nvPr/>
          </p:nvCxnSpPr>
          <p:spPr>
            <a:xfrm>
              <a:off x="6516216" y="5553236"/>
              <a:ext cx="252028" cy="288032"/>
            </a:xfrm>
            <a:prstGeom prst="line">
              <a:avLst/>
            </a:prstGeom>
            <a:ln w="254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直接连接符 19"/>
            <p:cNvCxnSpPr/>
            <p:nvPr/>
          </p:nvCxnSpPr>
          <p:spPr>
            <a:xfrm flipH="1">
              <a:off x="6732242" y="5302828"/>
              <a:ext cx="675690" cy="538440"/>
            </a:xfrm>
            <a:prstGeom prst="line">
              <a:avLst/>
            </a:prstGeom>
            <a:ln w="254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3" name="直接箭头连接符 22"/>
          <p:cNvCxnSpPr>
            <a:stCxn id="2" idx="1"/>
          </p:cNvCxnSpPr>
          <p:nvPr/>
        </p:nvCxnSpPr>
        <p:spPr>
          <a:xfrm flipH="1">
            <a:off x="1727684" y="3048287"/>
            <a:ext cx="1914039" cy="825594"/>
          </a:xfrm>
          <a:prstGeom prst="straightConnector1">
            <a:avLst/>
          </a:prstGeom>
          <a:ln w="25400">
            <a:solidFill>
              <a:srgbClr val="FFC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连接符 23"/>
          <p:cNvCxnSpPr/>
          <p:nvPr/>
        </p:nvCxnSpPr>
        <p:spPr>
          <a:xfrm>
            <a:off x="863588" y="3981919"/>
            <a:ext cx="864096" cy="0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乘号 32"/>
          <p:cNvSpPr/>
          <p:nvPr/>
        </p:nvSpPr>
        <p:spPr>
          <a:xfrm>
            <a:off x="2087724" y="3310229"/>
            <a:ext cx="360040" cy="658831"/>
          </a:xfrm>
          <a:prstGeom prst="mathMultiply">
            <a:avLst>
              <a:gd name="adj1" fmla="val 0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066152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17" grpId="0" animBg="1"/>
      <p:bldP spid="33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8" name="Rectangle 3"/>
          <p:cNvSpPr>
            <a:spLocks noGrp="1" noChangeArrowheads="1"/>
          </p:cNvSpPr>
          <p:nvPr>
            <p:ph idx="1"/>
          </p:nvPr>
        </p:nvSpPr>
        <p:spPr>
          <a:xfrm>
            <a:off x="539552" y="728701"/>
            <a:ext cx="8229600" cy="1044115"/>
          </a:xfrm>
        </p:spPr>
        <p:txBody>
          <a:bodyPr>
            <a:normAutofit/>
          </a:bodyPr>
          <a:lstStyle/>
          <a:p>
            <a:pPr eaLnBrk="1" hangingPunct="1"/>
            <a:r>
              <a:rPr lang="zh-CN" altLang="en-US" sz="2400" dirty="0"/>
              <a:t>应该记住：当你使用前向引用声明类</a:t>
            </a:r>
            <a:r>
              <a:rPr lang="en-US" altLang="zh-CN" sz="2400" dirty="0"/>
              <a:t>B</a:t>
            </a:r>
            <a:r>
              <a:rPr lang="zh-CN" altLang="en-US" sz="2400" dirty="0"/>
              <a:t>，而没有定义类</a:t>
            </a:r>
            <a:r>
              <a:rPr lang="en-US" altLang="zh-CN" sz="2400" dirty="0"/>
              <a:t>B</a:t>
            </a:r>
            <a:r>
              <a:rPr lang="zh-CN" altLang="en-US" sz="2400" dirty="0"/>
              <a:t>时，你只能使用被声明的符号，而不能涉及类的任何细节。</a:t>
            </a:r>
            <a:endParaRPr lang="en-US" altLang="zh-CN" sz="2400" dirty="0"/>
          </a:p>
        </p:txBody>
      </p:sp>
      <p:sp>
        <p:nvSpPr>
          <p:cNvPr id="62466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/>
            <a:fld id="{7EB12D95-6B85-4AB4-9E01-93F40F59E417}" type="slidenum">
              <a:rPr lang="en-US" altLang="zh-CN" sz="1400"/>
              <a:pPr eaLnBrk="1" hangingPunct="1"/>
              <a:t>24</a:t>
            </a:fld>
            <a:endParaRPr lang="en-US" altLang="zh-CN" sz="1400"/>
          </a:p>
        </p:txBody>
      </p:sp>
      <p:sp>
        <p:nvSpPr>
          <p:cNvPr id="5" name="矩形 4"/>
          <p:cNvSpPr/>
          <p:nvPr/>
        </p:nvSpPr>
        <p:spPr>
          <a:xfrm>
            <a:off x="661374" y="2684519"/>
            <a:ext cx="3312368" cy="3785652"/>
          </a:xfrm>
          <a:prstGeom prst="rect">
            <a:avLst/>
          </a:prstGeom>
          <a:solidFill>
            <a:schemeClr val="bg1"/>
          </a:solidFill>
          <a:ln>
            <a:solidFill>
              <a:schemeClr val="tx2">
                <a:lumMod val="75000"/>
                <a:lumOff val="2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2400" dirty="0">
                <a:solidFill>
                  <a:srgbClr val="0000FF"/>
                </a:solidFill>
                <a:latin typeface="新宋体"/>
                <a:ea typeface="新宋体"/>
              </a:rPr>
              <a:t>class</a:t>
            </a:r>
            <a:r>
              <a:rPr lang="en-US" altLang="zh-CN" sz="2400" dirty="0">
                <a:solidFill>
                  <a:srgbClr val="000000"/>
                </a:solidFill>
                <a:latin typeface="新宋体"/>
                <a:ea typeface="新宋体"/>
              </a:rPr>
              <a:t> </a:t>
            </a:r>
            <a:r>
              <a:rPr lang="en-US" altLang="zh-CN" sz="2400" dirty="0">
                <a:solidFill>
                  <a:srgbClr val="2B91AF"/>
                </a:solidFill>
                <a:latin typeface="新宋体"/>
                <a:ea typeface="新宋体"/>
              </a:rPr>
              <a:t>B</a:t>
            </a:r>
            <a:r>
              <a:rPr lang="en-US" altLang="zh-CN" sz="2400" dirty="0">
                <a:solidFill>
                  <a:srgbClr val="000000"/>
                </a:solidFill>
                <a:latin typeface="新宋体"/>
                <a:ea typeface="新宋体"/>
              </a:rPr>
              <a:t>; </a:t>
            </a:r>
            <a:r>
              <a:rPr lang="en-US" altLang="zh-CN" sz="2400" dirty="0">
                <a:solidFill>
                  <a:srgbClr val="008000"/>
                </a:solidFill>
                <a:latin typeface="新宋体"/>
                <a:ea typeface="新宋体"/>
              </a:rPr>
              <a:t>//</a:t>
            </a:r>
            <a:r>
              <a:rPr lang="zh-CN" altLang="en-US" b="1" dirty="0">
                <a:solidFill>
                  <a:srgbClr val="008000"/>
                </a:solidFill>
                <a:latin typeface="新宋体"/>
                <a:ea typeface="新宋体"/>
              </a:rPr>
              <a:t>前向引用声明</a:t>
            </a:r>
            <a:endParaRPr lang="zh-CN" altLang="en-US" b="1" dirty="0">
              <a:solidFill>
                <a:srgbClr val="000000"/>
              </a:solidFill>
              <a:latin typeface="新宋体"/>
              <a:ea typeface="新宋体"/>
            </a:endParaRPr>
          </a:p>
          <a:p>
            <a:r>
              <a:rPr lang="en-US" altLang="zh-CN" sz="2400" dirty="0">
                <a:solidFill>
                  <a:srgbClr val="0000FF"/>
                </a:solidFill>
                <a:latin typeface="新宋体"/>
                <a:ea typeface="新宋体"/>
              </a:rPr>
              <a:t>class</a:t>
            </a:r>
            <a:r>
              <a:rPr lang="en-US" altLang="zh-CN" sz="2400" dirty="0">
                <a:solidFill>
                  <a:srgbClr val="000000"/>
                </a:solidFill>
                <a:latin typeface="新宋体"/>
                <a:ea typeface="新宋体"/>
              </a:rPr>
              <a:t> </a:t>
            </a:r>
            <a:r>
              <a:rPr lang="en-US" altLang="zh-CN" sz="2400" dirty="0">
                <a:solidFill>
                  <a:srgbClr val="2B91AF"/>
                </a:solidFill>
                <a:latin typeface="新宋体"/>
                <a:ea typeface="新宋体"/>
              </a:rPr>
              <a:t>A</a:t>
            </a:r>
            <a:endParaRPr lang="en-US" altLang="zh-CN" sz="2400" dirty="0">
              <a:solidFill>
                <a:srgbClr val="000000"/>
              </a:solidFill>
              <a:latin typeface="新宋体"/>
              <a:ea typeface="新宋体"/>
            </a:endParaRPr>
          </a:p>
          <a:p>
            <a:r>
              <a:rPr lang="en-US" altLang="zh-CN" sz="2400" dirty="0">
                <a:solidFill>
                  <a:srgbClr val="000000"/>
                </a:solidFill>
                <a:latin typeface="新宋体"/>
                <a:ea typeface="新宋体"/>
              </a:rPr>
              <a:t>{  </a:t>
            </a:r>
            <a:r>
              <a:rPr lang="en-US" altLang="zh-CN" sz="2400" dirty="0">
                <a:solidFill>
                  <a:srgbClr val="0000FF"/>
                </a:solidFill>
                <a:latin typeface="新宋体"/>
                <a:ea typeface="新宋体"/>
              </a:rPr>
              <a:t>……</a:t>
            </a:r>
            <a:endParaRPr lang="en-US" altLang="zh-CN" sz="2400" dirty="0">
              <a:solidFill>
                <a:srgbClr val="000000"/>
              </a:solidFill>
              <a:latin typeface="新宋体"/>
              <a:ea typeface="新宋体"/>
            </a:endParaRPr>
          </a:p>
          <a:p>
            <a:r>
              <a:rPr lang="en-US" altLang="zh-CN" sz="2400" dirty="0">
                <a:solidFill>
                  <a:srgbClr val="0000FF"/>
                </a:solidFill>
                <a:latin typeface="新宋体"/>
                <a:ea typeface="新宋体"/>
              </a:rPr>
              <a:t>   void</a:t>
            </a:r>
            <a:r>
              <a:rPr lang="en-US" altLang="zh-CN" sz="2400" dirty="0">
                <a:solidFill>
                  <a:srgbClr val="000000"/>
                </a:solidFill>
                <a:latin typeface="新宋体"/>
                <a:ea typeface="新宋体"/>
              </a:rPr>
              <a:t> f(</a:t>
            </a:r>
            <a:r>
              <a:rPr lang="en-US" altLang="zh-CN" sz="2400" dirty="0">
                <a:solidFill>
                  <a:srgbClr val="2B91AF"/>
                </a:solidFill>
                <a:latin typeface="新宋体"/>
                <a:ea typeface="新宋体"/>
              </a:rPr>
              <a:t>B</a:t>
            </a:r>
            <a:r>
              <a:rPr lang="en-US" altLang="zh-CN" sz="2400" dirty="0">
                <a:solidFill>
                  <a:srgbClr val="000000"/>
                </a:solidFill>
                <a:latin typeface="新宋体"/>
                <a:ea typeface="新宋体"/>
              </a:rPr>
              <a:t> </a:t>
            </a:r>
            <a:r>
              <a:rPr lang="en-US" altLang="zh-CN" sz="2400" dirty="0">
                <a:solidFill>
                  <a:srgbClr val="808080"/>
                </a:solidFill>
                <a:latin typeface="新宋体"/>
                <a:ea typeface="新宋体"/>
              </a:rPr>
              <a:t>b</a:t>
            </a:r>
            <a:r>
              <a:rPr lang="en-US" altLang="zh-CN" sz="2400" dirty="0">
                <a:solidFill>
                  <a:srgbClr val="000000"/>
                </a:solidFill>
                <a:latin typeface="新宋体"/>
                <a:ea typeface="新宋体"/>
              </a:rPr>
              <a:t>);</a:t>
            </a:r>
          </a:p>
          <a:p>
            <a:r>
              <a:rPr lang="en-US" altLang="zh-CN" sz="2400" dirty="0">
                <a:solidFill>
                  <a:srgbClr val="000000"/>
                </a:solidFill>
                <a:latin typeface="新宋体"/>
                <a:ea typeface="新宋体"/>
              </a:rPr>
              <a:t>   </a:t>
            </a:r>
            <a:r>
              <a:rPr lang="en-US" altLang="zh-CN" sz="2400" dirty="0">
                <a:solidFill>
                  <a:srgbClr val="2B91AF"/>
                </a:solidFill>
                <a:latin typeface="新宋体"/>
                <a:ea typeface="新宋体"/>
              </a:rPr>
              <a:t>B</a:t>
            </a:r>
            <a:r>
              <a:rPr lang="en-US" altLang="zh-CN" sz="2400" dirty="0">
                <a:solidFill>
                  <a:srgbClr val="000000"/>
                </a:solidFill>
                <a:latin typeface="新宋体"/>
                <a:ea typeface="新宋体"/>
              </a:rPr>
              <a:t>&amp; </a:t>
            </a:r>
            <a:r>
              <a:rPr lang="en-US" altLang="zh-CN" sz="2400" dirty="0" err="1">
                <a:solidFill>
                  <a:srgbClr val="000000"/>
                </a:solidFill>
                <a:latin typeface="新宋体"/>
                <a:ea typeface="新宋体"/>
              </a:rPr>
              <a:t>rb</a:t>
            </a:r>
            <a:r>
              <a:rPr lang="en-US" altLang="zh-CN" sz="2400" dirty="0">
                <a:solidFill>
                  <a:srgbClr val="000000"/>
                </a:solidFill>
                <a:latin typeface="新宋体"/>
                <a:ea typeface="新宋体"/>
              </a:rPr>
              <a:t>;</a:t>
            </a:r>
          </a:p>
          <a:p>
            <a:r>
              <a:rPr lang="en-US" altLang="zh-CN" sz="2400" dirty="0">
                <a:solidFill>
                  <a:srgbClr val="2B91AF"/>
                </a:solidFill>
                <a:latin typeface="新宋体"/>
                <a:ea typeface="新宋体"/>
              </a:rPr>
              <a:t>   B</a:t>
            </a:r>
            <a:r>
              <a:rPr lang="en-US" altLang="zh-CN" sz="2400" dirty="0">
                <a:solidFill>
                  <a:srgbClr val="000000"/>
                </a:solidFill>
                <a:latin typeface="新宋体"/>
                <a:ea typeface="新宋体"/>
              </a:rPr>
              <a:t>* </a:t>
            </a:r>
            <a:r>
              <a:rPr lang="en-US" altLang="zh-CN" sz="2400" dirty="0" err="1">
                <a:solidFill>
                  <a:srgbClr val="000000"/>
                </a:solidFill>
                <a:latin typeface="新宋体"/>
                <a:ea typeface="新宋体"/>
              </a:rPr>
              <a:t>pb</a:t>
            </a:r>
            <a:r>
              <a:rPr lang="en-US" altLang="zh-CN" sz="2400" dirty="0">
                <a:solidFill>
                  <a:srgbClr val="000000"/>
                </a:solidFill>
                <a:latin typeface="新宋体"/>
                <a:ea typeface="新宋体"/>
              </a:rPr>
              <a:t>;</a:t>
            </a:r>
          </a:p>
          <a:p>
            <a:r>
              <a:rPr lang="en-US" altLang="zh-CN" sz="2400" dirty="0">
                <a:solidFill>
                  <a:srgbClr val="000000"/>
                </a:solidFill>
                <a:latin typeface="新宋体"/>
                <a:ea typeface="新宋体"/>
              </a:rPr>
              <a:t>};</a:t>
            </a:r>
          </a:p>
          <a:p>
            <a:r>
              <a:rPr lang="en-US" altLang="zh-CN" sz="2400" dirty="0">
                <a:solidFill>
                  <a:srgbClr val="0000FF"/>
                </a:solidFill>
                <a:latin typeface="新宋体"/>
                <a:ea typeface="新宋体"/>
              </a:rPr>
              <a:t>class</a:t>
            </a:r>
            <a:r>
              <a:rPr lang="en-US" altLang="zh-CN" sz="2400" dirty="0">
                <a:solidFill>
                  <a:srgbClr val="000000"/>
                </a:solidFill>
                <a:latin typeface="新宋体"/>
                <a:ea typeface="新宋体"/>
              </a:rPr>
              <a:t> </a:t>
            </a:r>
            <a:r>
              <a:rPr lang="en-US" altLang="zh-CN" sz="2400" dirty="0">
                <a:solidFill>
                  <a:srgbClr val="2B91AF"/>
                </a:solidFill>
                <a:latin typeface="新宋体"/>
                <a:ea typeface="新宋体"/>
              </a:rPr>
              <a:t>B</a:t>
            </a:r>
            <a:endParaRPr lang="en-US" altLang="zh-CN" sz="2400" dirty="0">
              <a:solidFill>
                <a:srgbClr val="000000"/>
              </a:solidFill>
              <a:latin typeface="新宋体"/>
              <a:ea typeface="新宋体"/>
            </a:endParaRPr>
          </a:p>
          <a:p>
            <a:r>
              <a:rPr lang="en-US" altLang="zh-CN" sz="2400" dirty="0">
                <a:solidFill>
                  <a:srgbClr val="000000"/>
                </a:solidFill>
                <a:latin typeface="新宋体"/>
                <a:ea typeface="新宋体"/>
              </a:rPr>
              <a:t>{  </a:t>
            </a:r>
            <a:r>
              <a:rPr lang="en-US" altLang="zh-CN" sz="2400" dirty="0">
                <a:solidFill>
                  <a:srgbClr val="0000FF"/>
                </a:solidFill>
                <a:latin typeface="新宋体"/>
                <a:ea typeface="新宋体"/>
              </a:rPr>
              <a:t>……</a:t>
            </a:r>
            <a:endParaRPr lang="en-US" altLang="zh-CN" sz="2400" dirty="0">
              <a:solidFill>
                <a:srgbClr val="000000"/>
              </a:solidFill>
              <a:latin typeface="新宋体"/>
              <a:ea typeface="新宋体"/>
            </a:endParaRPr>
          </a:p>
          <a:p>
            <a:r>
              <a:rPr lang="en-US" altLang="zh-CN" sz="2400" dirty="0">
                <a:solidFill>
                  <a:srgbClr val="000000"/>
                </a:solidFill>
                <a:latin typeface="新宋体"/>
                <a:ea typeface="新宋体"/>
              </a:rPr>
              <a:t>};</a:t>
            </a:r>
          </a:p>
        </p:txBody>
      </p:sp>
      <p:grpSp>
        <p:nvGrpSpPr>
          <p:cNvPr id="6" name="组合 5"/>
          <p:cNvGrpSpPr/>
          <p:nvPr/>
        </p:nvGrpSpPr>
        <p:grpSpPr>
          <a:xfrm>
            <a:off x="3203848" y="3717032"/>
            <a:ext cx="560048" cy="449724"/>
            <a:chOff x="6516216" y="5148808"/>
            <a:chExt cx="891716" cy="692460"/>
          </a:xfrm>
        </p:grpSpPr>
        <p:cxnSp>
          <p:nvCxnSpPr>
            <p:cNvPr id="7" name="直接连接符 6"/>
            <p:cNvCxnSpPr/>
            <p:nvPr/>
          </p:nvCxnSpPr>
          <p:spPr>
            <a:xfrm>
              <a:off x="6516216" y="5553236"/>
              <a:ext cx="252028" cy="288032"/>
            </a:xfrm>
            <a:prstGeom prst="line">
              <a:avLst/>
            </a:prstGeom>
            <a:ln w="635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直接连接符 7"/>
            <p:cNvCxnSpPr/>
            <p:nvPr/>
          </p:nvCxnSpPr>
          <p:spPr>
            <a:xfrm flipH="1">
              <a:off x="6732240" y="5148808"/>
              <a:ext cx="675692" cy="692460"/>
            </a:xfrm>
            <a:prstGeom prst="line">
              <a:avLst/>
            </a:prstGeom>
            <a:ln w="635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" name="组合 8"/>
          <p:cNvGrpSpPr/>
          <p:nvPr/>
        </p:nvGrpSpPr>
        <p:grpSpPr>
          <a:xfrm>
            <a:off x="3234512" y="4073223"/>
            <a:ext cx="560048" cy="449724"/>
            <a:chOff x="6516216" y="5148808"/>
            <a:chExt cx="891716" cy="692460"/>
          </a:xfrm>
        </p:grpSpPr>
        <p:cxnSp>
          <p:nvCxnSpPr>
            <p:cNvPr id="10" name="直接连接符 9"/>
            <p:cNvCxnSpPr/>
            <p:nvPr/>
          </p:nvCxnSpPr>
          <p:spPr>
            <a:xfrm>
              <a:off x="6516216" y="5553236"/>
              <a:ext cx="252028" cy="288032"/>
            </a:xfrm>
            <a:prstGeom prst="line">
              <a:avLst/>
            </a:prstGeom>
            <a:ln w="635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直接连接符 10"/>
            <p:cNvCxnSpPr/>
            <p:nvPr/>
          </p:nvCxnSpPr>
          <p:spPr>
            <a:xfrm flipH="1">
              <a:off x="6732240" y="5148808"/>
              <a:ext cx="675692" cy="692460"/>
            </a:xfrm>
            <a:prstGeom prst="line">
              <a:avLst/>
            </a:prstGeom>
            <a:ln w="635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" name="组合 11"/>
          <p:cNvGrpSpPr/>
          <p:nvPr/>
        </p:nvGrpSpPr>
        <p:grpSpPr>
          <a:xfrm>
            <a:off x="3234512" y="4450485"/>
            <a:ext cx="560048" cy="449724"/>
            <a:chOff x="6516216" y="5148808"/>
            <a:chExt cx="891716" cy="692460"/>
          </a:xfrm>
        </p:grpSpPr>
        <p:cxnSp>
          <p:nvCxnSpPr>
            <p:cNvPr id="13" name="直接连接符 12"/>
            <p:cNvCxnSpPr/>
            <p:nvPr/>
          </p:nvCxnSpPr>
          <p:spPr>
            <a:xfrm>
              <a:off x="6516216" y="5553236"/>
              <a:ext cx="252028" cy="288032"/>
            </a:xfrm>
            <a:prstGeom prst="line">
              <a:avLst/>
            </a:prstGeom>
            <a:ln w="635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/>
            <p:cNvCxnSpPr/>
            <p:nvPr/>
          </p:nvCxnSpPr>
          <p:spPr>
            <a:xfrm flipH="1">
              <a:off x="6732240" y="5148808"/>
              <a:ext cx="675692" cy="692460"/>
            </a:xfrm>
            <a:prstGeom prst="line">
              <a:avLst/>
            </a:prstGeom>
            <a:ln w="635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" name="矩形 14"/>
          <p:cNvSpPr/>
          <p:nvPr/>
        </p:nvSpPr>
        <p:spPr>
          <a:xfrm>
            <a:off x="4608004" y="2672916"/>
            <a:ext cx="3924436" cy="4154984"/>
          </a:xfrm>
          <a:prstGeom prst="rect">
            <a:avLst/>
          </a:prstGeom>
          <a:solidFill>
            <a:schemeClr val="bg1"/>
          </a:solidFill>
          <a:ln>
            <a:solidFill>
              <a:schemeClr val="tx2">
                <a:lumMod val="75000"/>
                <a:lumOff val="2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2400" dirty="0">
                <a:solidFill>
                  <a:srgbClr val="0000FF"/>
                </a:solidFill>
                <a:latin typeface="新宋体"/>
                <a:ea typeface="新宋体"/>
              </a:rPr>
              <a:t>class</a:t>
            </a:r>
            <a:r>
              <a:rPr lang="en-US" altLang="zh-CN" sz="2400" dirty="0">
                <a:solidFill>
                  <a:srgbClr val="000000"/>
                </a:solidFill>
                <a:latin typeface="新宋体"/>
                <a:ea typeface="新宋体"/>
              </a:rPr>
              <a:t> </a:t>
            </a:r>
            <a:r>
              <a:rPr lang="en-US" altLang="zh-CN" sz="2400" dirty="0">
                <a:solidFill>
                  <a:srgbClr val="2B91AF"/>
                </a:solidFill>
                <a:latin typeface="新宋体"/>
                <a:ea typeface="新宋体"/>
              </a:rPr>
              <a:t>B</a:t>
            </a:r>
            <a:r>
              <a:rPr lang="en-US" altLang="zh-CN" sz="2400" dirty="0">
                <a:solidFill>
                  <a:srgbClr val="000000"/>
                </a:solidFill>
                <a:latin typeface="新宋体"/>
                <a:ea typeface="新宋体"/>
              </a:rPr>
              <a:t>; </a:t>
            </a:r>
            <a:r>
              <a:rPr lang="en-US" altLang="zh-CN" sz="2400" dirty="0">
                <a:solidFill>
                  <a:srgbClr val="008000"/>
                </a:solidFill>
                <a:latin typeface="新宋体"/>
                <a:ea typeface="新宋体"/>
              </a:rPr>
              <a:t>//</a:t>
            </a:r>
            <a:r>
              <a:rPr lang="zh-CN" altLang="en-US" b="1" dirty="0">
                <a:solidFill>
                  <a:srgbClr val="008000"/>
                </a:solidFill>
                <a:latin typeface="新宋体"/>
                <a:ea typeface="新宋体"/>
              </a:rPr>
              <a:t>前向引用声明</a:t>
            </a:r>
            <a:endParaRPr lang="zh-CN" altLang="en-US" b="1" dirty="0">
              <a:solidFill>
                <a:srgbClr val="000000"/>
              </a:solidFill>
              <a:latin typeface="新宋体"/>
              <a:ea typeface="新宋体"/>
            </a:endParaRPr>
          </a:p>
          <a:p>
            <a:r>
              <a:rPr lang="en-US" altLang="zh-CN" sz="2400" dirty="0">
                <a:solidFill>
                  <a:srgbClr val="0000FF"/>
                </a:solidFill>
                <a:latin typeface="新宋体"/>
                <a:ea typeface="新宋体"/>
              </a:rPr>
              <a:t>class</a:t>
            </a:r>
            <a:r>
              <a:rPr lang="en-US" altLang="zh-CN" sz="2400" dirty="0">
                <a:solidFill>
                  <a:srgbClr val="000000"/>
                </a:solidFill>
                <a:latin typeface="新宋体"/>
                <a:ea typeface="新宋体"/>
              </a:rPr>
              <a:t> </a:t>
            </a:r>
            <a:r>
              <a:rPr lang="en-US" altLang="zh-CN" sz="2400" dirty="0">
                <a:solidFill>
                  <a:srgbClr val="2B91AF"/>
                </a:solidFill>
                <a:latin typeface="新宋体"/>
                <a:ea typeface="新宋体"/>
              </a:rPr>
              <a:t>A</a:t>
            </a:r>
            <a:endParaRPr lang="en-US" altLang="zh-CN" sz="2400" dirty="0">
              <a:solidFill>
                <a:srgbClr val="000000"/>
              </a:solidFill>
              <a:latin typeface="新宋体"/>
              <a:ea typeface="新宋体"/>
            </a:endParaRPr>
          </a:p>
          <a:p>
            <a:r>
              <a:rPr lang="en-US" altLang="zh-CN" sz="2400" dirty="0">
                <a:solidFill>
                  <a:srgbClr val="000000"/>
                </a:solidFill>
                <a:latin typeface="新宋体"/>
                <a:ea typeface="新宋体"/>
              </a:rPr>
              <a:t>{  </a:t>
            </a:r>
            <a:r>
              <a:rPr lang="en-US" altLang="zh-CN" sz="2400" dirty="0">
                <a:solidFill>
                  <a:srgbClr val="0000FF"/>
                </a:solidFill>
                <a:latin typeface="新宋体"/>
                <a:ea typeface="新宋体"/>
              </a:rPr>
              <a:t>……</a:t>
            </a:r>
            <a:endParaRPr lang="en-US" altLang="zh-CN" sz="2400" dirty="0">
              <a:solidFill>
                <a:srgbClr val="000000"/>
              </a:solidFill>
              <a:latin typeface="新宋体"/>
              <a:ea typeface="新宋体"/>
            </a:endParaRPr>
          </a:p>
          <a:p>
            <a:r>
              <a:rPr lang="en-US" altLang="zh-CN" sz="2400" dirty="0">
                <a:solidFill>
                  <a:srgbClr val="2B91AF"/>
                </a:solidFill>
                <a:latin typeface="新宋体"/>
                <a:ea typeface="新宋体"/>
              </a:rPr>
              <a:t>   B</a:t>
            </a:r>
            <a:r>
              <a:rPr lang="en-US" altLang="zh-CN" sz="2400" dirty="0">
                <a:solidFill>
                  <a:srgbClr val="000000"/>
                </a:solidFill>
                <a:latin typeface="新宋体"/>
                <a:ea typeface="新宋体"/>
              </a:rPr>
              <a:t> </a:t>
            </a:r>
            <a:r>
              <a:rPr lang="en-US" altLang="zh-CN" sz="2400" dirty="0" err="1">
                <a:solidFill>
                  <a:srgbClr val="000000"/>
                </a:solidFill>
                <a:latin typeface="新宋体"/>
                <a:ea typeface="新宋体"/>
              </a:rPr>
              <a:t>m_b</a:t>
            </a:r>
            <a:r>
              <a:rPr lang="en-US" altLang="zh-CN" sz="2400" dirty="0">
                <a:solidFill>
                  <a:srgbClr val="000000"/>
                </a:solidFill>
                <a:latin typeface="新宋体"/>
                <a:ea typeface="新宋体"/>
              </a:rPr>
              <a:t>;</a:t>
            </a:r>
          </a:p>
          <a:p>
            <a:r>
              <a:rPr lang="en-US" altLang="zh-CN" sz="2400" dirty="0">
                <a:solidFill>
                  <a:srgbClr val="0000FF"/>
                </a:solidFill>
                <a:latin typeface="新宋体"/>
                <a:ea typeface="新宋体"/>
              </a:rPr>
              <a:t>   void</a:t>
            </a:r>
            <a:r>
              <a:rPr lang="en-US" altLang="zh-CN" sz="2400" dirty="0">
                <a:solidFill>
                  <a:srgbClr val="000000"/>
                </a:solidFill>
                <a:latin typeface="新宋体"/>
                <a:ea typeface="新宋体"/>
              </a:rPr>
              <a:t> f(</a:t>
            </a:r>
            <a:r>
              <a:rPr lang="en-US" altLang="zh-CN" sz="2400" dirty="0">
                <a:solidFill>
                  <a:srgbClr val="2B91AF"/>
                </a:solidFill>
                <a:latin typeface="新宋体"/>
                <a:ea typeface="新宋体"/>
              </a:rPr>
              <a:t>B</a:t>
            </a:r>
            <a:r>
              <a:rPr lang="en-US" altLang="zh-CN" sz="2400" dirty="0">
                <a:solidFill>
                  <a:srgbClr val="000000"/>
                </a:solidFill>
                <a:latin typeface="新宋体"/>
                <a:ea typeface="新宋体"/>
              </a:rPr>
              <a:t> </a:t>
            </a:r>
            <a:r>
              <a:rPr lang="en-US" altLang="zh-CN" sz="2400" dirty="0">
                <a:solidFill>
                  <a:srgbClr val="808080"/>
                </a:solidFill>
                <a:latin typeface="新宋体"/>
                <a:ea typeface="新宋体"/>
              </a:rPr>
              <a:t>b</a:t>
            </a:r>
            <a:r>
              <a:rPr lang="en-US" altLang="zh-CN" sz="2400" dirty="0">
                <a:solidFill>
                  <a:srgbClr val="000000"/>
                </a:solidFill>
                <a:latin typeface="新宋体"/>
                <a:ea typeface="新宋体"/>
              </a:rPr>
              <a:t>);</a:t>
            </a:r>
          </a:p>
          <a:p>
            <a:pPr marL="450850"/>
            <a:r>
              <a:rPr lang="en-US" altLang="zh-CN" sz="2400" dirty="0">
                <a:solidFill>
                  <a:srgbClr val="000000"/>
                </a:solidFill>
                <a:latin typeface="新宋体"/>
                <a:ea typeface="新宋体"/>
              </a:rPr>
              <a:t>{  </a:t>
            </a:r>
            <a:r>
              <a:rPr lang="en-US" altLang="zh-CN" sz="2400" dirty="0" err="1">
                <a:solidFill>
                  <a:srgbClr val="000000"/>
                </a:solidFill>
                <a:latin typeface="新宋体"/>
                <a:ea typeface="新宋体"/>
              </a:rPr>
              <a:t>b.DoSomething</a:t>
            </a:r>
            <a:r>
              <a:rPr lang="en-US" altLang="zh-CN" sz="2400" dirty="0">
                <a:solidFill>
                  <a:srgbClr val="000000"/>
                </a:solidFill>
                <a:latin typeface="新宋体"/>
                <a:ea typeface="新宋体"/>
              </a:rPr>
              <a:t>();</a:t>
            </a:r>
          </a:p>
          <a:p>
            <a:pPr marL="450850"/>
            <a:r>
              <a:rPr lang="en-US" altLang="zh-CN" sz="2400" dirty="0">
                <a:solidFill>
                  <a:srgbClr val="000000"/>
                </a:solidFill>
                <a:latin typeface="新宋体"/>
                <a:ea typeface="新宋体"/>
              </a:rPr>
              <a:t>}</a:t>
            </a:r>
          </a:p>
          <a:p>
            <a:r>
              <a:rPr lang="en-US" altLang="zh-CN" sz="2400" dirty="0">
                <a:solidFill>
                  <a:srgbClr val="000000"/>
                </a:solidFill>
                <a:latin typeface="新宋体"/>
                <a:ea typeface="新宋体"/>
              </a:rPr>
              <a:t>};</a:t>
            </a:r>
          </a:p>
          <a:p>
            <a:r>
              <a:rPr lang="en-US" altLang="zh-CN" sz="2400" dirty="0">
                <a:solidFill>
                  <a:srgbClr val="0000FF"/>
                </a:solidFill>
                <a:latin typeface="新宋体"/>
                <a:ea typeface="新宋体"/>
              </a:rPr>
              <a:t>class</a:t>
            </a:r>
            <a:r>
              <a:rPr lang="en-US" altLang="zh-CN" sz="2400" dirty="0">
                <a:solidFill>
                  <a:srgbClr val="000000"/>
                </a:solidFill>
                <a:latin typeface="新宋体"/>
                <a:ea typeface="新宋体"/>
              </a:rPr>
              <a:t> </a:t>
            </a:r>
            <a:r>
              <a:rPr lang="en-US" altLang="zh-CN" sz="2400" dirty="0">
                <a:solidFill>
                  <a:srgbClr val="2B91AF"/>
                </a:solidFill>
                <a:latin typeface="新宋体"/>
                <a:ea typeface="新宋体"/>
              </a:rPr>
              <a:t>B</a:t>
            </a:r>
            <a:endParaRPr lang="en-US" altLang="zh-CN" sz="2400" dirty="0">
              <a:solidFill>
                <a:srgbClr val="000000"/>
              </a:solidFill>
              <a:latin typeface="新宋体"/>
              <a:ea typeface="新宋体"/>
            </a:endParaRPr>
          </a:p>
          <a:p>
            <a:r>
              <a:rPr lang="en-US" altLang="zh-CN" sz="2400" dirty="0">
                <a:solidFill>
                  <a:srgbClr val="000000"/>
                </a:solidFill>
                <a:latin typeface="新宋体"/>
                <a:ea typeface="新宋体"/>
              </a:rPr>
              <a:t>{  </a:t>
            </a:r>
            <a:r>
              <a:rPr lang="en-US" altLang="zh-CN" sz="2400" dirty="0">
                <a:solidFill>
                  <a:srgbClr val="0000FF"/>
                </a:solidFill>
                <a:latin typeface="新宋体"/>
                <a:ea typeface="新宋体"/>
              </a:rPr>
              <a:t>……</a:t>
            </a:r>
            <a:endParaRPr lang="en-US" altLang="zh-CN" sz="2400" dirty="0">
              <a:solidFill>
                <a:srgbClr val="000000"/>
              </a:solidFill>
              <a:latin typeface="新宋体"/>
              <a:ea typeface="新宋体"/>
            </a:endParaRPr>
          </a:p>
          <a:p>
            <a:r>
              <a:rPr lang="en-US" altLang="zh-CN" sz="2400" dirty="0">
                <a:solidFill>
                  <a:srgbClr val="000000"/>
                </a:solidFill>
                <a:latin typeface="新宋体"/>
                <a:ea typeface="新宋体"/>
              </a:rPr>
              <a:t>};</a:t>
            </a:r>
          </a:p>
        </p:txBody>
      </p:sp>
      <p:sp>
        <p:nvSpPr>
          <p:cNvPr id="16" name="乘号 15"/>
          <p:cNvSpPr/>
          <p:nvPr/>
        </p:nvSpPr>
        <p:spPr>
          <a:xfrm>
            <a:off x="7164288" y="3681028"/>
            <a:ext cx="360040" cy="658831"/>
          </a:xfrm>
          <a:prstGeom prst="mathMultiply">
            <a:avLst>
              <a:gd name="adj1" fmla="val 9480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乘号 16"/>
          <p:cNvSpPr/>
          <p:nvPr/>
        </p:nvSpPr>
        <p:spPr>
          <a:xfrm>
            <a:off x="7992380" y="4455117"/>
            <a:ext cx="360040" cy="658831"/>
          </a:xfrm>
          <a:prstGeom prst="mathMultiply">
            <a:avLst>
              <a:gd name="adj1" fmla="val 9480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矩形 1"/>
          <p:cNvSpPr/>
          <p:nvPr/>
        </p:nvSpPr>
        <p:spPr>
          <a:xfrm>
            <a:off x="658631" y="1718809"/>
            <a:ext cx="3315111" cy="904863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>
            <a:spAutoFit/>
          </a:bodyPr>
          <a:lstStyle/>
          <a:p>
            <a:pPr>
              <a:spcBef>
                <a:spcPct val="20000"/>
              </a:spcBef>
              <a:buClr>
                <a:srgbClr val="477AB1"/>
              </a:buClr>
              <a:buSzPct val="50000"/>
            </a:pPr>
            <a:r>
              <a:rPr lang="zh-CN" altLang="en-US" sz="2400" dirty="0">
                <a:solidFill>
                  <a:prstClr val="black"/>
                </a:solidFill>
              </a:rPr>
              <a:t>可以声明</a:t>
            </a:r>
            <a:endParaRPr lang="en-US" altLang="zh-CN" sz="2400" dirty="0">
              <a:solidFill>
                <a:prstClr val="black"/>
              </a:solidFill>
            </a:endParaRPr>
          </a:p>
          <a:p>
            <a:pPr>
              <a:spcBef>
                <a:spcPct val="20000"/>
              </a:spcBef>
              <a:buClr>
                <a:srgbClr val="477AB1"/>
              </a:buClr>
              <a:buSzPct val="50000"/>
            </a:pPr>
            <a:r>
              <a:rPr lang="en-US" altLang="zh-CN" sz="2400" dirty="0">
                <a:solidFill>
                  <a:prstClr val="black"/>
                </a:solidFill>
              </a:rPr>
              <a:t>B</a:t>
            </a:r>
            <a:r>
              <a:rPr lang="zh-CN" altLang="en-US" sz="2400" dirty="0">
                <a:solidFill>
                  <a:prstClr val="black"/>
                </a:solidFill>
              </a:rPr>
              <a:t>的形参、引用、指针</a:t>
            </a:r>
          </a:p>
        </p:txBody>
      </p:sp>
      <p:sp>
        <p:nvSpPr>
          <p:cNvPr id="3" name="矩形 2"/>
          <p:cNvSpPr/>
          <p:nvPr/>
        </p:nvSpPr>
        <p:spPr>
          <a:xfrm>
            <a:off x="4593704" y="1718809"/>
            <a:ext cx="3938736" cy="904863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>
            <a:spAutoFit/>
          </a:bodyPr>
          <a:lstStyle/>
          <a:p>
            <a:pPr>
              <a:spcBef>
                <a:spcPct val="20000"/>
              </a:spcBef>
              <a:buClr>
                <a:srgbClr val="477AB1"/>
              </a:buClr>
              <a:buSzPct val="50000"/>
            </a:pPr>
            <a:r>
              <a:rPr lang="zh-CN" altLang="en-US" sz="2400" dirty="0">
                <a:solidFill>
                  <a:prstClr val="black"/>
                </a:solidFill>
              </a:rPr>
              <a:t>不可以</a:t>
            </a:r>
            <a:endParaRPr lang="en-US" altLang="zh-CN" sz="2400" dirty="0">
              <a:solidFill>
                <a:prstClr val="black"/>
              </a:solidFill>
            </a:endParaRPr>
          </a:p>
          <a:p>
            <a:pPr>
              <a:spcBef>
                <a:spcPct val="20000"/>
              </a:spcBef>
              <a:buClr>
                <a:srgbClr val="477AB1"/>
              </a:buClr>
              <a:buSzPct val="50000"/>
            </a:pPr>
            <a:r>
              <a:rPr lang="zh-CN" altLang="en-US" sz="2400" dirty="0">
                <a:solidFill>
                  <a:prstClr val="black"/>
                </a:solidFill>
              </a:rPr>
              <a:t>声明</a:t>
            </a:r>
            <a:r>
              <a:rPr lang="en-US" altLang="zh-CN" sz="2400" dirty="0">
                <a:solidFill>
                  <a:prstClr val="black"/>
                </a:solidFill>
              </a:rPr>
              <a:t>B</a:t>
            </a:r>
            <a:r>
              <a:rPr lang="zh-CN" altLang="en-US" sz="2400" dirty="0">
                <a:solidFill>
                  <a:prstClr val="black"/>
                </a:solidFill>
              </a:rPr>
              <a:t>的对象、调用</a:t>
            </a:r>
            <a:r>
              <a:rPr lang="en-US" altLang="zh-CN" sz="2400" dirty="0">
                <a:solidFill>
                  <a:prstClr val="black"/>
                </a:solidFill>
              </a:rPr>
              <a:t>B</a:t>
            </a:r>
            <a:r>
              <a:rPr lang="zh-CN" altLang="en-US" sz="2400" dirty="0">
                <a:solidFill>
                  <a:prstClr val="black"/>
                </a:solidFill>
              </a:rPr>
              <a:t>的行为</a:t>
            </a:r>
            <a:endParaRPr lang="en-US" altLang="zh-CN" sz="2400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689736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15" grpId="0" animBg="1"/>
      <p:bldP spid="16" grpId="0" animBg="1"/>
      <p:bldP spid="17" grpId="0" animBg="1"/>
    </p:bldLst>
  </p:timing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龙腾四海">
  <a:themeElements>
    <a:clrScheme name="龙腾四海">
      <a:dk1>
        <a:sysClr val="windowText" lastClr="000000"/>
      </a:dk1>
      <a:lt1>
        <a:sysClr val="window" lastClr="FFFFFF"/>
      </a:lt1>
      <a:dk2>
        <a:srgbClr val="001B36"/>
      </a:dk2>
      <a:lt2>
        <a:srgbClr val="EDF8FE"/>
      </a:lt2>
      <a:accent1>
        <a:srgbClr val="477AB1"/>
      </a:accent1>
      <a:accent2>
        <a:srgbClr val="51848E"/>
      </a:accent2>
      <a:accent3>
        <a:srgbClr val="7B9B57"/>
      </a:accent3>
      <a:accent4>
        <a:srgbClr val="8B8D8C"/>
      </a:accent4>
      <a:accent5>
        <a:srgbClr val="8B7396"/>
      </a:accent5>
      <a:accent6>
        <a:srgbClr val="E89A53"/>
      </a:accent6>
      <a:hlink>
        <a:srgbClr val="0080FF"/>
      </a:hlink>
      <a:folHlink>
        <a:srgbClr val="FF00FF"/>
      </a:folHlink>
    </a:clrScheme>
    <a:fontScheme name="龙腾四海">
      <a:majorFont>
        <a:latin typeface="Maiandra GD"/>
        <a:ea typeface=""/>
        <a:cs typeface=""/>
        <a:font script="CYRL" typeface="Times New Roman"/>
        <a:font script="GREK" typeface="Times New Roman"/>
        <a:font script="Jpan" typeface="ＭＳ Ｐゴシック"/>
        <a:font script="Hang" typeface="HY중고딕"/>
        <a:font script="Hans" typeface="隶书"/>
        <a:font script="Hant" typeface="微軟正黑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mbria"/>
        <a:ea typeface=""/>
        <a:cs typeface=""/>
        <a:font script="Jpan" typeface="ＭＳ Ｐ明朝"/>
        <a:font script="Hang" typeface="HY견명조"/>
        <a:font script="Hans" typeface="华文楷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龙腾四海">
      <a:fillStyleLst>
        <a:solidFill>
          <a:schemeClr val="phClr">
            <a:tint val="100000"/>
            <a:shade val="100000"/>
            <a:hueMod val="100000"/>
            <a:satMod val="100000"/>
          </a:schemeClr>
        </a:solidFill>
        <a:gradFill rotWithShape="1">
          <a:gsLst>
            <a:gs pos="0">
              <a:schemeClr val="phClr">
                <a:tint val="100000"/>
                <a:shade val="50000"/>
                <a:hueMod val="100000"/>
                <a:satMod val="250000"/>
              </a:schemeClr>
            </a:gs>
            <a:gs pos="75000">
              <a:schemeClr val="phClr">
                <a:tint val="80000"/>
                <a:shade val="100000"/>
                <a:hueMod val="100000"/>
                <a:satMod val="375000"/>
              </a:schemeClr>
            </a:gs>
            <a:gs pos="100000">
              <a:schemeClr val="phClr">
                <a:tint val="50000"/>
                <a:shade val="100000"/>
                <a:hueMod val="100000"/>
                <a:satMod val="50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tint val="100000"/>
                <a:shade val="50000"/>
                <a:hueMod val="100000"/>
                <a:satMod val="100000"/>
              </a:schemeClr>
              <a:schemeClr val="phClr">
                <a:tint val="100000"/>
                <a:shade val="75000"/>
                <a:hueMod val="100000"/>
                <a:satMod val="100000"/>
              </a:schemeClr>
            </a:duotone>
          </a:blip>
          <a:tile tx="0" ty="0" sx="50000" sy="50000" flip="none" algn="ctr"/>
        </a:blipFill>
      </a:fillStyleLst>
      <a:lnStyleLst>
        <a:ln w="127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glow>
              <a:schemeClr val="phClr">
                <a:tint val="100000"/>
                <a:shade val="100000"/>
                <a:hueMod val="100000"/>
                <a:satMod val="100000"/>
              </a:schemeClr>
            </a:glow>
          </a:effectLst>
        </a:effectStyle>
        <a:effectStyle>
          <a:effectLst>
            <a:glow>
              <a:schemeClr val="phClr">
                <a:tint val="100000"/>
                <a:shade val="100000"/>
                <a:hueMod val="100000"/>
                <a:satMod val="100000"/>
              </a:schemeClr>
            </a:glow>
          </a:effectLst>
          <a:scene3d>
            <a:camera prst="orthographicFront" fov="0">
              <a:rot lat="0" lon="0" rev="0"/>
            </a:camera>
            <a:lightRig rig="threePt" dir="tl">
              <a:rot lat="0" lon="0" rev="0"/>
            </a:lightRig>
          </a:scene3d>
          <a:sp3d prstMaterial="metal">
            <a:bevelT w="12700" h="12700" prst="relaxedInset"/>
            <a:contourClr>
              <a:schemeClr val="phClr">
                <a:tint val="100000"/>
                <a:shade val="100000"/>
                <a:hueMod val="100000"/>
                <a:satMod val="100000"/>
              </a:schemeClr>
            </a:contourClr>
          </a:sp3d>
        </a:effectStyle>
        <a:effectStyle>
          <a:effectLst>
            <a:glow>
              <a:schemeClr val="phClr">
                <a:tint val="100000"/>
                <a:shade val="100000"/>
                <a:hueMod val="100000"/>
                <a:satMod val="100000"/>
              </a:schemeClr>
            </a:glow>
            <a:outerShdw blurRad="44450" dist="50800" dir="3300000" sx="99000" sy="99000" algn="tl" rotWithShape="0">
              <a:srgbClr val="000000">
                <a:alpha val="55000"/>
              </a:srgbClr>
            </a:outerShdw>
          </a:effectLst>
          <a:scene3d>
            <a:camera prst="orthographicFront">
              <a:rot lat="0" lon="0" rev="0"/>
            </a:camera>
            <a:lightRig rig="contrasting" dir="tl">
              <a:rot lat="0" lon="0" rev="14220000"/>
            </a:lightRig>
          </a:scene3d>
          <a:sp3d prstMaterial="dkEdge">
            <a:bevelT w="63500" h="63500"/>
            <a:bevelB w="0" h="0"/>
            <a:contourClr>
              <a:schemeClr val="phClr">
                <a:tint val="100000"/>
                <a:shade val="100000"/>
                <a:hueMod val="100000"/>
                <a:satMod val="100000"/>
              </a:schemeClr>
            </a:contourClr>
          </a:sp3d>
        </a:effectStyle>
      </a:effectStyleLst>
      <a:bgFillStyleLst>
        <a:solidFill>
          <a:schemeClr val="phClr">
            <a:tint val="100000"/>
            <a:shade val="100000"/>
            <a:hueMod val="100000"/>
            <a:satMod val="100000"/>
          </a:schemeClr>
        </a:solidFill>
        <a:gradFill rotWithShape="1">
          <a:gsLst>
            <a:gs pos="0">
              <a:schemeClr val="bg1">
                <a:tint val="100000"/>
                <a:shade val="100000"/>
                <a:hueMod val="100000"/>
                <a:satMod val="150000"/>
              </a:schemeClr>
            </a:gs>
            <a:gs pos="55000">
              <a:schemeClr val="bg1">
                <a:tint val="100000"/>
                <a:shade val="90000"/>
                <a:hueMod val="100000"/>
                <a:satMod val="375000"/>
              </a:schemeClr>
            </a:gs>
            <a:gs pos="100000">
              <a:schemeClr val="phClr">
                <a:tint val="88000"/>
                <a:shade val="100000"/>
                <a:hueMod val="100000"/>
                <a:satMod val="500000"/>
              </a:schemeClr>
            </a:gs>
          </a:gsLst>
          <a:lin ang="5400000" scaled="1"/>
        </a:gradFill>
        <a:blipFill>
          <a:blip xmlns:r="http://schemas.openxmlformats.org/officeDocument/2006/relationships" r:embed="rId2">
            <a:duotone>
              <a:schemeClr val="phClr">
                <a:shade val="30000"/>
                <a:satMod val="555000"/>
              </a:schemeClr>
              <a:schemeClr val="phClr">
                <a:tint val="96000"/>
                <a:satMod val="120000"/>
              </a:schemeClr>
            </a:duotone>
          </a:blip>
          <a:stretch>
            <a:fillRect/>
          </a:stretch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Dragon</Template>
  <TotalTime>2146</TotalTime>
  <Words>2998</Words>
  <Application>Microsoft Macintosh PowerPoint</Application>
  <PresentationFormat>全屏显示(4:3)</PresentationFormat>
  <Paragraphs>519</Paragraphs>
  <Slides>24</Slides>
  <Notes>18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24</vt:i4>
      </vt:variant>
    </vt:vector>
  </HeadingPairs>
  <TitlesOfParts>
    <vt:vector size="36" baseType="lpstr">
      <vt:lpstr>华文楷体</vt:lpstr>
      <vt:lpstr>宋体</vt:lpstr>
      <vt:lpstr>新宋体</vt:lpstr>
      <vt:lpstr>Arial</vt:lpstr>
      <vt:lpstr>Calibri</vt:lpstr>
      <vt:lpstr>Cambria</vt:lpstr>
      <vt:lpstr>Consolas</vt:lpstr>
      <vt:lpstr>Maiandra GD</vt:lpstr>
      <vt:lpstr>Times New Roman</vt:lpstr>
      <vt:lpstr>Wingdings</vt:lpstr>
      <vt:lpstr>Wingdings 2</vt:lpstr>
      <vt:lpstr>龙腾四海</vt:lpstr>
      <vt:lpstr>第2讲  类与对象</vt:lpstr>
      <vt:lpstr>大纲</vt:lpstr>
      <vt:lpstr>组 合：  整体 - 部分</vt:lpstr>
      <vt:lpstr>组合的概念</vt:lpstr>
      <vt:lpstr>PowerPoint 演示文稿</vt:lpstr>
      <vt:lpstr>举例: Line&amp;Point</vt:lpstr>
      <vt:lpstr>PowerPoint 演示文稿</vt:lpstr>
      <vt:lpstr>类组合的构造函数设计</vt:lpstr>
      <vt:lpstr>类组合的构造函数调用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类的组合举例（二）：整体-部件</vt:lpstr>
      <vt:lpstr>组合类Line的设计： 改写Line的端点, 输出Line：line((x1,y1),(x2,y2))</vt:lpstr>
      <vt:lpstr>PowerPoint 演示文稿</vt:lpstr>
      <vt:lpstr>PowerPoint 演示文稿</vt:lpstr>
      <vt:lpstr>前向引用声明</vt:lpstr>
      <vt:lpstr>前向引用声明举例</vt:lpstr>
      <vt:lpstr>PowerPoint 演示文稿</vt:lpstr>
      <vt:lpstr>前向引用声明注意事项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第4章  类与对象</dc:title>
  <dc:creator>SJL</dc:creator>
  <cp:lastModifiedBy>Microsoft Office User</cp:lastModifiedBy>
  <cp:revision>75</cp:revision>
  <dcterms:created xsi:type="dcterms:W3CDTF">2017-02-22T13:53:37Z</dcterms:created>
  <dcterms:modified xsi:type="dcterms:W3CDTF">2024-03-13T08:36:27Z</dcterms:modified>
</cp:coreProperties>
</file>