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302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C4F9"/>
    <a:srgbClr val="DAD95E"/>
    <a:srgbClr val="FFFD39"/>
    <a:srgbClr val="D5DDB6"/>
    <a:srgbClr val="D8EEC0"/>
    <a:srgbClr val="B2B2B2"/>
    <a:srgbClr val="202020"/>
    <a:srgbClr val="323232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7D9A98-2B42-4142-BB4A-011734DDEA8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A45CD9-59AE-47D5-A754-1A2E716032D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0C0B74-A019-4836-B5B5-59DC98D9D11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E9ABB-008D-4A49-98AB-65CBC48B6E0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1AF4AC-5AFC-4379-B912-FCE9AB7477D3}" type="datetime1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CB94C3-E8AB-48D9-9ACF-D6A872E379B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5" y="1778438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5" y="2665379"/>
            <a:ext cx="4873575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F3D532-36F8-4FDA-B03A-4B8348962AD1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E36FBE-6B4B-43FF-96F5-6DA1400F83A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7154CD-0EEC-4E10-9317-350E399CCCA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DejaVu Sans" panose="020B0606030804020204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DejaVu Sans" panose="020B0606030804020204" charset="2"/>
              </a:rPr>
            </a:fld>
            <a:endParaRPr lang="zh-CN" altLang="en-US" dirty="0">
              <a:latin typeface="DejaVu Sans" panose="020B0606030804020204" charset="2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DejaVu Sans" panose="020B0606030804020204" charset="2"/>
        <a:buNone/>
        <a:defRPr b="0" i="0" u="none" kern="1200" baseline="0">
          <a:solidFill>
            <a:schemeClr val="tx1"/>
          </a:solidFill>
          <a:latin typeface="DejaVu Sans" panose="020B0606030804020204" charset="2"/>
          <a:ea typeface="方正书宋_GBK" panose="02000000000000000000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x-none"/>
              <a:t>编程实训</a:t>
            </a:r>
            <a:endParaRPr lang="zh-CN" altLang="x-none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  <a:p>
            <a:r>
              <a:rPr lang="zh-CN" altLang="en-US" sz="3200"/>
              <a:t>人工智能学院</a:t>
            </a:r>
            <a:endParaRPr lang="zh-CN" alt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09600" y="861060"/>
            <a:ext cx="10972800" cy="147193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en-US" altLang="zh-CN"/>
              <a:t>CSP</a:t>
            </a:r>
            <a:r>
              <a:rPr lang="zh-CN" altLang="en-US"/>
              <a:t>真题</a:t>
            </a:r>
            <a:r>
              <a:rPr lang="zh-CN" altLang="x-none"/>
              <a:t>网址：http://118.190.20.162/</a:t>
            </a:r>
            <a:br>
              <a:rPr lang="zh-CN" altLang="x-none"/>
            </a:br>
            <a:r>
              <a:rPr lang="zh-CN" altLang="x-none"/>
              <a:t>https://www.cspro.org/</a:t>
            </a:r>
            <a:endParaRPr lang="zh-CN" altLang="x-none"/>
          </a:p>
        </p:txBody>
      </p:sp>
      <p:sp>
        <p:nvSpPr>
          <p:cNvPr id="6" name="标题 3"/>
          <p:cNvSpPr>
            <a:spLocks noGrp="1"/>
          </p:cNvSpPr>
          <p:nvPr/>
        </p:nvSpPr>
        <p:spPr>
          <a:xfrm>
            <a:off x="609600" y="2547620"/>
            <a:ext cx="10972800" cy="36766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</a:ln>
        </p:spPr>
        <p:txBody>
          <a:bodyPr anchor="ctr" anchorCtr="0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/>
              <a:t>学习编程的网站：</a:t>
            </a:r>
            <a:endParaRPr lang="zh-CN"/>
          </a:p>
          <a:p>
            <a:r>
              <a:rPr lang="en-US" altLang="zh-CN"/>
              <a:t>ojo</a:t>
            </a:r>
            <a:r>
              <a:rPr lang="x-none" altLang="en-US"/>
              <a:t>.bnu.edu.cn</a:t>
            </a:r>
            <a:endParaRPr lang="x-none" altLang="en-US"/>
          </a:p>
          <a:p>
            <a:r>
              <a:rPr lang="x-none" altLang="en-US"/>
              <a:t>LeetCode</a:t>
            </a:r>
            <a:endParaRPr lang="x-none" altLang="en-US"/>
          </a:p>
          <a:p>
            <a:r>
              <a:rPr lang="x-none" altLang="en-US"/>
              <a:t>acwing.com</a:t>
            </a:r>
            <a:endParaRPr lang="x-none" altLang="en-US"/>
          </a:p>
          <a:p>
            <a:r>
              <a:rPr lang="x-none" altLang="en-US"/>
              <a:t>Bilibili</a:t>
            </a:r>
            <a:r>
              <a:rPr lang="zh-CN" altLang="x-none"/>
              <a:t>站上的教学视频</a:t>
            </a:r>
            <a:endParaRPr lang="zh-CN" altLang="x-non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DejaVu Sans"/>
        <a:ea typeface="方正书宋_GBK"/>
        <a:cs typeface=""/>
      </a:majorFont>
      <a:minorFont>
        <a:latin typeface="DejaVu Sans"/>
        <a:ea typeface="方正书宋_GB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EF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WPS 演示</Application>
  <PresentationFormat>宽屏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DejaVu Sans</vt:lpstr>
      <vt:lpstr>方正书宋_GBK</vt:lpstr>
      <vt:lpstr>Times New Roman</vt:lpstr>
      <vt:lpstr>Consolas</vt:lpstr>
      <vt:lpstr>微软雅黑</vt:lpstr>
      <vt:lpstr>Arial Unicode MS</vt:lpstr>
      <vt:lpstr>DejaVu Sans</vt:lpstr>
      <vt:lpstr>默认设计模板</vt:lpstr>
      <vt:lpstr>编程实训</vt:lpstr>
      <vt:lpstr>CSP真题网址：http://118.190.20.162/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huxy</dc:creator>
  <cp:lastModifiedBy>huxy</cp:lastModifiedBy>
  <cp:revision>197</cp:revision>
  <dcterms:created xsi:type="dcterms:W3CDTF">2024-07-02T02:16:08Z</dcterms:created>
  <dcterms:modified xsi:type="dcterms:W3CDTF">2024-07-02T02:16:08Z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/>
  </property>
</Properties>
</file>