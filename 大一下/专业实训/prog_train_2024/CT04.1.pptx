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417" r:id="rId4"/>
    <p:sldId id="450" r:id="rId5"/>
    <p:sldId id="451" r:id="rId6"/>
    <p:sldId id="452" r:id="rId7"/>
    <p:sldId id="453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97"/>
        <p:guide pos="380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en-US" altLang="zh-CN"/>
              <a:t>201412-2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230" y="1417975"/>
            <a:ext cx="813354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en-US" altLang="zh-CN"/>
              <a:t>202312-1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491" y="1443375"/>
            <a:ext cx="8809019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en-US" altLang="zh-CN"/>
              <a:t>202312-2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557" y="1417975"/>
            <a:ext cx="9606886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en-US" altLang="zh-CN">
                <a:sym typeface="+mn-ea"/>
              </a:rPr>
              <a:t>202312-3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860" y="1417955"/>
            <a:ext cx="8838281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en-US" altLang="zh-CN">
                <a:sym typeface="+mn-ea"/>
              </a:rPr>
              <a:t>202312-3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44" y="1442355"/>
            <a:ext cx="10952112" cy="43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演示</Application>
  <PresentationFormat>宽屏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DejaVu Sans</vt:lpstr>
      <vt:lpstr>默认设计模板</vt:lpstr>
      <vt:lpstr>编程实训</vt:lpstr>
      <vt:lpstr>树结构初步</vt:lpstr>
      <vt:lpstr>例题1及思路</vt:lpstr>
      <vt:lpstr>例题1及思路</vt:lpstr>
      <vt:lpstr>例题1及思路</vt:lpstr>
      <vt:lpstr>例题1及思路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213</cp:revision>
  <dcterms:created xsi:type="dcterms:W3CDTF">2024-07-03T23:07:49Z</dcterms:created>
  <dcterms:modified xsi:type="dcterms:W3CDTF">2024-07-03T23:07:49Z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