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notesMasterIdLst>
    <p:notesMasterId r:id="rId49"/>
  </p:notesMasterIdLst>
  <p:handoutMasterIdLst>
    <p:handoutMasterId r:id="rId50"/>
  </p:handoutMasterIdLst>
  <p:sldIdLst>
    <p:sldId id="256" r:id="rId2"/>
    <p:sldId id="1135" r:id="rId3"/>
    <p:sldId id="1144" r:id="rId4"/>
    <p:sldId id="1140" r:id="rId5"/>
    <p:sldId id="1136" r:id="rId6"/>
    <p:sldId id="1145" r:id="rId7"/>
    <p:sldId id="1142" r:id="rId8"/>
    <p:sldId id="1146" r:id="rId9"/>
    <p:sldId id="1147" r:id="rId10"/>
    <p:sldId id="1138" r:id="rId11"/>
    <p:sldId id="1139" r:id="rId12"/>
    <p:sldId id="1148" r:id="rId13"/>
    <p:sldId id="1141" r:id="rId14"/>
    <p:sldId id="1149" r:id="rId15"/>
    <p:sldId id="1116" r:id="rId16"/>
    <p:sldId id="1133" r:id="rId17"/>
    <p:sldId id="1134" r:id="rId18"/>
    <p:sldId id="1117" r:id="rId19"/>
    <p:sldId id="1150" r:id="rId20"/>
    <p:sldId id="1120" r:id="rId21"/>
    <p:sldId id="1121" r:id="rId22"/>
    <p:sldId id="1137" r:id="rId23"/>
    <p:sldId id="1125" r:id="rId24"/>
    <p:sldId id="1151" r:id="rId25"/>
    <p:sldId id="1126" r:id="rId26"/>
    <p:sldId id="1152" r:id="rId27"/>
    <p:sldId id="1122" r:id="rId28"/>
    <p:sldId id="1153" r:id="rId29"/>
    <p:sldId id="1154" r:id="rId30"/>
    <p:sldId id="1123" r:id="rId31"/>
    <p:sldId id="1203" r:id="rId32"/>
    <p:sldId id="1204" r:id="rId33"/>
    <p:sldId id="1131" r:id="rId34"/>
    <p:sldId id="1200" r:id="rId35"/>
    <p:sldId id="1165" r:id="rId36"/>
    <p:sldId id="1143" r:id="rId37"/>
    <p:sldId id="1086" r:id="rId38"/>
    <p:sldId id="1206" r:id="rId39"/>
    <p:sldId id="1205" r:id="rId40"/>
    <p:sldId id="1087" r:id="rId41"/>
    <p:sldId id="1207" r:id="rId42"/>
    <p:sldId id="1088" r:id="rId43"/>
    <p:sldId id="1208" r:id="rId44"/>
    <p:sldId id="1089" r:id="rId45"/>
    <p:sldId id="1209" r:id="rId46"/>
    <p:sldId id="1090" r:id="rId47"/>
    <p:sldId id="785" r:id="rId48"/>
  </p:sldIdLst>
  <p:sldSz cx="9144000" cy="6858000" type="screen4x3"/>
  <p:notesSz cx="6858000" cy="9144000"/>
  <p:defaultTextStyle>
    <a:defPPr>
      <a:defRPr lang="en-US"/>
    </a:defPPr>
    <a:lvl1pPr algn="l" rtl="0" fontAlgn="base">
      <a:spcBef>
        <a:spcPct val="0"/>
      </a:spcBef>
      <a:spcAft>
        <a:spcPct val="0"/>
      </a:spcAft>
      <a:defRPr sz="2000" kern="1200">
        <a:solidFill>
          <a:schemeClr val="tx1"/>
        </a:solidFill>
        <a:latin typeface="Verdana" pitchFamily="34" charset="0"/>
        <a:ea typeface="宋体" charset="-122"/>
        <a:cs typeface="+mn-cs"/>
      </a:defRPr>
    </a:lvl1pPr>
    <a:lvl2pPr marL="457200" algn="l" rtl="0" fontAlgn="base">
      <a:spcBef>
        <a:spcPct val="0"/>
      </a:spcBef>
      <a:spcAft>
        <a:spcPct val="0"/>
      </a:spcAft>
      <a:defRPr sz="2000" kern="1200">
        <a:solidFill>
          <a:schemeClr val="tx1"/>
        </a:solidFill>
        <a:latin typeface="Verdana" pitchFamily="34" charset="0"/>
        <a:ea typeface="宋体" charset="-122"/>
        <a:cs typeface="+mn-cs"/>
      </a:defRPr>
    </a:lvl2pPr>
    <a:lvl3pPr marL="914400" algn="l" rtl="0" fontAlgn="base">
      <a:spcBef>
        <a:spcPct val="0"/>
      </a:spcBef>
      <a:spcAft>
        <a:spcPct val="0"/>
      </a:spcAft>
      <a:defRPr sz="2000" kern="1200">
        <a:solidFill>
          <a:schemeClr val="tx1"/>
        </a:solidFill>
        <a:latin typeface="Verdana" pitchFamily="34" charset="0"/>
        <a:ea typeface="宋体" charset="-122"/>
        <a:cs typeface="+mn-cs"/>
      </a:defRPr>
    </a:lvl3pPr>
    <a:lvl4pPr marL="1371600" algn="l" rtl="0" fontAlgn="base">
      <a:spcBef>
        <a:spcPct val="0"/>
      </a:spcBef>
      <a:spcAft>
        <a:spcPct val="0"/>
      </a:spcAft>
      <a:defRPr sz="2000" kern="1200">
        <a:solidFill>
          <a:schemeClr val="tx1"/>
        </a:solidFill>
        <a:latin typeface="Verdana" pitchFamily="34" charset="0"/>
        <a:ea typeface="宋体" charset="-122"/>
        <a:cs typeface="+mn-cs"/>
      </a:defRPr>
    </a:lvl4pPr>
    <a:lvl5pPr marL="1828800" algn="l" rtl="0" fontAlgn="base">
      <a:spcBef>
        <a:spcPct val="0"/>
      </a:spcBef>
      <a:spcAft>
        <a:spcPct val="0"/>
      </a:spcAft>
      <a:defRPr sz="2000" kern="1200">
        <a:solidFill>
          <a:schemeClr val="tx1"/>
        </a:solidFill>
        <a:latin typeface="Verdana" pitchFamily="34" charset="0"/>
        <a:ea typeface="宋体" charset="-122"/>
        <a:cs typeface="+mn-cs"/>
      </a:defRPr>
    </a:lvl5pPr>
    <a:lvl6pPr marL="2286000" algn="l" defTabSz="914400" rtl="0" eaLnBrk="1" latinLnBrk="0" hangingPunct="1">
      <a:defRPr sz="2000" kern="1200">
        <a:solidFill>
          <a:schemeClr val="tx1"/>
        </a:solidFill>
        <a:latin typeface="Verdana" pitchFamily="34" charset="0"/>
        <a:ea typeface="宋体" charset="-122"/>
        <a:cs typeface="+mn-cs"/>
      </a:defRPr>
    </a:lvl6pPr>
    <a:lvl7pPr marL="2743200" algn="l" defTabSz="914400" rtl="0" eaLnBrk="1" latinLnBrk="0" hangingPunct="1">
      <a:defRPr sz="2000" kern="1200">
        <a:solidFill>
          <a:schemeClr val="tx1"/>
        </a:solidFill>
        <a:latin typeface="Verdana" pitchFamily="34" charset="0"/>
        <a:ea typeface="宋体" charset="-122"/>
        <a:cs typeface="+mn-cs"/>
      </a:defRPr>
    </a:lvl7pPr>
    <a:lvl8pPr marL="3200400" algn="l" defTabSz="914400" rtl="0" eaLnBrk="1" latinLnBrk="0" hangingPunct="1">
      <a:defRPr sz="2000" kern="1200">
        <a:solidFill>
          <a:schemeClr val="tx1"/>
        </a:solidFill>
        <a:latin typeface="Verdana" pitchFamily="34" charset="0"/>
        <a:ea typeface="宋体" charset="-122"/>
        <a:cs typeface="+mn-cs"/>
      </a:defRPr>
    </a:lvl8pPr>
    <a:lvl9pPr marL="3657600" algn="l" defTabSz="914400" rtl="0" eaLnBrk="1" latinLnBrk="0" hangingPunct="1">
      <a:defRPr sz="2000" kern="1200">
        <a:solidFill>
          <a:schemeClr val="tx1"/>
        </a:solidFill>
        <a:latin typeface="Verdana" pitchFamily="34" charset="0"/>
        <a:ea typeface="宋体"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008080"/>
    <a:srgbClr val="006600"/>
    <a:srgbClr val="800000"/>
    <a:srgbClr val="808080"/>
    <a:srgbClr val="404040"/>
    <a:srgbClr val="003399"/>
    <a:srgbClr val="336699"/>
    <a:srgbClr val="800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181" autoAdjust="0"/>
    <p:restoredTop sz="90722" autoAdjust="0"/>
  </p:normalViewPr>
  <p:slideViewPr>
    <p:cSldViewPr>
      <p:cViewPr varScale="1">
        <p:scale>
          <a:sx n="103" d="100"/>
          <a:sy n="103" d="100"/>
        </p:scale>
        <p:origin x="1950"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5" d="100"/>
        <a:sy n="75" d="100"/>
      </p:scale>
      <p:origin x="0" y="0"/>
    </p:cViewPr>
  </p:sorterViewPr>
  <p:notesViewPr>
    <p:cSldViewPr>
      <p:cViewPr varScale="1">
        <p:scale>
          <a:sx n="63" d="100"/>
          <a:sy n="63" d="100"/>
        </p:scale>
        <p:origin x="-1915" y="-77"/>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0" hangingPunct="0">
              <a:spcBef>
                <a:spcPct val="0"/>
              </a:spcBef>
              <a:buClrTx/>
              <a:buSzTx/>
              <a:buFontTx/>
              <a:buNone/>
              <a:defRPr sz="1200">
                <a:latin typeface="Times New Roman" pitchFamily="18" charset="0"/>
                <a:ea typeface="+mn-ea"/>
                <a:cs typeface="Times New Roman" pitchFamily="18" charset="0"/>
              </a:defRPr>
            </a:lvl1pPr>
          </a:lstStyle>
          <a:p>
            <a:pPr>
              <a:defRPr/>
            </a:pPr>
            <a:r>
              <a:rPr lang="en-US" altLang="zh-CN"/>
              <a:t>hi</a:t>
            </a:r>
          </a:p>
        </p:txBody>
      </p:sp>
      <p:sp>
        <p:nvSpPr>
          <p:cNvPr id="17411"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0" hangingPunct="0">
              <a:spcBef>
                <a:spcPct val="0"/>
              </a:spcBef>
              <a:buClrTx/>
              <a:buSzTx/>
              <a:buFontTx/>
              <a:buNone/>
              <a:defRPr sz="1200">
                <a:latin typeface="Times New Roman" pitchFamily="18" charset="0"/>
                <a:ea typeface="+mn-ea"/>
                <a:cs typeface="Times New Roman" pitchFamily="18" charset="0"/>
              </a:defRPr>
            </a:lvl1pPr>
          </a:lstStyle>
          <a:p>
            <a:pPr>
              <a:defRPr/>
            </a:pPr>
            <a:endParaRPr lang="en-US" altLang="zh-CN"/>
          </a:p>
        </p:txBody>
      </p:sp>
      <p:sp>
        <p:nvSpPr>
          <p:cNvPr id="17412"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0" hangingPunct="0">
              <a:spcBef>
                <a:spcPct val="0"/>
              </a:spcBef>
              <a:buClrTx/>
              <a:buSzTx/>
              <a:buFontTx/>
              <a:buNone/>
              <a:defRPr sz="1200">
                <a:latin typeface="Times New Roman" pitchFamily="18" charset="0"/>
                <a:ea typeface="+mn-ea"/>
                <a:cs typeface="Times New Roman" pitchFamily="18" charset="0"/>
              </a:defRPr>
            </a:lvl1pPr>
          </a:lstStyle>
          <a:p>
            <a:pPr>
              <a:defRPr/>
            </a:pPr>
            <a:r>
              <a:rPr lang="en-US" altLang="zh-CN"/>
              <a:t>bye</a:t>
            </a:r>
          </a:p>
        </p:txBody>
      </p:sp>
      <p:sp>
        <p:nvSpPr>
          <p:cNvPr id="17413"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0" hangingPunct="0">
              <a:spcBef>
                <a:spcPct val="0"/>
              </a:spcBef>
              <a:buClrTx/>
              <a:buSzTx/>
              <a:buFontTx/>
              <a:buNone/>
              <a:defRPr sz="1200">
                <a:latin typeface="Times New Roman" pitchFamily="18" charset="0"/>
                <a:ea typeface="+mn-ea"/>
                <a:cs typeface="Times New Roman" pitchFamily="18" charset="0"/>
              </a:defRPr>
            </a:lvl1pPr>
          </a:lstStyle>
          <a:p>
            <a:pPr>
              <a:defRPr/>
            </a:pPr>
            <a:fld id="{E2B571F6-0F46-43D6-BF59-2C8F4E923902}" type="slidenum">
              <a:rPr lang="en-US" altLang="zh-CN"/>
              <a:pPr>
                <a:defRPr/>
              </a:pPr>
              <a:t>‹#›</a:t>
            </a:fld>
            <a:endParaRPr lang="en-US" altLang="zh-CN"/>
          </a:p>
        </p:txBody>
      </p:sp>
    </p:spTree>
    <p:extLst>
      <p:ext uri="{BB962C8B-B14F-4D97-AF65-F5344CB8AC3E}">
        <p14:creationId xmlns:p14="http://schemas.microsoft.com/office/powerpoint/2010/main" val="4987679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0" hangingPunct="0">
              <a:spcBef>
                <a:spcPct val="0"/>
              </a:spcBef>
              <a:buClrTx/>
              <a:buSzTx/>
              <a:buFontTx/>
              <a:buNone/>
              <a:defRPr sz="1200">
                <a:latin typeface="Times New Roman" pitchFamily="18" charset="0"/>
                <a:ea typeface="+mn-ea"/>
                <a:cs typeface="Times New Roman" pitchFamily="18" charset="0"/>
              </a:defRPr>
            </a:lvl1pPr>
          </a:lstStyle>
          <a:p>
            <a:pPr>
              <a:defRPr/>
            </a:pPr>
            <a:r>
              <a:rPr lang="en-US" altLang="zh-CN"/>
              <a:t>hi</a:t>
            </a:r>
          </a:p>
        </p:txBody>
      </p:sp>
      <p:sp>
        <p:nvSpPr>
          <p:cNvPr id="15363"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0" hangingPunct="0">
              <a:spcBef>
                <a:spcPct val="0"/>
              </a:spcBef>
              <a:buClrTx/>
              <a:buSzTx/>
              <a:buFontTx/>
              <a:buNone/>
              <a:defRPr sz="1200">
                <a:latin typeface="Times New Roman" pitchFamily="18" charset="0"/>
                <a:ea typeface="+mn-ea"/>
                <a:cs typeface="Times New Roman" pitchFamily="18" charset="0"/>
              </a:defRPr>
            </a:lvl1pPr>
          </a:lstStyle>
          <a:p>
            <a:pPr>
              <a:defRPr/>
            </a:pPr>
            <a:endParaRPr lang="en-US" altLang="zh-CN"/>
          </a:p>
        </p:txBody>
      </p:sp>
      <p:sp>
        <p:nvSpPr>
          <p:cNvPr id="10035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5365"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15366"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0" hangingPunct="0">
              <a:spcBef>
                <a:spcPct val="0"/>
              </a:spcBef>
              <a:buClrTx/>
              <a:buSzTx/>
              <a:buFontTx/>
              <a:buNone/>
              <a:defRPr sz="1200">
                <a:latin typeface="Times New Roman" pitchFamily="18" charset="0"/>
                <a:ea typeface="+mn-ea"/>
                <a:cs typeface="Times New Roman" pitchFamily="18" charset="0"/>
              </a:defRPr>
            </a:lvl1pPr>
          </a:lstStyle>
          <a:p>
            <a:pPr>
              <a:defRPr/>
            </a:pPr>
            <a:r>
              <a:rPr lang="en-US" altLang="zh-CN"/>
              <a:t>bye</a:t>
            </a:r>
          </a:p>
        </p:txBody>
      </p:sp>
      <p:sp>
        <p:nvSpPr>
          <p:cNvPr id="15367"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0" hangingPunct="0">
              <a:spcBef>
                <a:spcPct val="0"/>
              </a:spcBef>
              <a:buClrTx/>
              <a:buSzTx/>
              <a:buFontTx/>
              <a:buNone/>
              <a:defRPr sz="1200">
                <a:latin typeface="Times New Roman" pitchFamily="18" charset="0"/>
                <a:ea typeface="+mn-ea"/>
                <a:cs typeface="Times New Roman" pitchFamily="18" charset="0"/>
              </a:defRPr>
            </a:lvl1pPr>
          </a:lstStyle>
          <a:p>
            <a:pPr>
              <a:defRPr/>
            </a:pPr>
            <a:fld id="{46CE8C4E-4E2B-4FAA-924F-F78D103AAC5D}" type="slidenum">
              <a:rPr lang="en-US" altLang="zh-CN"/>
              <a:pPr>
                <a:defRPr/>
              </a:pPr>
              <a:t>‹#›</a:t>
            </a:fld>
            <a:endParaRPr lang="en-US" altLang="zh-CN"/>
          </a:p>
        </p:txBody>
      </p:sp>
    </p:spTree>
    <p:extLst>
      <p:ext uri="{BB962C8B-B14F-4D97-AF65-F5344CB8AC3E}">
        <p14:creationId xmlns:p14="http://schemas.microsoft.com/office/powerpoint/2010/main" val="144249194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mn-ea"/>
        <a:cs typeface="+mn-cs"/>
      </a:defRPr>
    </a:lvl1pPr>
    <a:lvl2pPr marL="457200" algn="l" rtl="0" eaLnBrk="0" fontAlgn="base" hangingPunct="0">
      <a:spcBef>
        <a:spcPct val="30000"/>
      </a:spcBef>
      <a:spcAft>
        <a:spcPct val="0"/>
      </a:spcAft>
      <a:defRPr kumimoji="1" sz="1200" kern="1200">
        <a:solidFill>
          <a:schemeClr val="tx1"/>
        </a:solidFill>
        <a:latin typeface="Arial" charset="0"/>
        <a:ea typeface="+mn-ea"/>
        <a:cs typeface="+mn-cs"/>
      </a:defRPr>
    </a:lvl2pPr>
    <a:lvl3pPr marL="914400" algn="l" rtl="0" eaLnBrk="0" fontAlgn="base" hangingPunct="0">
      <a:spcBef>
        <a:spcPct val="30000"/>
      </a:spcBef>
      <a:spcAft>
        <a:spcPct val="0"/>
      </a:spcAft>
      <a:defRPr kumimoji="1" sz="1200" kern="1200">
        <a:solidFill>
          <a:schemeClr val="tx1"/>
        </a:solidFill>
        <a:latin typeface="Arial"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Arial"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p:txBody>
          <a:bodyPr/>
          <a:lstStyle>
            <a:lvl1pPr eaLnBrk="0" hangingPunct="0">
              <a:spcBef>
                <a:spcPts val="500"/>
              </a:spcBef>
              <a:buClr>
                <a:srgbClr val="800080"/>
              </a:buClr>
              <a:buSzPct val="55000"/>
              <a:buFont typeface="Wingdings" pitchFamily="2" charset="2"/>
              <a:buChar char="n"/>
              <a:defRPr sz="2000">
                <a:solidFill>
                  <a:schemeClr val="tx1"/>
                </a:solidFill>
                <a:latin typeface="Verdana" pitchFamily="34" charset="0"/>
                <a:cs typeface="Times New Roman" pitchFamily="18" charset="0"/>
              </a:defRPr>
            </a:lvl1pPr>
            <a:lvl2pPr marL="742950" indent="-285750" eaLnBrk="0" hangingPunct="0">
              <a:spcBef>
                <a:spcPts val="500"/>
              </a:spcBef>
              <a:buClr>
                <a:srgbClr val="800080"/>
              </a:buClr>
              <a:buSzPct val="55000"/>
              <a:buFont typeface="Wingdings" pitchFamily="2" charset="2"/>
              <a:buChar char="n"/>
              <a:defRPr sz="2000">
                <a:solidFill>
                  <a:schemeClr val="tx1"/>
                </a:solidFill>
                <a:latin typeface="Verdana" pitchFamily="34" charset="0"/>
                <a:cs typeface="Times New Roman" pitchFamily="18" charset="0"/>
              </a:defRPr>
            </a:lvl2pPr>
            <a:lvl3pPr marL="1143000" indent="-228600" eaLnBrk="0" hangingPunct="0">
              <a:spcBef>
                <a:spcPts val="500"/>
              </a:spcBef>
              <a:buClr>
                <a:srgbClr val="800080"/>
              </a:buClr>
              <a:buSzPct val="55000"/>
              <a:buFont typeface="Wingdings" pitchFamily="2" charset="2"/>
              <a:buChar char="n"/>
              <a:defRPr sz="2000">
                <a:solidFill>
                  <a:schemeClr val="tx1"/>
                </a:solidFill>
                <a:latin typeface="Verdana" pitchFamily="34" charset="0"/>
                <a:cs typeface="Times New Roman" pitchFamily="18" charset="0"/>
              </a:defRPr>
            </a:lvl3pPr>
            <a:lvl4pPr marL="1600200" indent="-228600" eaLnBrk="0" hangingPunct="0">
              <a:spcBef>
                <a:spcPts val="500"/>
              </a:spcBef>
              <a:buClr>
                <a:srgbClr val="800080"/>
              </a:buClr>
              <a:buSzPct val="55000"/>
              <a:buFont typeface="Wingdings" pitchFamily="2" charset="2"/>
              <a:buChar char="n"/>
              <a:defRPr sz="2000">
                <a:solidFill>
                  <a:schemeClr val="tx1"/>
                </a:solidFill>
                <a:latin typeface="Verdana" pitchFamily="34" charset="0"/>
                <a:cs typeface="Times New Roman" pitchFamily="18" charset="0"/>
              </a:defRPr>
            </a:lvl4pPr>
            <a:lvl5pPr marL="2057400" indent="-228600" eaLnBrk="0" hangingPunct="0">
              <a:spcBef>
                <a:spcPts val="500"/>
              </a:spcBef>
              <a:buClr>
                <a:srgbClr val="800080"/>
              </a:buClr>
              <a:buSzPct val="55000"/>
              <a:buFont typeface="Wingdings" pitchFamily="2" charset="2"/>
              <a:buChar char="n"/>
              <a:defRPr sz="2000">
                <a:solidFill>
                  <a:schemeClr val="tx1"/>
                </a:solidFill>
                <a:latin typeface="Verdana" pitchFamily="34" charset="0"/>
                <a:cs typeface="Times New Roman" pitchFamily="18" charset="0"/>
              </a:defRPr>
            </a:lvl5pPr>
            <a:lvl6pPr marL="2514600" indent="-228600" eaLnBrk="0" fontAlgn="base" hangingPunct="0">
              <a:spcBef>
                <a:spcPts val="500"/>
              </a:spcBef>
              <a:spcAft>
                <a:spcPct val="0"/>
              </a:spcAft>
              <a:buClr>
                <a:srgbClr val="800080"/>
              </a:buClr>
              <a:buSzPct val="55000"/>
              <a:buFont typeface="Wingdings" pitchFamily="2" charset="2"/>
              <a:buChar char="n"/>
              <a:defRPr sz="2000">
                <a:solidFill>
                  <a:schemeClr val="tx1"/>
                </a:solidFill>
                <a:latin typeface="Verdana" pitchFamily="34" charset="0"/>
                <a:cs typeface="Times New Roman" pitchFamily="18" charset="0"/>
              </a:defRPr>
            </a:lvl6pPr>
            <a:lvl7pPr marL="2971800" indent="-228600" eaLnBrk="0" fontAlgn="base" hangingPunct="0">
              <a:spcBef>
                <a:spcPts val="500"/>
              </a:spcBef>
              <a:spcAft>
                <a:spcPct val="0"/>
              </a:spcAft>
              <a:buClr>
                <a:srgbClr val="800080"/>
              </a:buClr>
              <a:buSzPct val="55000"/>
              <a:buFont typeface="Wingdings" pitchFamily="2" charset="2"/>
              <a:buChar char="n"/>
              <a:defRPr sz="2000">
                <a:solidFill>
                  <a:schemeClr val="tx1"/>
                </a:solidFill>
                <a:latin typeface="Verdana" pitchFamily="34" charset="0"/>
                <a:cs typeface="Times New Roman" pitchFamily="18" charset="0"/>
              </a:defRPr>
            </a:lvl7pPr>
            <a:lvl8pPr marL="3429000" indent="-228600" eaLnBrk="0" fontAlgn="base" hangingPunct="0">
              <a:spcBef>
                <a:spcPts val="500"/>
              </a:spcBef>
              <a:spcAft>
                <a:spcPct val="0"/>
              </a:spcAft>
              <a:buClr>
                <a:srgbClr val="800080"/>
              </a:buClr>
              <a:buSzPct val="55000"/>
              <a:buFont typeface="Wingdings" pitchFamily="2" charset="2"/>
              <a:buChar char="n"/>
              <a:defRPr sz="2000">
                <a:solidFill>
                  <a:schemeClr val="tx1"/>
                </a:solidFill>
                <a:latin typeface="Verdana" pitchFamily="34" charset="0"/>
                <a:cs typeface="Times New Roman" pitchFamily="18" charset="0"/>
              </a:defRPr>
            </a:lvl8pPr>
            <a:lvl9pPr marL="3886200" indent="-228600" eaLnBrk="0" fontAlgn="base" hangingPunct="0">
              <a:spcBef>
                <a:spcPts val="500"/>
              </a:spcBef>
              <a:spcAft>
                <a:spcPct val="0"/>
              </a:spcAft>
              <a:buClr>
                <a:srgbClr val="800080"/>
              </a:buClr>
              <a:buSzPct val="55000"/>
              <a:buFont typeface="Wingdings" pitchFamily="2" charset="2"/>
              <a:buChar char="n"/>
              <a:defRPr sz="2000">
                <a:solidFill>
                  <a:schemeClr val="tx1"/>
                </a:solidFill>
                <a:latin typeface="Verdana" pitchFamily="34" charset="0"/>
                <a:cs typeface="Times New Roman" pitchFamily="18" charset="0"/>
              </a:defRPr>
            </a:lvl9pPr>
          </a:lstStyle>
          <a:p>
            <a:pPr>
              <a:spcBef>
                <a:spcPct val="0"/>
              </a:spcBef>
              <a:buClrTx/>
              <a:buSzTx/>
              <a:buFontTx/>
              <a:buNone/>
              <a:defRPr/>
            </a:pPr>
            <a:fld id="{8AFE70DC-C7E3-4C03-93E4-B49EBC9D86EE}" type="slidenum">
              <a:rPr lang="en-US" altLang="zh-CN" sz="1200" smtClean="0">
                <a:latin typeface="Times New Roman" pitchFamily="18" charset="0"/>
              </a:rPr>
              <a:pPr>
                <a:spcBef>
                  <a:spcPct val="0"/>
                </a:spcBef>
                <a:buClrTx/>
                <a:buSzTx/>
                <a:buFontTx/>
                <a:buNone/>
                <a:defRPr/>
              </a:pPr>
              <a:t>1</a:t>
            </a:fld>
            <a:endParaRPr lang="en-US" altLang="zh-CN" sz="1200">
              <a:latin typeface="Times New Roman"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幻灯片图像占位符 1"/>
          <p:cNvSpPr>
            <a:spLocks noGrp="1" noRot="1" noChangeAspect="1" noTextEdit="1"/>
          </p:cNvSpPr>
          <p:nvPr>
            <p:ph type="sldImg"/>
          </p:nvPr>
        </p:nvSpPr>
        <p:spPr>
          <a:ln/>
        </p:spPr>
      </p:sp>
      <p:sp>
        <p:nvSpPr>
          <p:cNvPr id="8397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eaLnBrk="1" hangingPunct="1">
              <a:spcBef>
                <a:spcPct val="50000"/>
              </a:spcBef>
            </a:pPr>
            <a:endParaRPr lang="en-US" altLang="zh-CN" b="1">
              <a:latin typeface="楷体_GB2312"/>
            </a:endParaRPr>
          </a:p>
          <a:p>
            <a:pPr eaLnBrk="1" hangingPunct="1">
              <a:spcBef>
                <a:spcPct val="50000"/>
              </a:spcBef>
            </a:pPr>
            <a:endParaRPr lang="en-US" altLang="zh-CN">
              <a:latin typeface="楷体_GB2312"/>
            </a:endParaRPr>
          </a:p>
        </p:txBody>
      </p:sp>
      <p:sp>
        <p:nvSpPr>
          <p:cNvPr id="8397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fld id="{226D6CC5-D7C5-43FA-AFF1-EA87749B794C}" type="slidenum">
              <a:rPr lang="en-US" altLang="zh-CN"/>
              <a:pPr eaLnBrk="1" hangingPunct="1">
                <a:spcBef>
                  <a:spcPct val="0"/>
                </a:spcBef>
                <a:buFontTx/>
                <a:buNone/>
              </a:pPr>
              <a:t>3</a:t>
            </a:fld>
            <a:endParaRPr lang="en-US" altLang="zh-CN"/>
          </a:p>
        </p:txBody>
      </p:sp>
    </p:spTree>
    <p:extLst>
      <p:ext uri="{BB962C8B-B14F-4D97-AF65-F5344CB8AC3E}">
        <p14:creationId xmlns:p14="http://schemas.microsoft.com/office/powerpoint/2010/main" val="11553623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幻灯片图像占位符 1"/>
          <p:cNvSpPr>
            <a:spLocks noGrp="1" noRot="1" noChangeAspect="1" noTextEdit="1"/>
          </p:cNvSpPr>
          <p:nvPr>
            <p:ph type="sldImg"/>
          </p:nvPr>
        </p:nvSpPr>
        <p:spPr>
          <a:ln/>
        </p:spPr>
      </p:sp>
      <p:sp>
        <p:nvSpPr>
          <p:cNvPr id="8397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eaLnBrk="1" hangingPunct="1">
              <a:spcBef>
                <a:spcPct val="50000"/>
              </a:spcBef>
            </a:pPr>
            <a:endParaRPr lang="en-US" altLang="zh-CN" b="1">
              <a:latin typeface="楷体_GB2312"/>
            </a:endParaRPr>
          </a:p>
          <a:p>
            <a:pPr eaLnBrk="1" hangingPunct="1">
              <a:spcBef>
                <a:spcPct val="50000"/>
              </a:spcBef>
            </a:pPr>
            <a:endParaRPr lang="en-US" altLang="zh-CN">
              <a:latin typeface="楷体_GB2312"/>
            </a:endParaRPr>
          </a:p>
        </p:txBody>
      </p:sp>
      <p:sp>
        <p:nvSpPr>
          <p:cNvPr id="8397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fld id="{226D6CC5-D7C5-43FA-AFF1-EA87749B794C}" type="slidenum">
              <a:rPr lang="en-US" altLang="zh-CN"/>
              <a:pPr eaLnBrk="1" hangingPunct="1">
                <a:spcBef>
                  <a:spcPct val="0"/>
                </a:spcBef>
                <a:buFontTx/>
                <a:buNone/>
              </a:pPr>
              <a:t>4</a:t>
            </a:fld>
            <a:endParaRPr lang="en-US" altLang="zh-CN"/>
          </a:p>
        </p:txBody>
      </p:sp>
    </p:spTree>
    <p:extLst>
      <p:ext uri="{BB962C8B-B14F-4D97-AF65-F5344CB8AC3E}">
        <p14:creationId xmlns:p14="http://schemas.microsoft.com/office/powerpoint/2010/main" val="42458139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幻灯片图像占位符 1"/>
          <p:cNvSpPr>
            <a:spLocks noGrp="1" noRot="1" noChangeAspect="1" noTextEdit="1"/>
          </p:cNvSpPr>
          <p:nvPr>
            <p:ph type="sldImg"/>
          </p:nvPr>
        </p:nvSpPr>
        <p:spPr>
          <a:ln/>
        </p:spPr>
      </p:sp>
      <p:sp>
        <p:nvSpPr>
          <p:cNvPr id="8397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eaLnBrk="1" hangingPunct="1">
              <a:spcBef>
                <a:spcPct val="50000"/>
              </a:spcBef>
            </a:pPr>
            <a:endParaRPr lang="en-US" altLang="zh-CN" b="1">
              <a:latin typeface="楷体_GB2312"/>
            </a:endParaRPr>
          </a:p>
          <a:p>
            <a:pPr eaLnBrk="1" hangingPunct="1">
              <a:spcBef>
                <a:spcPct val="50000"/>
              </a:spcBef>
            </a:pPr>
            <a:endParaRPr lang="en-US" altLang="zh-CN">
              <a:latin typeface="楷体_GB2312"/>
            </a:endParaRPr>
          </a:p>
        </p:txBody>
      </p:sp>
      <p:sp>
        <p:nvSpPr>
          <p:cNvPr id="8397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fld id="{226D6CC5-D7C5-43FA-AFF1-EA87749B794C}" type="slidenum">
              <a:rPr lang="en-US" altLang="zh-CN"/>
              <a:pPr eaLnBrk="1" hangingPunct="1">
                <a:spcBef>
                  <a:spcPct val="0"/>
                </a:spcBef>
                <a:buFontTx/>
                <a:buNone/>
              </a:pPr>
              <a:t>13</a:t>
            </a:fld>
            <a:endParaRPr lang="en-US" altLang="zh-CN"/>
          </a:p>
        </p:txBody>
      </p:sp>
    </p:spTree>
    <p:extLst>
      <p:ext uri="{BB962C8B-B14F-4D97-AF65-F5344CB8AC3E}">
        <p14:creationId xmlns:p14="http://schemas.microsoft.com/office/powerpoint/2010/main" val="13261065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幻灯片图像占位符 1"/>
          <p:cNvSpPr>
            <a:spLocks noGrp="1" noRot="1" noChangeAspect="1" noTextEdit="1"/>
          </p:cNvSpPr>
          <p:nvPr>
            <p:ph type="sldImg"/>
          </p:nvPr>
        </p:nvSpPr>
        <p:spPr>
          <a:ln/>
        </p:spPr>
      </p:sp>
      <p:sp>
        <p:nvSpPr>
          <p:cNvPr id="8397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eaLnBrk="1" hangingPunct="1">
              <a:spcBef>
                <a:spcPct val="50000"/>
              </a:spcBef>
            </a:pPr>
            <a:endParaRPr lang="en-US" altLang="zh-CN" b="1">
              <a:latin typeface="楷体_GB2312"/>
            </a:endParaRPr>
          </a:p>
          <a:p>
            <a:pPr eaLnBrk="1" hangingPunct="1">
              <a:spcBef>
                <a:spcPct val="50000"/>
              </a:spcBef>
            </a:pPr>
            <a:endParaRPr lang="en-US" altLang="zh-CN">
              <a:latin typeface="楷体_GB2312"/>
            </a:endParaRPr>
          </a:p>
        </p:txBody>
      </p:sp>
      <p:sp>
        <p:nvSpPr>
          <p:cNvPr id="8397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fld id="{226D6CC5-D7C5-43FA-AFF1-EA87749B794C}" type="slidenum">
              <a:rPr lang="en-US" altLang="zh-CN"/>
              <a:pPr eaLnBrk="1" hangingPunct="1">
                <a:spcBef>
                  <a:spcPct val="0"/>
                </a:spcBef>
                <a:buFontTx/>
                <a:buNone/>
              </a:pPr>
              <a:t>14</a:t>
            </a:fld>
            <a:endParaRPr lang="en-US" altLang="zh-CN"/>
          </a:p>
        </p:txBody>
      </p:sp>
    </p:spTree>
    <p:extLst>
      <p:ext uri="{BB962C8B-B14F-4D97-AF65-F5344CB8AC3E}">
        <p14:creationId xmlns:p14="http://schemas.microsoft.com/office/powerpoint/2010/main" val="16360588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58330039-C041-4DDA-AFD0-1C663E1F2AAA}" type="slidenum">
              <a:rPr lang="en-US" altLang="zh-CN" smtClean="0"/>
              <a:t>15</a:t>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58330039-C041-4DDA-AFD0-1C663E1F2AAA}" type="slidenum">
              <a:rPr lang="en-US" altLang="zh-CN" smtClean="0"/>
              <a:t>16</a:t>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58330039-C041-4DDA-AFD0-1C663E1F2AAA}" type="slidenum">
              <a:rPr lang="en-US" altLang="zh-CN" smtClean="0"/>
              <a:t>17</a:t>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58330039-C041-4DDA-AFD0-1C663E1F2AAA}" type="slidenum">
              <a:rPr lang="en-US" altLang="zh-CN" smtClean="0"/>
              <a:t>18</a:t>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58330039-C041-4DDA-AFD0-1C663E1F2AAA}" type="slidenum">
              <a:rPr lang="en-US" altLang="zh-CN" smtClean="0"/>
              <a:t>19</a:t>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58330039-C041-4DDA-AFD0-1C663E1F2AAA}" type="slidenum">
              <a:rPr lang="en-US" altLang="zh-CN" smtClean="0"/>
              <a:t>20</a:t>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58330039-C041-4DDA-AFD0-1C663E1F2AAA}" type="slidenum">
              <a:rPr lang="en-US" altLang="zh-CN" smtClean="0"/>
              <a:t>21</a:t>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58330039-C041-4DDA-AFD0-1C663E1F2AAA}" type="slidenum">
              <a:rPr lang="en-US" altLang="zh-CN" smtClean="0"/>
              <a:t>22</a:t>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58330039-C041-4DDA-AFD0-1C663E1F2AAA}" type="slidenum">
              <a:rPr lang="en-US" altLang="zh-CN" smtClean="0"/>
              <a:t>23</a:t>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58330039-C041-4DDA-AFD0-1C663E1F2AAA}" type="slidenum">
              <a:rPr lang="en-US" altLang="zh-CN" smtClean="0"/>
              <a:t>24</a:t>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58330039-C041-4DDA-AFD0-1C663E1F2AAA}" type="slidenum">
              <a:rPr lang="en-US" altLang="zh-CN" smtClean="0"/>
              <a:t>25</a:t>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58330039-C041-4DDA-AFD0-1C663E1F2AAA}" type="slidenum">
              <a:rPr lang="en-US" altLang="zh-CN" smtClean="0"/>
              <a:t>26</a:t>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58330039-C041-4DDA-AFD0-1C663E1F2AAA}" type="slidenum">
              <a:rPr lang="en-US" altLang="zh-CN" smtClean="0"/>
              <a:t>27</a:t>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58330039-C041-4DDA-AFD0-1C663E1F2AAA}" type="slidenum">
              <a:rPr lang="en-US" altLang="zh-CN" smtClean="0"/>
              <a:t>28</a:t>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58330039-C041-4DDA-AFD0-1C663E1F2AAA}" type="slidenum">
              <a:rPr lang="en-US" altLang="zh-CN" smtClean="0"/>
              <a:t>29</a:t>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58330039-C041-4DDA-AFD0-1C663E1F2AAA}" type="slidenum">
              <a:rPr lang="en-US" altLang="zh-CN" smtClean="0"/>
              <a:t>30</a:t>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58330039-C041-4DDA-AFD0-1C663E1F2AAA}" type="slidenum">
              <a:rPr lang="en-US" altLang="zh-CN" smtClean="0"/>
              <a:t>31</a:t>
            </a:fld>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58330039-C041-4DDA-AFD0-1C663E1F2AAA}" type="slidenum">
              <a:rPr lang="en-US" altLang="zh-CN" smtClean="0"/>
              <a:t>32</a:t>
            </a:fld>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58330039-C041-4DDA-AFD0-1C663E1F2AAA}" type="slidenum">
              <a:rPr lang="en-US" altLang="zh-CN" smtClean="0"/>
              <a:t>33</a:t>
            </a:fld>
            <a:endParaRPr lang="en-US" altLang="zh-CN"/>
          </a:p>
        </p:txBody>
      </p:sp>
    </p:spTree>
    <p:extLst>
      <p:ext uri="{BB962C8B-B14F-4D97-AF65-F5344CB8AC3E}">
        <p14:creationId xmlns:p14="http://schemas.microsoft.com/office/powerpoint/2010/main" val="6129351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58330039-C041-4DDA-AFD0-1C663E1F2AAA}" type="slidenum">
              <a:rPr lang="en-US" altLang="zh-CN" smtClean="0"/>
              <a:t>34</a:t>
            </a:fld>
            <a:endParaRPr lang="en-US" altLang="zh-CN"/>
          </a:p>
        </p:txBody>
      </p:sp>
    </p:spTree>
    <p:extLst>
      <p:ext uri="{BB962C8B-B14F-4D97-AF65-F5344CB8AC3E}">
        <p14:creationId xmlns:p14="http://schemas.microsoft.com/office/powerpoint/2010/main" val="199068171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58330039-C041-4DDA-AFD0-1C663E1F2AAA}" type="slidenum">
              <a:rPr lang="en-US" altLang="zh-CN" smtClean="0"/>
              <a:t>35</a:t>
            </a:fld>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58330039-C041-4DDA-AFD0-1C663E1F2AAA}" type="slidenum">
              <a:rPr lang="en-US" altLang="zh-CN" smtClean="0"/>
              <a:t>37</a:t>
            </a:fld>
            <a:endParaRPr lang="en-US" altLang="zh-CN"/>
          </a:p>
        </p:txBody>
      </p:sp>
    </p:spTree>
    <p:extLst>
      <p:ext uri="{BB962C8B-B14F-4D97-AF65-F5344CB8AC3E}">
        <p14:creationId xmlns:p14="http://schemas.microsoft.com/office/powerpoint/2010/main" val="38547869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58330039-C041-4DDA-AFD0-1C663E1F2AAA}" type="slidenum">
              <a:rPr lang="en-US" altLang="zh-CN" smtClean="0"/>
              <a:t>38</a:t>
            </a:fld>
            <a:endParaRPr lang="en-US" altLang="zh-CN"/>
          </a:p>
        </p:txBody>
      </p:sp>
    </p:spTree>
    <p:extLst>
      <p:ext uri="{BB962C8B-B14F-4D97-AF65-F5344CB8AC3E}">
        <p14:creationId xmlns:p14="http://schemas.microsoft.com/office/powerpoint/2010/main" val="362132688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58330039-C041-4DDA-AFD0-1C663E1F2AAA}" type="slidenum">
              <a:rPr lang="en-US" altLang="zh-CN" smtClean="0"/>
              <a:t>39</a:t>
            </a:fld>
            <a:endParaRPr lang="en-US" altLang="zh-CN"/>
          </a:p>
        </p:txBody>
      </p:sp>
    </p:spTree>
    <p:extLst>
      <p:ext uri="{BB962C8B-B14F-4D97-AF65-F5344CB8AC3E}">
        <p14:creationId xmlns:p14="http://schemas.microsoft.com/office/powerpoint/2010/main" val="166158724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幻灯片图像占位符 1"/>
          <p:cNvSpPr>
            <a:spLocks noGrp="1" noRot="1" noChangeAspect="1" noTextEdit="1"/>
          </p:cNvSpPr>
          <p:nvPr>
            <p:ph type="sldImg"/>
          </p:nvPr>
        </p:nvSpPr>
        <p:spPr>
          <a:ln/>
        </p:spPr>
      </p:sp>
      <p:sp>
        <p:nvSpPr>
          <p:cNvPr id="8397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eaLnBrk="1" hangingPunct="1">
              <a:spcBef>
                <a:spcPct val="50000"/>
              </a:spcBef>
            </a:pPr>
            <a:endParaRPr lang="en-US" altLang="zh-CN" b="1">
              <a:latin typeface="楷体_GB2312"/>
            </a:endParaRPr>
          </a:p>
          <a:p>
            <a:pPr eaLnBrk="1" hangingPunct="1">
              <a:spcBef>
                <a:spcPct val="50000"/>
              </a:spcBef>
            </a:pPr>
            <a:endParaRPr lang="en-US" altLang="zh-CN">
              <a:latin typeface="楷体_GB2312"/>
            </a:endParaRPr>
          </a:p>
        </p:txBody>
      </p:sp>
      <p:sp>
        <p:nvSpPr>
          <p:cNvPr id="8397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fld id="{226D6CC5-D7C5-43FA-AFF1-EA87749B794C}" type="slidenum">
              <a:rPr lang="en-US" altLang="zh-CN"/>
              <a:pPr eaLnBrk="1" hangingPunct="1">
                <a:spcBef>
                  <a:spcPct val="0"/>
                </a:spcBef>
                <a:buFontTx/>
                <a:buNone/>
              </a:pPr>
              <a:t>40</a:t>
            </a:fld>
            <a:endParaRPr lang="en-US" altLang="zh-CN"/>
          </a:p>
        </p:txBody>
      </p:sp>
    </p:spTree>
    <p:extLst>
      <p:ext uri="{BB962C8B-B14F-4D97-AF65-F5344CB8AC3E}">
        <p14:creationId xmlns:p14="http://schemas.microsoft.com/office/powerpoint/2010/main" val="378059277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幻灯片图像占位符 1"/>
          <p:cNvSpPr>
            <a:spLocks noGrp="1" noRot="1" noChangeAspect="1" noTextEdit="1"/>
          </p:cNvSpPr>
          <p:nvPr>
            <p:ph type="sldImg"/>
          </p:nvPr>
        </p:nvSpPr>
        <p:spPr>
          <a:ln/>
        </p:spPr>
      </p:sp>
      <p:sp>
        <p:nvSpPr>
          <p:cNvPr id="8397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eaLnBrk="1" hangingPunct="1">
              <a:spcBef>
                <a:spcPct val="50000"/>
              </a:spcBef>
            </a:pPr>
            <a:endParaRPr lang="en-US" altLang="zh-CN" b="1">
              <a:latin typeface="楷体_GB2312"/>
            </a:endParaRPr>
          </a:p>
          <a:p>
            <a:pPr eaLnBrk="1" hangingPunct="1">
              <a:spcBef>
                <a:spcPct val="50000"/>
              </a:spcBef>
            </a:pPr>
            <a:endParaRPr lang="en-US" altLang="zh-CN">
              <a:latin typeface="楷体_GB2312"/>
            </a:endParaRPr>
          </a:p>
        </p:txBody>
      </p:sp>
      <p:sp>
        <p:nvSpPr>
          <p:cNvPr id="8397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fld id="{226D6CC5-D7C5-43FA-AFF1-EA87749B794C}" type="slidenum">
              <a:rPr lang="en-US" altLang="zh-CN"/>
              <a:pPr eaLnBrk="1" hangingPunct="1">
                <a:spcBef>
                  <a:spcPct val="0"/>
                </a:spcBef>
                <a:buFontTx/>
                <a:buNone/>
              </a:pPr>
              <a:t>41</a:t>
            </a:fld>
            <a:endParaRPr lang="en-US" altLang="zh-CN"/>
          </a:p>
        </p:txBody>
      </p:sp>
    </p:spTree>
    <p:extLst>
      <p:ext uri="{BB962C8B-B14F-4D97-AF65-F5344CB8AC3E}">
        <p14:creationId xmlns:p14="http://schemas.microsoft.com/office/powerpoint/2010/main" val="395870676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幻灯片图像占位符 1"/>
          <p:cNvSpPr>
            <a:spLocks noGrp="1" noRot="1" noChangeAspect="1" noTextEdit="1"/>
          </p:cNvSpPr>
          <p:nvPr>
            <p:ph type="sldImg"/>
          </p:nvPr>
        </p:nvSpPr>
        <p:spPr>
          <a:ln/>
        </p:spPr>
      </p:sp>
      <p:sp>
        <p:nvSpPr>
          <p:cNvPr id="8397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eaLnBrk="1" hangingPunct="1">
              <a:spcBef>
                <a:spcPct val="50000"/>
              </a:spcBef>
            </a:pPr>
            <a:endParaRPr lang="en-US" altLang="zh-CN" b="1">
              <a:latin typeface="楷体_GB2312"/>
            </a:endParaRPr>
          </a:p>
          <a:p>
            <a:pPr eaLnBrk="1" hangingPunct="1">
              <a:spcBef>
                <a:spcPct val="50000"/>
              </a:spcBef>
            </a:pPr>
            <a:endParaRPr lang="en-US" altLang="zh-CN">
              <a:latin typeface="楷体_GB2312"/>
            </a:endParaRPr>
          </a:p>
        </p:txBody>
      </p:sp>
      <p:sp>
        <p:nvSpPr>
          <p:cNvPr id="8397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fld id="{226D6CC5-D7C5-43FA-AFF1-EA87749B794C}" type="slidenum">
              <a:rPr lang="en-US" altLang="zh-CN"/>
              <a:pPr eaLnBrk="1" hangingPunct="1">
                <a:spcBef>
                  <a:spcPct val="0"/>
                </a:spcBef>
                <a:buFontTx/>
                <a:buNone/>
              </a:pPr>
              <a:t>42</a:t>
            </a:fld>
            <a:endParaRPr lang="en-US" altLang="zh-CN"/>
          </a:p>
        </p:txBody>
      </p:sp>
    </p:spTree>
    <p:extLst>
      <p:ext uri="{BB962C8B-B14F-4D97-AF65-F5344CB8AC3E}">
        <p14:creationId xmlns:p14="http://schemas.microsoft.com/office/powerpoint/2010/main" val="193931997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幻灯片图像占位符 1"/>
          <p:cNvSpPr>
            <a:spLocks noGrp="1" noRot="1" noChangeAspect="1" noTextEdit="1"/>
          </p:cNvSpPr>
          <p:nvPr>
            <p:ph type="sldImg"/>
          </p:nvPr>
        </p:nvSpPr>
        <p:spPr>
          <a:ln/>
        </p:spPr>
      </p:sp>
      <p:sp>
        <p:nvSpPr>
          <p:cNvPr id="8397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eaLnBrk="1" hangingPunct="1">
              <a:spcBef>
                <a:spcPct val="50000"/>
              </a:spcBef>
            </a:pPr>
            <a:endParaRPr lang="en-US" altLang="zh-CN" b="1">
              <a:latin typeface="楷体_GB2312"/>
            </a:endParaRPr>
          </a:p>
          <a:p>
            <a:pPr eaLnBrk="1" hangingPunct="1">
              <a:spcBef>
                <a:spcPct val="50000"/>
              </a:spcBef>
            </a:pPr>
            <a:endParaRPr lang="en-US" altLang="zh-CN">
              <a:latin typeface="楷体_GB2312"/>
            </a:endParaRPr>
          </a:p>
        </p:txBody>
      </p:sp>
      <p:sp>
        <p:nvSpPr>
          <p:cNvPr id="8397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fld id="{226D6CC5-D7C5-43FA-AFF1-EA87749B794C}" type="slidenum">
              <a:rPr lang="en-US" altLang="zh-CN"/>
              <a:pPr eaLnBrk="1" hangingPunct="1">
                <a:spcBef>
                  <a:spcPct val="0"/>
                </a:spcBef>
                <a:buFontTx/>
                <a:buNone/>
              </a:pPr>
              <a:t>43</a:t>
            </a:fld>
            <a:endParaRPr lang="en-US" altLang="zh-CN"/>
          </a:p>
        </p:txBody>
      </p:sp>
    </p:spTree>
    <p:extLst>
      <p:ext uri="{BB962C8B-B14F-4D97-AF65-F5344CB8AC3E}">
        <p14:creationId xmlns:p14="http://schemas.microsoft.com/office/powerpoint/2010/main" val="169694563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幻灯片图像占位符 1"/>
          <p:cNvSpPr>
            <a:spLocks noGrp="1" noRot="1" noChangeAspect="1" noTextEdit="1"/>
          </p:cNvSpPr>
          <p:nvPr>
            <p:ph type="sldImg"/>
          </p:nvPr>
        </p:nvSpPr>
        <p:spPr>
          <a:ln/>
        </p:spPr>
      </p:sp>
      <p:sp>
        <p:nvSpPr>
          <p:cNvPr id="8397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eaLnBrk="1" hangingPunct="1">
              <a:spcBef>
                <a:spcPct val="50000"/>
              </a:spcBef>
            </a:pPr>
            <a:endParaRPr lang="en-US" altLang="zh-CN" b="1">
              <a:latin typeface="楷体_GB2312"/>
            </a:endParaRPr>
          </a:p>
          <a:p>
            <a:pPr eaLnBrk="1" hangingPunct="1">
              <a:spcBef>
                <a:spcPct val="50000"/>
              </a:spcBef>
            </a:pPr>
            <a:endParaRPr lang="en-US" altLang="zh-CN">
              <a:latin typeface="楷体_GB2312"/>
            </a:endParaRPr>
          </a:p>
        </p:txBody>
      </p:sp>
      <p:sp>
        <p:nvSpPr>
          <p:cNvPr id="8397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fld id="{226D6CC5-D7C5-43FA-AFF1-EA87749B794C}" type="slidenum">
              <a:rPr lang="en-US" altLang="zh-CN"/>
              <a:pPr eaLnBrk="1" hangingPunct="1">
                <a:spcBef>
                  <a:spcPct val="0"/>
                </a:spcBef>
                <a:buFontTx/>
                <a:buNone/>
              </a:pPr>
              <a:t>44</a:t>
            </a:fld>
            <a:endParaRPr lang="en-US" altLang="zh-CN"/>
          </a:p>
        </p:txBody>
      </p:sp>
    </p:spTree>
    <p:extLst>
      <p:ext uri="{BB962C8B-B14F-4D97-AF65-F5344CB8AC3E}">
        <p14:creationId xmlns:p14="http://schemas.microsoft.com/office/powerpoint/2010/main" val="285442064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幻灯片图像占位符 1"/>
          <p:cNvSpPr>
            <a:spLocks noGrp="1" noRot="1" noChangeAspect="1" noTextEdit="1"/>
          </p:cNvSpPr>
          <p:nvPr>
            <p:ph type="sldImg"/>
          </p:nvPr>
        </p:nvSpPr>
        <p:spPr>
          <a:ln/>
        </p:spPr>
      </p:sp>
      <p:sp>
        <p:nvSpPr>
          <p:cNvPr id="8397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eaLnBrk="1" hangingPunct="1">
              <a:spcBef>
                <a:spcPct val="50000"/>
              </a:spcBef>
            </a:pPr>
            <a:endParaRPr lang="en-US" altLang="zh-CN" b="1">
              <a:latin typeface="楷体_GB2312"/>
            </a:endParaRPr>
          </a:p>
          <a:p>
            <a:pPr eaLnBrk="1" hangingPunct="1">
              <a:spcBef>
                <a:spcPct val="50000"/>
              </a:spcBef>
            </a:pPr>
            <a:endParaRPr lang="en-US" altLang="zh-CN">
              <a:latin typeface="楷体_GB2312"/>
            </a:endParaRPr>
          </a:p>
        </p:txBody>
      </p:sp>
      <p:sp>
        <p:nvSpPr>
          <p:cNvPr id="8397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fld id="{226D6CC5-D7C5-43FA-AFF1-EA87749B794C}" type="slidenum">
              <a:rPr lang="en-US" altLang="zh-CN"/>
              <a:pPr eaLnBrk="1" hangingPunct="1">
                <a:spcBef>
                  <a:spcPct val="0"/>
                </a:spcBef>
                <a:buFontTx/>
                <a:buNone/>
              </a:pPr>
              <a:t>45</a:t>
            </a:fld>
            <a:endParaRPr lang="en-US" altLang="zh-CN"/>
          </a:p>
        </p:txBody>
      </p:sp>
    </p:spTree>
    <p:extLst>
      <p:ext uri="{BB962C8B-B14F-4D97-AF65-F5344CB8AC3E}">
        <p14:creationId xmlns:p14="http://schemas.microsoft.com/office/powerpoint/2010/main" val="53289583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幻灯片图像占位符 1"/>
          <p:cNvSpPr>
            <a:spLocks noGrp="1" noRot="1" noChangeAspect="1" noTextEdit="1"/>
          </p:cNvSpPr>
          <p:nvPr>
            <p:ph type="sldImg"/>
          </p:nvPr>
        </p:nvSpPr>
        <p:spPr>
          <a:ln/>
        </p:spPr>
      </p:sp>
      <p:sp>
        <p:nvSpPr>
          <p:cNvPr id="8397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eaLnBrk="1" hangingPunct="1">
              <a:spcBef>
                <a:spcPct val="50000"/>
              </a:spcBef>
            </a:pPr>
            <a:endParaRPr lang="en-US" altLang="zh-CN" b="1">
              <a:latin typeface="楷体_GB2312"/>
            </a:endParaRPr>
          </a:p>
          <a:p>
            <a:pPr eaLnBrk="1" hangingPunct="1">
              <a:spcBef>
                <a:spcPct val="50000"/>
              </a:spcBef>
            </a:pPr>
            <a:endParaRPr lang="en-US" altLang="zh-CN">
              <a:latin typeface="楷体_GB2312"/>
            </a:endParaRPr>
          </a:p>
        </p:txBody>
      </p:sp>
      <p:sp>
        <p:nvSpPr>
          <p:cNvPr id="8397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fld id="{226D6CC5-D7C5-43FA-AFF1-EA87749B794C}" type="slidenum">
              <a:rPr lang="en-US" altLang="zh-CN"/>
              <a:pPr eaLnBrk="1" hangingPunct="1">
                <a:spcBef>
                  <a:spcPct val="0"/>
                </a:spcBef>
                <a:buFontTx/>
                <a:buNone/>
              </a:pPr>
              <a:t>46</a:t>
            </a:fld>
            <a:endParaRPr lang="en-US" altLang="zh-CN"/>
          </a:p>
        </p:txBody>
      </p:sp>
    </p:spTree>
    <p:extLst>
      <p:ext uri="{BB962C8B-B14F-4D97-AF65-F5344CB8AC3E}">
        <p14:creationId xmlns:p14="http://schemas.microsoft.com/office/powerpoint/2010/main" val="251738171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3" name="Picture 25" descr="snake-on-tree"/>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300163"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26" descr="2006-10-28_Python_in_60_Minutes"/>
          <p:cNvPicPr>
            <a:picLocks noChangeAspect="1" noChangeArrowheads="1"/>
          </p:cNvPicPr>
          <p:nvPr userDrawn="1"/>
        </p:nvPicPr>
        <p:blipFill>
          <a:blip r:embed="rId3">
            <a:extLst>
              <a:ext uri="{28A0092B-C50C-407E-A947-70E740481C1C}">
                <a14:useLocalDpi xmlns:a14="http://schemas.microsoft.com/office/drawing/2010/main" val="0"/>
              </a:ext>
            </a:extLst>
          </a:blip>
          <a:srcRect l="16304" t="68115" r="19565" b="1450"/>
          <a:stretch>
            <a:fillRect/>
          </a:stretch>
        </p:blipFill>
        <p:spPr bwMode="auto">
          <a:xfrm>
            <a:off x="1600200" y="741363"/>
            <a:ext cx="5410200" cy="192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27"/>
          <p:cNvSpPr>
            <a:spLocks noChangeArrowheads="1"/>
          </p:cNvSpPr>
          <p:nvPr userDrawn="1"/>
        </p:nvSpPr>
        <p:spPr bwMode="auto">
          <a:xfrm>
            <a:off x="1981200" y="4191000"/>
            <a:ext cx="5562600" cy="220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287338" indent="-287338">
              <a:lnSpc>
                <a:spcPct val="102000"/>
              </a:lnSpc>
              <a:spcBef>
                <a:spcPct val="20000"/>
              </a:spcBef>
              <a:buClr>
                <a:srgbClr val="808080"/>
              </a:buClr>
              <a:buSzPct val="60000"/>
              <a:buFont typeface="Wingdings" pitchFamily="2" charset="2"/>
              <a:buChar char="n"/>
            </a:pPr>
            <a:endParaRPr lang="en-GB" altLang="zh-CN" sz="1600"/>
          </a:p>
        </p:txBody>
      </p:sp>
      <p:sp>
        <p:nvSpPr>
          <p:cNvPr id="19468" name="Rectangle 12"/>
          <p:cNvSpPr>
            <a:spLocks noGrp="1" noChangeArrowheads="1"/>
          </p:cNvSpPr>
          <p:nvPr>
            <p:ph type="ctrTitle"/>
          </p:nvPr>
        </p:nvSpPr>
        <p:spPr>
          <a:xfrm>
            <a:off x="0" y="2743200"/>
            <a:ext cx="9144000" cy="1600200"/>
          </a:xfrm>
        </p:spPr>
        <p:txBody>
          <a:bodyPr anchor="ctr"/>
          <a:lstStyle>
            <a:lvl1pPr>
              <a:defRPr sz="4400" b="0">
                <a:effectLst>
                  <a:outerShdw blurRad="38100" dist="38100" dir="2700000" algn="tl">
                    <a:srgbClr val="000000"/>
                  </a:outerShdw>
                </a:effectLst>
                <a:latin typeface="Tahoma" pitchFamily="34" charset="0"/>
              </a:defRPr>
            </a:lvl1pPr>
          </a:lstStyle>
          <a:p>
            <a:pPr lvl="0"/>
            <a:r>
              <a:rPr lang="en-US" altLang="zh-CN" noProof="0"/>
              <a:t>Click to edit Master title style</a:t>
            </a:r>
          </a:p>
        </p:txBody>
      </p:sp>
      <p:sp>
        <p:nvSpPr>
          <p:cNvPr id="6" name="Rectangle 16"/>
          <p:cNvSpPr>
            <a:spLocks noGrp="1" noChangeArrowheads="1"/>
          </p:cNvSpPr>
          <p:nvPr>
            <p:ph type="sldNum" sz="quarter" idx="10"/>
          </p:nvPr>
        </p:nvSpPr>
        <p:spPr>
          <a:xfrm>
            <a:off x="8686800" y="6486525"/>
            <a:ext cx="457200" cy="381000"/>
          </a:xfrm>
          <a:extLst>
            <a:ext uri="{909E8E84-426E-40DD-AFC4-6F175D3DCCD1}">
              <a14:hiddenFill xmlns:a14="http://schemas.microsoft.com/office/drawing/2010/main">
                <a:solidFill>
                  <a:schemeClr val="bg1"/>
                </a:solidFill>
              </a14:hiddenFill>
            </a:ext>
          </a:extLst>
        </p:spPr>
        <p:txBody>
          <a:bodyPr/>
          <a:lstStyle>
            <a:lvl1pPr>
              <a:defRPr>
                <a:solidFill>
                  <a:schemeClr val="bg1"/>
                </a:solidFill>
              </a:defRPr>
            </a:lvl1pPr>
          </a:lstStyle>
          <a:p>
            <a:pPr>
              <a:defRPr/>
            </a:pPr>
            <a:fld id="{41BCACC2-EB2E-41B5-88CE-73A61AB12F5B}" type="slidenum">
              <a:rPr lang="en-US" altLang="zh-CN"/>
              <a:pPr>
                <a:defRPr/>
              </a:pPr>
              <a:t>‹#›</a:t>
            </a:fld>
            <a:endParaRPr lang="en-US" altLang="zh-CN"/>
          </a:p>
        </p:txBody>
      </p:sp>
    </p:spTree>
    <p:extLst>
      <p:ext uri="{BB962C8B-B14F-4D97-AF65-F5344CB8AC3E}">
        <p14:creationId xmlns:p14="http://schemas.microsoft.com/office/powerpoint/2010/main" val="782180422"/>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3"/>
          <p:cNvSpPr>
            <a:spLocks noGrp="1" noChangeArrowheads="1"/>
          </p:cNvSpPr>
          <p:nvPr>
            <p:ph type="sldNum" sz="quarter" idx="10"/>
          </p:nvPr>
        </p:nvSpPr>
        <p:spPr>
          <a:ln/>
        </p:spPr>
        <p:txBody>
          <a:bodyPr/>
          <a:lstStyle>
            <a:lvl1pPr>
              <a:defRPr/>
            </a:lvl1pPr>
          </a:lstStyle>
          <a:p>
            <a:pPr>
              <a:defRPr/>
            </a:pPr>
            <a:fld id="{7EF4B451-ED34-44AC-A294-F69DDAD52F29}" type="slidenum">
              <a:rPr lang="en-US" altLang="zh-CN"/>
              <a:pPr>
                <a:defRPr/>
              </a:pPr>
              <a:t>‹#›</a:t>
            </a:fld>
            <a:endParaRPr lang="en-US" altLang="zh-CN"/>
          </a:p>
        </p:txBody>
      </p:sp>
    </p:spTree>
    <p:extLst>
      <p:ext uri="{BB962C8B-B14F-4D97-AF65-F5344CB8AC3E}">
        <p14:creationId xmlns:p14="http://schemas.microsoft.com/office/powerpoint/2010/main" val="160547061"/>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13"/>
          <p:cNvSpPr>
            <a:spLocks noGrp="1" noChangeArrowheads="1"/>
          </p:cNvSpPr>
          <p:nvPr>
            <p:ph type="sldNum" sz="quarter" idx="10"/>
          </p:nvPr>
        </p:nvSpPr>
        <p:spPr>
          <a:ln/>
        </p:spPr>
        <p:txBody>
          <a:bodyPr/>
          <a:lstStyle>
            <a:lvl1pPr>
              <a:defRPr/>
            </a:lvl1pPr>
          </a:lstStyle>
          <a:p>
            <a:pPr>
              <a:defRPr/>
            </a:pPr>
            <a:fld id="{9C6CA548-88A0-4B76-ACB8-541D04879569}" type="slidenum">
              <a:rPr lang="en-US" altLang="zh-CN"/>
              <a:pPr>
                <a:defRPr/>
              </a:pPr>
              <a:t>‹#›</a:t>
            </a:fld>
            <a:endParaRPr lang="en-US" altLang="zh-CN"/>
          </a:p>
        </p:txBody>
      </p:sp>
    </p:spTree>
    <p:extLst>
      <p:ext uri="{BB962C8B-B14F-4D97-AF65-F5344CB8AC3E}">
        <p14:creationId xmlns:p14="http://schemas.microsoft.com/office/powerpoint/2010/main" val="3413768565"/>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0" y="1066800"/>
            <a:ext cx="4495800" cy="5562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066800"/>
            <a:ext cx="4495800" cy="5562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3"/>
          <p:cNvSpPr>
            <a:spLocks noGrp="1" noChangeArrowheads="1"/>
          </p:cNvSpPr>
          <p:nvPr>
            <p:ph type="sldNum" sz="quarter" idx="10"/>
          </p:nvPr>
        </p:nvSpPr>
        <p:spPr>
          <a:ln/>
        </p:spPr>
        <p:txBody>
          <a:bodyPr/>
          <a:lstStyle>
            <a:lvl1pPr>
              <a:defRPr/>
            </a:lvl1pPr>
          </a:lstStyle>
          <a:p>
            <a:pPr>
              <a:defRPr/>
            </a:pPr>
            <a:fld id="{C1528CAA-8BE4-46E1-93AA-6E4772B53CBA}" type="slidenum">
              <a:rPr lang="en-US" altLang="zh-CN"/>
              <a:pPr>
                <a:defRPr/>
              </a:pPr>
              <a:t>‹#›</a:t>
            </a:fld>
            <a:endParaRPr lang="en-US" altLang="zh-CN"/>
          </a:p>
        </p:txBody>
      </p:sp>
    </p:spTree>
    <p:extLst>
      <p:ext uri="{BB962C8B-B14F-4D97-AF65-F5344CB8AC3E}">
        <p14:creationId xmlns:p14="http://schemas.microsoft.com/office/powerpoint/2010/main" val="4258041829"/>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3"/>
          <p:cNvSpPr>
            <a:spLocks noGrp="1" noChangeArrowheads="1"/>
          </p:cNvSpPr>
          <p:nvPr>
            <p:ph type="sldNum" sz="quarter" idx="10"/>
          </p:nvPr>
        </p:nvSpPr>
        <p:spPr>
          <a:ln/>
        </p:spPr>
        <p:txBody>
          <a:bodyPr/>
          <a:lstStyle>
            <a:lvl1pPr>
              <a:defRPr/>
            </a:lvl1pPr>
          </a:lstStyle>
          <a:p>
            <a:pPr>
              <a:defRPr/>
            </a:pPr>
            <a:fld id="{BC215D8D-A7E5-4C44-8276-4D9C4CFAE00E}" type="slidenum">
              <a:rPr lang="en-US" altLang="zh-CN"/>
              <a:pPr>
                <a:defRPr/>
              </a:pPr>
              <a:t>‹#›</a:t>
            </a:fld>
            <a:endParaRPr lang="en-US" altLang="zh-CN"/>
          </a:p>
        </p:txBody>
      </p:sp>
    </p:spTree>
    <p:extLst>
      <p:ext uri="{BB962C8B-B14F-4D97-AF65-F5344CB8AC3E}">
        <p14:creationId xmlns:p14="http://schemas.microsoft.com/office/powerpoint/2010/main" val="2458621108"/>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3"/>
          <p:cNvSpPr>
            <a:spLocks noGrp="1" noChangeArrowheads="1"/>
          </p:cNvSpPr>
          <p:nvPr>
            <p:ph type="sldNum" sz="quarter" idx="10"/>
          </p:nvPr>
        </p:nvSpPr>
        <p:spPr>
          <a:ln/>
        </p:spPr>
        <p:txBody>
          <a:bodyPr/>
          <a:lstStyle>
            <a:lvl1pPr>
              <a:defRPr/>
            </a:lvl1pPr>
          </a:lstStyle>
          <a:p>
            <a:pPr>
              <a:defRPr/>
            </a:pPr>
            <a:fld id="{BC491312-4604-4E58-8319-6E38FD6FBB56}" type="slidenum">
              <a:rPr lang="en-US" altLang="zh-CN"/>
              <a:pPr>
                <a:defRPr/>
              </a:pPr>
              <a:t>‹#›</a:t>
            </a:fld>
            <a:endParaRPr lang="en-US" altLang="zh-CN"/>
          </a:p>
        </p:txBody>
      </p:sp>
    </p:spTree>
    <p:extLst>
      <p:ext uri="{BB962C8B-B14F-4D97-AF65-F5344CB8AC3E}">
        <p14:creationId xmlns:p14="http://schemas.microsoft.com/office/powerpoint/2010/main" val="502619519"/>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3"/>
          <p:cNvSpPr>
            <a:spLocks noGrp="1" noChangeArrowheads="1"/>
          </p:cNvSpPr>
          <p:nvPr>
            <p:ph type="sldNum" sz="quarter" idx="10"/>
          </p:nvPr>
        </p:nvSpPr>
        <p:spPr>
          <a:ln/>
        </p:spPr>
        <p:txBody>
          <a:bodyPr/>
          <a:lstStyle>
            <a:lvl1pPr>
              <a:defRPr/>
            </a:lvl1pPr>
          </a:lstStyle>
          <a:p>
            <a:pPr>
              <a:defRPr/>
            </a:pPr>
            <a:fld id="{3DEDC48A-AC36-4DC7-9F8C-4BFF4C0342F9}" type="slidenum">
              <a:rPr lang="en-US" altLang="zh-CN"/>
              <a:pPr>
                <a:defRPr/>
              </a:pPr>
              <a:t>‹#›</a:t>
            </a:fld>
            <a:endParaRPr lang="en-US" altLang="zh-CN"/>
          </a:p>
        </p:txBody>
      </p:sp>
    </p:spTree>
    <p:extLst>
      <p:ext uri="{BB962C8B-B14F-4D97-AF65-F5344CB8AC3E}">
        <p14:creationId xmlns:p14="http://schemas.microsoft.com/office/powerpoint/2010/main" val="2450017545"/>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3"/>
          <p:cNvSpPr>
            <a:spLocks noGrp="1" noChangeArrowheads="1"/>
          </p:cNvSpPr>
          <p:nvPr>
            <p:ph type="sldNum" sz="quarter" idx="10"/>
          </p:nvPr>
        </p:nvSpPr>
        <p:spPr>
          <a:ln/>
        </p:spPr>
        <p:txBody>
          <a:bodyPr/>
          <a:lstStyle>
            <a:lvl1pPr>
              <a:defRPr/>
            </a:lvl1pPr>
          </a:lstStyle>
          <a:p>
            <a:pPr>
              <a:defRPr/>
            </a:pPr>
            <a:fld id="{E9AD5092-F570-4E83-87BB-25B42F38CCCC}" type="slidenum">
              <a:rPr lang="en-US" altLang="zh-CN"/>
              <a:pPr>
                <a:defRPr/>
              </a:pPr>
              <a:t>‹#›</a:t>
            </a:fld>
            <a:endParaRPr lang="en-US" altLang="zh-CN"/>
          </a:p>
        </p:txBody>
      </p:sp>
    </p:spTree>
    <p:extLst>
      <p:ext uri="{BB962C8B-B14F-4D97-AF65-F5344CB8AC3E}">
        <p14:creationId xmlns:p14="http://schemas.microsoft.com/office/powerpoint/2010/main" val="778187561"/>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3"/>
          <p:cNvSpPr>
            <a:spLocks noGrp="1" noChangeArrowheads="1"/>
          </p:cNvSpPr>
          <p:nvPr>
            <p:ph type="sldNum" sz="quarter" idx="10"/>
          </p:nvPr>
        </p:nvSpPr>
        <p:spPr>
          <a:ln/>
        </p:spPr>
        <p:txBody>
          <a:bodyPr/>
          <a:lstStyle>
            <a:lvl1pPr>
              <a:defRPr/>
            </a:lvl1pPr>
          </a:lstStyle>
          <a:p>
            <a:pPr>
              <a:defRPr/>
            </a:pPr>
            <a:fld id="{898160E3-5837-415F-9BBB-C137EFF1939D}" type="slidenum">
              <a:rPr lang="en-US" altLang="zh-CN"/>
              <a:pPr>
                <a:defRPr/>
              </a:pPr>
              <a:t>‹#›</a:t>
            </a:fld>
            <a:endParaRPr lang="en-US" altLang="zh-CN"/>
          </a:p>
        </p:txBody>
      </p:sp>
    </p:spTree>
    <p:extLst>
      <p:ext uri="{BB962C8B-B14F-4D97-AF65-F5344CB8AC3E}">
        <p14:creationId xmlns:p14="http://schemas.microsoft.com/office/powerpoint/2010/main" val="4162928620"/>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3"/>
          <p:cNvSpPr>
            <a:spLocks noGrp="1" noChangeArrowheads="1"/>
          </p:cNvSpPr>
          <p:nvPr>
            <p:ph type="sldNum" sz="quarter" idx="10"/>
          </p:nvPr>
        </p:nvSpPr>
        <p:spPr>
          <a:ln/>
        </p:spPr>
        <p:txBody>
          <a:bodyPr/>
          <a:lstStyle>
            <a:lvl1pPr>
              <a:defRPr/>
            </a:lvl1pPr>
          </a:lstStyle>
          <a:p>
            <a:pPr>
              <a:defRPr/>
            </a:pPr>
            <a:fld id="{AADD35B4-CD61-434F-B263-5E6E207B21CF}" type="slidenum">
              <a:rPr lang="en-US" altLang="zh-CN"/>
              <a:pPr>
                <a:defRPr/>
              </a:pPr>
              <a:t>‹#›</a:t>
            </a:fld>
            <a:endParaRPr lang="en-US" altLang="zh-CN"/>
          </a:p>
        </p:txBody>
      </p:sp>
    </p:spTree>
    <p:extLst>
      <p:ext uri="{BB962C8B-B14F-4D97-AF65-F5344CB8AC3E}">
        <p14:creationId xmlns:p14="http://schemas.microsoft.com/office/powerpoint/2010/main" val="1551963237"/>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152400"/>
            <a:ext cx="2286000" cy="64770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0" y="152400"/>
            <a:ext cx="6705600" cy="64770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3"/>
          <p:cNvSpPr>
            <a:spLocks noGrp="1" noChangeArrowheads="1"/>
          </p:cNvSpPr>
          <p:nvPr>
            <p:ph type="sldNum" sz="quarter" idx="10"/>
          </p:nvPr>
        </p:nvSpPr>
        <p:spPr>
          <a:ln/>
        </p:spPr>
        <p:txBody>
          <a:bodyPr/>
          <a:lstStyle>
            <a:lvl1pPr>
              <a:defRPr/>
            </a:lvl1pPr>
          </a:lstStyle>
          <a:p>
            <a:pPr>
              <a:defRPr/>
            </a:pPr>
            <a:fld id="{36E8452F-4105-48B6-93DB-6861893DE9BA}" type="slidenum">
              <a:rPr lang="en-US" altLang="zh-CN"/>
              <a:pPr>
                <a:defRPr/>
              </a:pPr>
              <a:t>‹#›</a:t>
            </a:fld>
            <a:endParaRPr lang="en-US" altLang="zh-CN"/>
          </a:p>
        </p:txBody>
      </p:sp>
    </p:spTree>
    <p:extLst>
      <p:ext uri="{BB962C8B-B14F-4D97-AF65-F5344CB8AC3E}">
        <p14:creationId xmlns:p14="http://schemas.microsoft.com/office/powerpoint/2010/main" val="2729761535"/>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3"/>
          <p:cNvPicPr>
            <a:picLocks noChangeAspect="1" noChangeArrowheads="1"/>
          </p:cNvPicPr>
          <p:nvPr/>
        </p:nvPicPr>
        <p:blipFill>
          <a:blip r:embed="rId13" cstate="print">
            <a:extLst>
              <a:ext uri="{28A0092B-C50C-407E-A947-70E740481C1C}">
                <a14:useLocalDpi xmlns:a14="http://schemas.microsoft.com/office/drawing/2010/main" val="0"/>
              </a:ext>
            </a:extLst>
          </a:blip>
          <a:srcRect l="22728" b="36090"/>
          <a:stretch>
            <a:fillRect/>
          </a:stretch>
        </p:blipFill>
        <p:spPr bwMode="auto">
          <a:xfrm>
            <a:off x="0" y="6048375"/>
            <a:ext cx="1295400" cy="809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27" name="Rectangle 9"/>
          <p:cNvSpPr>
            <a:spLocks noGrp="1" noChangeArrowheads="1"/>
          </p:cNvSpPr>
          <p:nvPr>
            <p:ph type="title"/>
          </p:nvPr>
        </p:nvSpPr>
        <p:spPr bwMode="auto">
          <a:xfrm>
            <a:off x="152400" y="152400"/>
            <a:ext cx="8853488" cy="838200"/>
          </a:xfrm>
          <a:prstGeom prst="rect">
            <a:avLst/>
          </a:prstGeom>
          <a:solidFill>
            <a:srgbClr val="99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zh-CN"/>
              <a:t>Click to edit Master title style</a:t>
            </a:r>
          </a:p>
        </p:txBody>
      </p:sp>
      <p:sp>
        <p:nvSpPr>
          <p:cNvPr id="1028" name="Rectangle 10"/>
          <p:cNvSpPr>
            <a:spLocks noGrp="1" noChangeArrowheads="1"/>
          </p:cNvSpPr>
          <p:nvPr>
            <p:ph type="body" idx="1"/>
          </p:nvPr>
        </p:nvSpPr>
        <p:spPr bwMode="auto">
          <a:xfrm>
            <a:off x="0" y="1066800"/>
            <a:ext cx="9144000" cy="556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p:txBody>
      </p:sp>
      <p:sp>
        <p:nvSpPr>
          <p:cNvPr id="18445" name="Rectangle 13"/>
          <p:cNvSpPr>
            <a:spLocks noGrp="1" noChangeArrowheads="1"/>
          </p:cNvSpPr>
          <p:nvPr>
            <p:ph type="sldNum" sz="quarter" idx="4"/>
          </p:nvPr>
        </p:nvSpPr>
        <p:spPr bwMode="auto">
          <a:xfrm>
            <a:off x="7772400" y="6400800"/>
            <a:ext cx="1371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spcBef>
                <a:spcPct val="0"/>
              </a:spcBef>
              <a:buClrTx/>
              <a:buSzTx/>
              <a:buFontTx/>
              <a:buNone/>
              <a:defRPr sz="1400">
                <a:latin typeface="Tahoma" pitchFamily="34" charset="0"/>
                <a:ea typeface="宋体" charset="-122"/>
              </a:defRPr>
            </a:lvl1pPr>
          </a:lstStyle>
          <a:p>
            <a:pPr>
              <a:defRPr/>
            </a:pPr>
            <a:fld id="{3C3F5D21-47BA-43E3-9A7C-87A4E15DF74F}"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973" r:id="rId1"/>
    <p:sldLayoutId id="2147483963" r:id="rId2"/>
    <p:sldLayoutId id="2147483964" r:id="rId3"/>
    <p:sldLayoutId id="2147483965" r:id="rId4"/>
    <p:sldLayoutId id="2147483966" r:id="rId5"/>
    <p:sldLayoutId id="2147483967" r:id="rId6"/>
    <p:sldLayoutId id="2147483968" r:id="rId7"/>
    <p:sldLayoutId id="2147483969" r:id="rId8"/>
    <p:sldLayoutId id="2147483970" r:id="rId9"/>
    <p:sldLayoutId id="2147483971" r:id="rId10"/>
    <p:sldLayoutId id="2147483972" r:id="rId11"/>
  </p:sldLayoutIdLst>
  <p:transition spd="med"/>
  <p:hf hdr="0" ftr="0" dt="0"/>
  <p:txStyles>
    <p:title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Verdana" pitchFamily="34" charset="0"/>
          <a:cs typeface="Times New Roman" pitchFamily="18" charset="0"/>
        </a:defRPr>
      </a:lvl2pPr>
      <a:lvl3pPr algn="ctr" rtl="0" eaLnBrk="0" fontAlgn="base" hangingPunct="0">
        <a:spcBef>
          <a:spcPct val="0"/>
        </a:spcBef>
        <a:spcAft>
          <a:spcPct val="0"/>
        </a:spcAft>
        <a:defRPr sz="4000" b="1">
          <a:solidFill>
            <a:schemeClr val="bg1"/>
          </a:solidFill>
          <a:latin typeface="Verdana" pitchFamily="34" charset="0"/>
          <a:cs typeface="Times New Roman" pitchFamily="18" charset="0"/>
        </a:defRPr>
      </a:lvl3pPr>
      <a:lvl4pPr algn="ctr" rtl="0" eaLnBrk="0" fontAlgn="base" hangingPunct="0">
        <a:spcBef>
          <a:spcPct val="0"/>
        </a:spcBef>
        <a:spcAft>
          <a:spcPct val="0"/>
        </a:spcAft>
        <a:defRPr sz="4000" b="1">
          <a:solidFill>
            <a:schemeClr val="bg1"/>
          </a:solidFill>
          <a:latin typeface="Verdana" pitchFamily="34" charset="0"/>
          <a:cs typeface="Times New Roman" pitchFamily="18" charset="0"/>
        </a:defRPr>
      </a:lvl4pPr>
      <a:lvl5pPr algn="ctr" rtl="0" eaLnBrk="0" fontAlgn="base" hangingPunct="0">
        <a:spcBef>
          <a:spcPct val="0"/>
        </a:spcBef>
        <a:spcAft>
          <a:spcPct val="0"/>
        </a:spcAft>
        <a:defRPr sz="4000" b="1">
          <a:solidFill>
            <a:schemeClr val="bg1"/>
          </a:solidFill>
          <a:latin typeface="Verdana" pitchFamily="34" charset="0"/>
          <a:cs typeface="Times New Roman" pitchFamily="18" charset="0"/>
        </a:defRPr>
      </a:lvl5pPr>
      <a:lvl6pPr marL="457200" algn="ctr" rtl="0" fontAlgn="base">
        <a:spcBef>
          <a:spcPct val="0"/>
        </a:spcBef>
        <a:spcAft>
          <a:spcPct val="0"/>
        </a:spcAft>
        <a:defRPr sz="4000" b="1">
          <a:solidFill>
            <a:schemeClr val="bg1"/>
          </a:solidFill>
          <a:latin typeface="Verdana" pitchFamily="34" charset="0"/>
          <a:cs typeface="Times New Roman" pitchFamily="18" charset="0"/>
        </a:defRPr>
      </a:lvl6pPr>
      <a:lvl7pPr marL="914400" algn="ctr" rtl="0" fontAlgn="base">
        <a:spcBef>
          <a:spcPct val="0"/>
        </a:spcBef>
        <a:spcAft>
          <a:spcPct val="0"/>
        </a:spcAft>
        <a:defRPr sz="4000" b="1">
          <a:solidFill>
            <a:schemeClr val="bg1"/>
          </a:solidFill>
          <a:latin typeface="Verdana" pitchFamily="34" charset="0"/>
          <a:cs typeface="Times New Roman" pitchFamily="18" charset="0"/>
        </a:defRPr>
      </a:lvl7pPr>
      <a:lvl8pPr marL="1371600" algn="ctr" rtl="0" fontAlgn="base">
        <a:spcBef>
          <a:spcPct val="0"/>
        </a:spcBef>
        <a:spcAft>
          <a:spcPct val="0"/>
        </a:spcAft>
        <a:defRPr sz="4000" b="1">
          <a:solidFill>
            <a:schemeClr val="bg1"/>
          </a:solidFill>
          <a:latin typeface="Verdana" pitchFamily="34" charset="0"/>
          <a:cs typeface="Times New Roman" pitchFamily="18" charset="0"/>
        </a:defRPr>
      </a:lvl8pPr>
      <a:lvl9pPr marL="1828800" algn="ctr" rtl="0" fontAlgn="base">
        <a:spcBef>
          <a:spcPct val="0"/>
        </a:spcBef>
        <a:spcAft>
          <a:spcPct val="0"/>
        </a:spcAft>
        <a:defRPr sz="4000" b="1">
          <a:solidFill>
            <a:schemeClr val="bg1"/>
          </a:solidFill>
          <a:latin typeface="Verdana" pitchFamily="34" charset="0"/>
          <a:cs typeface="Times New Roman" pitchFamily="18" charset="0"/>
        </a:defRPr>
      </a:lvl9pPr>
    </p:titleStyle>
    <p:bodyStyle>
      <a:lvl1pPr marL="233363" indent="-233363" algn="l" rtl="0" eaLnBrk="0" fontAlgn="base" hangingPunct="0">
        <a:spcBef>
          <a:spcPct val="20000"/>
        </a:spcBef>
        <a:spcAft>
          <a:spcPct val="0"/>
        </a:spcAft>
        <a:buClr>
          <a:srgbClr val="808080"/>
        </a:buClr>
        <a:buSzPct val="60000"/>
        <a:buFont typeface="Wingdings" pitchFamily="2" charset="2"/>
        <a:buChar char="n"/>
        <a:defRPr sz="2000">
          <a:solidFill>
            <a:schemeClr val="tx1"/>
          </a:solidFill>
          <a:latin typeface="+mn-lt"/>
          <a:ea typeface="+mn-ea"/>
          <a:cs typeface="+mn-cs"/>
        </a:defRPr>
      </a:lvl1pPr>
      <a:lvl2pPr marL="690563" indent="-233363" algn="l" rtl="0" eaLnBrk="0" fontAlgn="base" hangingPunct="0">
        <a:spcBef>
          <a:spcPct val="20000"/>
        </a:spcBef>
        <a:spcAft>
          <a:spcPct val="0"/>
        </a:spcAft>
        <a:buClr>
          <a:srgbClr val="800000"/>
        </a:buClr>
        <a:buSzPct val="55000"/>
        <a:buFont typeface="Wingdings" pitchFamily="2" charset="2"/>
        <a:buChar char="n"/>
        <a:defRPr>
          <a:solidFill>
            <a:schemeClr val="tx1"/>
          </a:solidFill>
          <a:latin typeface="+mn-lt"/>
          <a:cs typeface="+mn-cs"/>
        </a:defRPr>
      </a:lvl2pPr>
      <a:lvl3pPr marL="1084263" indent="-169863" algn="l" rtl="0" eaLnBrk="0" fontAlgn="base" hangingPunct="0">
        <a:spcBef>
          <a:spcPct val="20000"/>
        </a:spcBef>
        <a:spcAft>
          <a:spcPct val="0"/>
        </a:spcAft>
        <a:buClr>
          <a:schemeClr val="tx1"/>
        </a:buClr>
        <a:buSzPct val="50000"/>
        <a:buFont typeface="Wingdings" pitchFamily="2" charset="2"/>
        <a:buChar char="n"/>
        <a:defRPr sz="1600">
          <a:solidFill>
            <a:schemeClr val="tx1"/>
          </a:solidFill>
          <a:latin typeface="+mn-lt"/>
          <a:cs typeface="+mn-cs"/>
        </a:defRPr>
      </a:lvl3pPr>
      <a:lvl4pPr marL="1541463" indent="-169863" algn="l" rtl="0" eaLnBrk="0" fontAlgn="base" hangingPunct="0">
        <a:spcBef>
          <a:spcPct val="20000"/>
        </a:spcBef>
        <a:spcAft>
          <a:spcPct val="0"/>
        </a:spcAft>
        <a:buClr>
          <a:schemeClr val="tx1"/>
        </a:buClr>
        <a:buSzPct val="55000"/>
        <a:buFont typeface="Wingdings" pitchFamily="2" charset="2"/>
        <a:buChar char="n"/>
        <a:defRPr sz="1400">
          <a:solidFill>
            <a:schemeClr val="tx1"/>
          </a:solidFill>
          <a:latin typeface="+mn-lt"/>
          <a:cs typeface="+mn-cs"/>
        </a:defRPr>
      </a:lvl4pPr>
      <a:lvl5pPr marL="2057400" indent="-228600" algn="l" rtl="0" eaLnBrk="0" fontAlgn="base" hangingPunct="0">
        <a:spcBef>
          <a:spcPct val="20000"/>
        </a:spcBef>
        <a:spcAft>
          <a:spcPct val="0"/>
        </a:spcAft>
        <a:buClr>
          <a:srgbClr val="C0C0C0"/>
        </a:buClr>
        <a:buSzPct val="50000"/>
        <a:buFont typeface="Wingdings" pitchFamily="2" charset="2"/>
        <a:buChar char="n"/>
        <a:defRPr sz="1600">
          <a:solidFill>
            <a:schemeClr val="tx1"/>
          </a:solidFill>
          <a:latin typeface="+mn-lt"/>
          <a:cs typeface="+mn-cs"/>
        </a:defRPr>
      </a:lvl5pPr>
      <a:lvl6pPr marL="2514600" indent="-228600" algn="l" rtl="0" fontAlgn="base">
        <a:spcBef>
          <a:spcPct val="20000"/>
        </a:spcBef>
        <a:spcAft>
          <a:spcPct val="0"/>
        </a:spcAft>
        <a:buClr>
          <a:srgbClr val="C0C0C0"/>
        </a:buClr>
        <a:buSzPct val="50000"/>
        <a:buFont typeface="Wingdings" pitchFamily="2" charset="2"/>
        <a:buChar char="n"/>
        <a:defRPr sz="1600">
          <a:solidFill>
            <a:schemeClr val="tx1"/>
          </a:solidFill>
          <a:latin typeface="+mn-lt"/>
          <a:cs typeface="+mn-cs"/>
        </a:defRPr>
      </a:lvl6pPr>
      <a:lvl7pPr marL="2971800" indent="-228600" algn="l" rtl="0" fontAlgn="base">
        <a:spcBef>
          <a:spcPct val="20000"/>
        </a:spcBef>
        <a:spcAft>
          <a:spcPct val="0"/>
        </a:spcAft>
        <a:buClr>
          <a:srgbClr val="C0C0C0"/>
        </a:buClr>
        <a:buSzPct val="50000"/>
        <a:buFont typeface="Wingdings" pitchFamily="2" charset="2"/>
        <a:buChar char="n"/>
        <a:defRPr sz="1600">
          <a:solidFill>
            <a:schemeClr val="tx1"/>
          </a:solidFill>
          <a:latin typeface="+mn-lt"/>
          <a:cs typeface="+mn-cs"/>
        </a:defRPr>
      </a:lvl7pPr>
      <a:lvl8pPr marL="3429000" indent="-228600" algn="l" rtl="0" fontAlgn="base">
        <a:spcBef>
          <a:spcPct val="20000"/>
        </a:spcBef>
        <a:spcAft>
          <a:spcPct val="0"/>
        </a:spcAft>
        <a:buClr>
          <a:srgbClr val="C0C0C0"/>
        </a:buClr>
        <a:buSzPct val="50000"/>
        <a:buFont typeface="Wingdings" pitchFamily="2" charset="2"/>
        <a:buChar char="n"/>
        <a:defRPr sz="1600">
          <a:solidFill>
            <a:schemeClr val="tx1"/>
          </a:solidFill>
          <a:latin typeface="+mn-lt"/>
          <a:cs typeface="+mn-cs"/>
        </a:defRPr>
      </a:lvl8pPr>
      <a:lvl9pPr marL="3886200" indent="-228600" algn="l" rtl="0" fontAlgn="base">
        <a:spcBef>
          <a:spcPct val="20000"/>
        </a:spcBef>
        <a:spcAft>
          <a:spcPct val="0"/>
        </a:spcAft>
        <a:buClr>
          <a:srgbClr val="C0C0C0"/>
        </a:buClr>
        <a:buSzPct val="50000"/>
        <a:buFont typeface="Wingdings" pitchFamily="2" charset="2"/>
        <a:buChar char="n"/>
        <a:defRPr sz="1600">
          <a:solidFill>
            <a:schemeClr val="tx1"/>
          </a:solidFill>
          <a:latin typeface="+mn-lt"/>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37.jpg"/><Relationship Id="rId4" Type="http://schemas.openxmlformats.org/officeDocument/2006/relationships/image" Target="../media/image3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16"/>
          <p:cNvSpPr>
            <a:spLocks noGrp="1" noChangeArrowheads="1"/>
          </p:cNvSpPr>
          <p:nvPr>
            <p:ph type="sldNum" sz="quarter" idx="10"/>
          </p:nvPr>
        </p:nvSpPr>
        <p:spPr>
          <a:noFill/>
        </p:spPr>
        <p:txBody>
          <a:bodyPr/>
          <a:lstStyle>
            <a:lvl1pPr eaLnBrk="0" hangingPunct="0">
              <a:defRPr sz="2000">
                <a:solidFill>
                  <a:schemeClr val="tx1"/>
                </a:solidFill>
                <a:latin typeface="Verdana" pitchFamily="34" charset="0"/>
                <a:ea typeface="宋体" charset="-122"/>
              </a:defRPr>
            </a:lvl1pPr>
            <a:lvl2pPr marL="742950" indent="-285750" eaLnBrk="0" hangingPunct="0">
              <a:defRPr sz="2000">
                <a:solidFill>
                  <a:schemeClr val="tx1"/>
                </a:solidFill>
                <a:latin typeface="Verdana" pitchFamily="34" charset="0"/>
                <a:ea typeface="宋体" charset="-122"/>
              </a:defRPr>
            </a:lvl2pPr>
            <a:lvl3pPr marL="1143000" indent="-228600" eaLnBrk="0" hangingPunct="0">
              <a:defRPr sz="2000">
                <a:solidFill>
                  <a:schemeClr val="tx1"/>
                </a:solidFill>
                <a:latin typeface="Verdana" pitchFamily="34" charset="0"/>
                <a:ea typeface="宋体" charset="-122"/>
              </a:defRPr>
            </a:lvl3pPr>
            <a:lvl4pPr marL="1600200" indent="-228600" eaLnBrk="0" hangingPunct="0">
              <a:defRPr sz="2000">
                <a:solidFill>
                  <a:schemeClr val="tx1"/>
                </a:solidFill>
                <a:latin typeface="Verdana" pitchFamily="34" charset="0"/>
                <a:ea typeface="宋体" charset="-122"/>
              </a:defRPr>
            </a:lvl4pPr>
            <a:lvl5pPr marL="2057400" indent="-228600" eaLnBrk="0" hangingPunct="0">
              <a:defRPr sz="2000">
                <a:solidFill>
                  <a:schemeClr val="tx1"/>
                </a:solidFill>
                <a:latin typeface="Verdana" pitchFamily="34" charset="0"/>
                <a:ea typeface="宋体" charset="-122"/>
              </a:defRPr>
            </a:lvl5pPr>
            <a:lvl6pPr marL="2514600" indent="-228600" eaLnBrk="0" fontAlgn="base" hangingPunct="0">
              <a:spcBef>
                <a:spcPct val="0"/>
              </a:spcBef>
              <a:spcAft>
                <a:spcPct val="0"/>
              </a:spcAft>
              <a:defRPr sz="2000">
                <a:solidFill>
                  <a:schemeClr val="tx1"/>
                </a:solidFill>
                <a:latin typeface="Verdana" pitchFamily="34" charset="0"/>
                <a:ea typeface="宋体" charset="-122"/>
              </a:defRPr>
            </a:lvl6pPr>
            <a:lvl7pPr marL="2971800" indent="-228600" eaLnBrk="0" fontAlgn="base" hangingPunct="0">
              <a:spcBef>
                <a:spcPct val="0"/>
              </a:spcBef>
              <a:spcAft>
                <a:spcPct val="0"/>
              </a:spcAft>
              <a:defRPr sz="2000">
                <a:solidFill>
                  <a:schemeClr val="tx1"/>
                </a:solidFill>
                <a:latin typeface="Verdana" pitchFamily="34" charset="0"/>
                <a:ea typeface="宋体" charset="-122"/>
              </a:defRPr>
            </a:lvl7pPr>
            <a:lvl8pPr marL="3429000" indent="-228600" eaLnBrk="0" fontAlgn="base" hangingPunct="0">
              <a:spcBef>
                <a:spcPct val="0"/>
              </a:spcBef>
              <a:spcAft>
                <a:spcPct val="0"/>
              </a:spcAft>
              <a:defRPr sz="2000">
                <a:solidFill>
                  <a:schemeClr val="tx1"/>
                </a:solidFill>
                <a:latin typeface="Verdana" pitchFamily="34" charset="0"/>
                <a:ea typeface="宋体" charset="-122"/>
              </a:defRPr>
            </a:lvl8pPr>
            <a:lvl9pPr marL="3886200" indent="-228600" eaLnBrk="0" fontAlgn="base" hangingPunct="0">
              <a:spcBef>
                <a:spcPct val="0"/>
              </a:spcBef>
              <a:spcAft>
                <a:spcPct val="0"/>
              </a:spcAft>
              <a:defRPr sz="2000">
                <a:solidFill>
                  <a:schemeClr val="tx1"/>
                </a:solidFill>
                <a:latin typeface="Verdana" pitchFamily="34" charset="0"/>
                <a:ea typeface="宋体" charset="-122"/>
              </a:defRPr>
            </a:lvl9pPr>
          </a:lstStyle>
          <a:p>
            <a:pPr eaLnBrk="1" hangingPunct="1"/>
            <a:fld id="{A9B3BC93-BFCE-4A50-885D-9D843207DEA4}" type="slidenum">
              <a:rPr lang="en-US" altLang="zh-CN" sz="1400" smtClean="0">
                <a:solidFill>
                  <a:schemeClr val="bg1"/>
                </a:solidFill>
                <a:latin typeface="Tahoma" pitchFamily="34" charset="0"/>
              </a:rPr>
              <a:pPr eaLnBrk="1" hangingPunct="1"/>
              <a:t>1</a:t>
            </a:fld>
            <a:endParaRPr lang="en-US" altLang="zh-CN" sz="1400">
              <a:solidFill>
                <a:schemeClr val="bg1"/>
              </a:solidFill>
              <a:latin typeface="Tahoma" pitchFamily="34" charset="0"/>
            </a:endParaRPr>
          </a:p>
        </p:txBody>
      </p:sp>
      <p:sp>
        <p:nvSpPr>
          <p:cNvPr id="1227783" name="Rectangle 7"/>
          <p:cNvSpPr>
            <a:spLocks noGrp="1" noChangeArrowheads="1"/>
          </p:cNvSpPr>
          <p:nvPr>
            <p:ph type="title"/>
          </p:nvPr>
        </p:nvSpPr>
        <p:spPr/>
        <p:txBody>
          <a:bodyPr/>
          <a:lstStyle/>
          <a:p>
            <a:pPr eaLnBrk="1" hangingPunct="1">
              <a:defRPr/>
            </a:pPr>
            <a:r>
              <a:rPr lang="zh-CN" altLang="en-US" dirty="0">
                <a:ea typeface="宋体" charset="-122"/>
              </a:rPr>
              <a:t>基础编程练习</a:t>
            </a:r>
            <a:r>
              <a:rPr lang="en-US" altLang="zh-CN" dirty="0">
                <a:ea typeface="宋体" charset="-122"/>
              </a:rPr>
              <a:t>1——</a:t>
            </a:r>
            <a:r>
              <a:rPr lang="zh-CN" altLang="en-US" dirty="0">
                <a:ea typeface="宋体" charset="-122"/>
              </a:rPr>
              <a:t>循环与判断</a:t>
            </a:r>
            <a:endParaRPr lang="en-US" altLang="zh-CN" dirty="0">
              <a:ea typeface="宋体" charset="-122"/>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object 3"/>
          <p:cNvSpPr txBox="1">
            <a:spLocks noGrp="1"/>
          </p:cNvSpPr>
          <p:nvPr>
            <p:ph type="title"/>
          </p:nvPr>
        </p:nvSpPr>
        <p:spPr>
          <a:xfrm>
            <a:off x="152400" y="152400"/>
            <a:ext cx="8853488" cy="838200"/>
          </a:xfrm>
          <a:prstGeom prst="rect">
            <a:avLst/>
          </a:prstGeom>
        </p:spPr>
        <p:txBody>
          <a:bodyPr vert="horz" wrap="square" lIns="0" tIns="0" rIns="0" bIns="0" rtlCol="0">
            <a:noAutofit/>
          </a:bodyPr>
          <a:lstStyle/>
          <a:p>
            <a:pPr marL="12700">
              <a:lnSpc>
                <a:spcPct val="100000"/>
              </a:lnSpc>
            </a:pPr>
            <a:r>
              <a:rPr lang="zh-CN" altLang="en-US" sz="3600" dirty="0">
                <a:latin typeface="Microsoft JhengHei"/>
                <a:cs typeface="Microsoft JhengHei"/>
              </a:rPr>
              <a:t>第一类问题：循环计算</a:t>
            </a:r>
            <a:endParaRPr sz="3600" dirty="0">
              <a:latin typeface="Microsoft JhengHei"/>
              <a:cs typeface="Microsoft JhengHei"/>
            </a:endParaRPr>
          </a:p>
        </p:txBody>
      </p:sp>
      <p:sp>
        <p:nvSpPr>
          <p:cNvPr id="5" name="矩形 4"/>
          <p:cNvSpPr/>
          <p:nvPr/>
        </p:nvSpPr>
        <p:spPr>
          <a:xfrm>
            <a:off x="899592" y="1628800"/>
            <a:ext cx="7632848" cy="4401205"/>
          </a:xfrm>
          <a:prstGeom prst="rect">
            <a:avLst/>
          </a:prstGeom>
        </p:spPr>
        <p:txBody>
          <a:bodyPr wrap="square">
            <a:spAutoFit/>
          </a:bodyPr>
          <a:lstStyle/>
          <a:p>
            <a:r>
              <a:rPr lang="zh-CN" altLang="en-US" sz="2800" dirty="0"/>
              <a:t>编程思路和解决模式：</a:t>
            </a:r>
            <a:endParaRPr lang="en-US" altLang="zh-CN" sz="2800" dirty="0"/>
          </a:p>
          <a:p>
            <a:endParaRPr lang="en-US" altLang="zh-CN" sz="2800" dirty="0"/>
          </a:p>
          <a:p>
            <a:r>
              <a:rPr lang="en-US" altLang="zh-CN" sz="2800" dirty="0"/>
              <a:t>(</a:t>
            </a:r>
            <a:r>
              <a:rPr lang="zh-CN" altLang="en-US" sz="2800" dirty="0"/>
              <a:t>a</a:t>
            </a:r>
            <a:r>
              <a:rPr lang="en-US" altLang="zh-CN" sz="2800" dirty="0"/>
              <a:t>)</a:t>
            </a:r>
            <a:r>
              <a:rPr lang="zh-CN" altLang="en-US" sz="2800" dirty="0"/>
              <a:t>问题实例：</a:t>
            </a:r>
            <a:endParaRPr lang="en-US" altLang="zh-CN" sz="2800" dirty="0"/>
          </a:p>
          <a:p>
            <a:r>
              <a:rPr lang="en-US" altLang="zh-CN" sz="2800" dirty="0"/>
              <a:t>     </a:t>
            </a:r>
            <a:r>
              <a:rPr lang="zh-CN" altLang="en-US" sz="2800" dirty="0"/>
              <a:t>求N的阶乘；变换成累加，求偶数和，求闰年等等。</a:t>
            </a:r>
            <a:endParaRPr lang="en-US" altLang="zh-CN" sz="2800" dirty="0"/>
          </a:p>
          <a:p>
            <a:endParaRPr lang="zh-CN" altLang="en-US" sz="2800" dirty="0"/>
          </a:p>
          <a:p>
            <a:r>
              <a:rPr lang="zh-CN" altLang="en-US" sz="2800" dirty="0"/>
              <a:t>(b)思考模式：</a:t>
            </a:r>
            <a:endParaRPr lang="en-US" altLang="zh-CN" sz="2800" dirty="0"/>
          </a:p>
          <a:p>
            <a:r>
              <a:rPr lang="en-US" altLang="zh-CN" sz="2800" dirty="0"/>
              <a:t>    </a:t>
            </a:r>
            <a:r>
              <a:rPr lang="zh-CN" altLang="en-US" sz="2800" dirty="0"/>
              <a:t>设存储变量（单变量或者多变量），循环控制，单步计算，循环外输出；</a:t>
            </a:r>
            <a:endParaRPr lang="en-US" altLang="zh-CN" sz="2800" dirty="0"/>
          </a:p>
          <a:p>
            <a:endParaRPr lang="zh-CN" altLang="en-US" sz="2800" dirty="0"/>
          </a:p>
        </p:txBody>
      </p:sp>
    </p:spTree>
    <p:extLst>
      <p:ext uri="{BB962C8B-B14F-4D97-AF65-F5344CB8AC3E}">
        <p14:creationId xmlns:p14="http://schemas.microsoft.com/office/powerpoint/2010/main" val="3590543397"/>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内容占位符 2"/>
          <p:cNvSpPr>
            <a:spLocks noGrp="1"/>
          </p:cNvSpPr>
          <p:nvPr>
            <p:ph idx="1"/>
          </p:nvPr>
        </p:nvSpPr>
        <p:spPr>
          <a:xfrm>
            <a:off x="304800" y="1066800"/>
            <a:ext cx="8610600" cy="5562600"/>
          </a:xfrm>
        </p:spPr>
        <p:txBody>
          <a:bodyPr/>
          <a:lstStyle/>
          <a:p>
            <a:pPr marL="0" indent="0" eaLnBrk="1" hangingPunct="1">
              <a:buNone/>
            </a:pPr>
            <a:r>
              <a:rPr lang="en-US" altLang="zh-CN" sz="2400" dirty="0">
                <a:ea typeface="宋体" panose="02010600030101010101" pitchFamily="2" charset="-122"/>
              </a:rPr>
              <a:t>1. </a:t>
            </a:r>
            <a:r>
              <a:rPr lang="zh-CN" altLang="en-US" sz="2400" dirty="0">
                <a:ea typeface="宋体" panose="02010600030101010101" pitchFamily="2" charset="-122"/>
              </a:rPr>
              <a:t>打印乘法口诀表</a:t>
            </a:r>
            <a:endParaRPr lang="en-US" altLang="zh-CN" sz="2400" dirty="0">
              <a:ea typeface="宋体" panose="02010600030101010101" pitchFamily="2" charset="-122"/>
            </a:endParaRPr>
          </a:p>
          <a:p>
            <a:pPr lvl="1" eaLnBrk="1" hangingPunct="1"/>
            <a:r>
              <a:rPr lang="zh-CN" altLang="en-US" sz="2400" dirty="0">
                <a:ea typeface="宋体" panose="02010600030101010101" pitchFamily="2" charset="-122"/>
              </a:rPr>
              <a:t>内循环的循环次数要根据外循环控制变量值做相应调整</a:t>
            </a:r>
          </a:p>
          <a:p>
            <a:pPr lvl="1" eaLnBrk="1" hangingPunct="1"/>
            <a:r>
              <a:rPr lang="zh-CN" altLang="en-US" sz="2400" dirty="0">
                <a:ea typeface="宋体" panose="02010600030101010101" pitchFamily="2" charset="-122"/>
              </a:rPr>
              <a:t>关键是输出的排列</a:t>
            </a:r>
          </a:p>
          <a:p>
            <a:pPr eaLnBrk="1" hangingPunct="1">
              <a:buFontTx/>
              <a:buNone/>
            </a:pPr>
            <a:endParaRPr lang="en-US" altLang="zh-CN" sz="1400" dirty="0">
              <a:latin typeface="Courier New" panose="02070309020205020404" pitchFamily="49" charset="0"/>
              <a:ea typeface="宋体" panose="02010600030101010101" pitchFamily="2" charset="-122"/>
            </a:endParaRPr>
          </a:p>
          <a:p>
            <a:pPr eaLnBrk="1" hangingPunct="1">
              <a:buFontTx/>
              <a:buNone/>
            </a:pPr>
            <a:endParaRPr lang="en-US" altLang="zh-CN" sz="1400" dirty="0">
              <a:latin typeface="Courier New" panose="02070309020205020404" pitchFamily="49" charset="0"/>
              <a:ea typeface="宋体" panose="02010600030101010101" pitchFamily="2" charset="-122"/>
            </a:endParaRPr>
          </a:p>
          <a:p>
            <a:pPr eaLnBrk="1" hangingPunct="1">
              <a:buFontTx/>
              <a:buNone/>
            </a:pPr>
            <a:endParaRPr lang="en-US" altLang="zh-CN" sz="1400" dirty="0">
              <a:latin typeface="Courier New" panose="02070309020205020404" pitchFamily="49" charset="0"/>
              <a:ea typeface="宋体" panose="02010600030101010101" pitchFamily="2" charset="-122"/>
            </a:endParaRPr>
          </a:p>
          <a:p>
            <a:pPr eaLnBrk="1" hangingPunct="1">
              <a:buFontTx/>
              <a:buNone/>
            </a:pPr>
            <a:endParaRPr lang="en-US" altLang="zh-CN" sz="1400" dirty="0">
              <a:latin typeface="Courier New" panose="02070309020205020404" pitchFamily="49" charset="0"/>
              <a:ea typeface="宋体" panose="02010600030101010101" pitchFamily="2" charset="-122"/>
            </a:endParaRPr>
          </a:p>
          <a:p>
            <a:pPr eaLnBrk="1" hangingPunct="1">
              <a:buFontTx/>
              <a:buNone/>
            </a:pPr>
            <a:endParaRPr lang="en-US" altLang="zh-CN" sz="1400" dirty="0">
              <a:latin typeface="Courier New" panose="02070309020205020404" pitchFamily="49" charset="0"/>
              <a:ea typeface="宋体" panose="02010600030101010101" pitchFamily="2" charset="-122"/>
            </a:endParaRPr>
          </a:p>
          <a:p>
            <a:pPr eaLnBrk="1" hangingPunct="1">
              <a:buFontTx/>
              <a:buNone/>
            </a:pPr>
            <a:endParaRPr lang="zh-CN" altLang="en-US" dirty="0">
              <a:ea typeface="宋体" panose="02010600030101010101" pitchFamily="2" charset="-122"/>
            </a:endParaRPr>
          </a:p>
        </p:txBody>
      </p:sp>
      <p:sp>
        <p:nvSpPr>
          <p:cNvPr id="6" name="object 3"/>
          <p:cNvSpPr txBox="1">
            <a:spLocks noGrp="1"/>
          </p:cNvSpPr>
          <p:nvPr>
            <p:ph type="title"/>
          </p:nvPr>
        </p:nvSpPr>
        <p:spPr>
          <a:xfrm>
            <a:off x="152400" y="152400"/>
            <a:ext cx="8853488" cy="838200"/>
          </a:xfrm>
          <a:prstGeom prst="rect">
            <a:avLst/>
          </a:prstGeom>
        </p:spPr>
        <p:txBody>
          <a:bodyPr vert="horz" wrap="square" lIns="0" tIns="0" rIns="0" bIns="0" rtlCol="0">
            <a:noAutofit/>
          </a:bodyPr>
          <a:lstStyle/>
          <a:p>
            <a:pPr marL="12700">
              <a:lnSpc>
                <a:spcPct val="100000"/>
              </a:lnSpc>
            </a:pPr>
            <a:r>
              <a:rPr lang="zh-CN" altLang="en-US" sz="3600" dirty="0">
                <a:latin typeface="Microsoft JhengHei"/>
                <a:cs typeface="Microsoft JhengHei"/>
              </a:rPr>
              <a:t>第一类问题：循环计算</a:t>
            </a:r>
            <a:r>
              <a:rPr lang="en-US" altLang="zh-CN" sz="3600" dirty="0">
                <a:latin typeface="Microsoft JhengHei"/>
                <a:cs typeface="Microsoft JhengHei"/>
              </a:rPr>
              <a:t>—</a:t>
            </a:r>
            <a:r>
              <a:rPr lang="zh-CN" altLang="en-US" sz="3600" dirty="0">
                <a:latin typeface="Microsoft JhengHei"/>
                <a:cs typeface="Microsoft JhengHei"/>
              </a:rPr>
              <a:t>实时输出</a:t>
            </a:r>
            <a:endParaRPr sz="3600" dirty="0">
              <a:latin typeface="Microsoft JhengHei"/>
              <a:cs typeface="Microsoft JhengHei"/>
            </a:endParaRPr>
          </a:p>
        </p:txBody>
      </p:sp>
    </p:spTree>
    <p:extLst>
      <p:ext uri="{BB962C8B-B14F-4D97-AF65-F5344CB8AC3E}">
        <p14:creationId xmlns:p14="http://schemas.microsoft.com/office/powerpoint/2010/main" val="1988325866"/>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内容占位符 2"/>
          <p:cNvSpPr>
            <a:spLocks noGrp="1"/>
          </p:cNvSpPr>
          <p:nvPr>
            <p:ph idx="1"/>
          </p:nvPr>
        </p:nvSpPr>
        <p:spPr>
          <a:xfrm>
            <a:off x="304800" y="1066800"/>
            <a:ext cx="8610600" cy="5562600"/>
          </a:xfrm>
        </p:spPr>
        <p:txBody>
          <a:bodyPr/>
          <a:lstStyle/>
          <a:p>
            <a:pPr marL="0" indent="0" eaLnBrk="1" hangingPunct="1">
              <a:buNone/>
            </a:pPr>
            <a:r>
              <a:rPr lang="en-US" altLang="zh-CN" sz="2400" dirty="0">
                <a:ea typeface="宋体" panose="02010600030101010101" pitchFamily="2" charset="-122"/>
              </a:rPr>
              <a:t>1. </a:t>
            </a:r>
            <a:r>
              <a:rPr lang="zh-CN" altLang="en-US" sz="2400" dirty="0">
                <a:ea typeface="宋体" panose="02010600030101010101" pitchFamily="2" charset="-122"/>
              </a:rPr>
              <a:t>打印乘法口诀表</a:t>
            </a:r>
            <a:endParaRPr lang="en-US" altLang="zh-CN" sz="2400" dirty="0">
              <a:ea typeface="宋体" panose="02010600030101010101" pitchFamily="2" charset="-122"/>
            </a:endParaRPr>
          </a:p>
          <a:p>
            <a:pPr lvl="1" eaLnBrk="1" hangingPunct="1"/>
            <a:r>
              <a:rPr lang="zh-CN" altLang="en-US" sz="2400" dirty="0">
                <a:ea typeface="宋体" panose="02010600030101010101" pitchFamily="2" charset="-122"/>
              </a:rPr>
              <a:t>内循环的循环次数要根据外循环控制变量值做相应调整</a:t>
            </a:r>
          </a:p>
          <a:p>
            <a:pPr lvl="1" eaLnBrk="1" hangingPunct="1"/>
            <a:r>
              <a:rPr lang="zh-CN" altLang="en-US" sz="2400" dirty="0">
                <a:ea typeface="宋体" panose="02010600030101010101" pitchFamily="2" charset="-122"/>
              </a:rPr>
              <a:t>关键是输出的排列</a:t>
            </a:r>
          </a:p>
          <a:p>
            <a:pPr eaLnBrk="1" hangingPunct="1">
              <a:buFontTx/>
              <a:buNone/>
            </a:pPr>
            <a:endParaRPr lang="en-US" altLang="zh-CN" sz="1400" dirty="0">
              <a:latin typeface="Courier New" panose="02070309020205020404" pitchFamily="49" charset="0"/>
              <a:ea typeface="宋体" panose="02010600030101010101" pitchFamily="2" charset="-122"/>
            </a:endParaRPr>
          </a:p>
          <a:p>
            <a:pPr eaLnBrk="1" hangingPunct="1">
              <a:buFontTx/>
              <a:buNone/>
            </a:pPr>
            <a:endParaRPr lang="en-US" altLang="zh-CN" sz="1400" dirty="0">
              <a:latin typeface="Courier New" panose="02070309020205020404" pitchFamily="49" charset="0"/>
              <a:ea typeface="宋体" panose="02010600030101010101" pitchFamily="2" charset="-122"/>
            </a:endParaRPr>
          </a:p>
          <a:p>
            <a:pPr eaLnBrk="1" hangingPunct="1">
              <a:buFontTx/>
              <a:buNone/>
            </a:pPr>
            <a:endParaRPr lang="en-US" altLang="zh-CN" sz="1400" dirty="0">
              <a:latin typeface="Courier New" panose="02070309020205020404" pitchFamily="49" charset="0"/>
              <a:ea typeface="宋体" panose="02010600030101010101" pitchFamily="2" charset="-122"/>
            </a:endParaRPr>
          </a:p>
          <a:p>
            <a:pPr eaLnBrk="1" hangingPunct="1">
              <a:buFontTx/>
              <a:buNone/>
            </a:pPr>
            <a:endParaRPr lang="en-US" altLang="zh-CN" sz="1400" dirty="0">
              <a:latin typeface="Courier New" panose="02070309020205020404" pitchFamily="49" charset="0"/>
              <a:ea typeface="宋体" panose="02010600030101010101" pitchFamily="2" charset="-122"/>
            </a:endParaRPr>
          </a:p>
          <a:p>
            <a:pPr eaLnBrk="1" hangingPunct="1">
              <a:buFontTx/>
              <a:buNone/>
            </a:pPr>
            <a:endParaRPr lang="en-US" altLang="zh-CN" sz="1400" dirty="0">
              <a:latin typeface="Courier New" panose="02070309020205020404" pitchFamily="49" charset="0"/>
              <a:ea typeface="宋体" panose="02010600030101010101" pitchFamily="2" charset="-122"/>
            </a:endParaRPr>
          </a:p>
          <a:p>
            <a:pPr eaLnBrk="1" hangingPunct="1">
              <a:buFontTx/>
              <a:buNone/>
            </a:pPr>
            <a:endParaRPr lang="en-US" altLang="zh-CN" sz="1400" dirty="0">
              <a:latin typeface="Courier New" panose="02070309020205020404" pitchFamily="49" charset="0"/>
              <a:ea typeface="宋体" panose="02010600030101010101" pitchFamily="2" charset="-122"/>
            </a:endParaRPr>
          </a:p>
          <a:p>
            <a:pPr eaLnBrk="1" hangingPunct="1">
              <a:buFontTx/>
              <a:buNone/>
            </a:pPr>
            <a:endParaRPr lang="en-US" altLang="zh-CN" sz="1400" dirty="0">
              <a:latin typeface="Courier New" panose="02070309020205020404" pitchFamily="49" charset="0"/>
              <a:ea typeface="宋体" panose="02010600030101010101" pitchFamily="2" charset="-122"/>
            </a:endParaRPr>
          </a:p>
          <a:p>
            <a:pPr eaLnBrk="1" hangingPunct="1">
              <a:buFontTx/>
              <a:buAutoNum type="arabicPeriod"/>
            </a:pPr>
            <a:r>
              <a:rPr lang="en-US" altLang="zh-CN" sz="1400" dirty="0">
                <a:latin typeface="Courier New" panose="02070309020205020404" pitchFamily="49" charset="0"/>
                <a:ea typeface="宋体" panose="02010600030101010101" pitchFamily="2" charset="-122"/>
              </a:rPr>
              <a:t>1*1=1 </a:t>
            </a:r>
          </a:p>
          <a:p>
            <a:pPr eaLnBrk="1" hangingPunct="1">
              <a:buFontTx/>
              <a:buAutoNum type="arabicPeriod"/>
            </a:pPr>
            <a:r>
              <a:rPr lang="en-US" altLang="zh-CN" sz="1400" dirty="0">
                <a:latin typeface="Courier New" panose="02070309020205020404" pitchFamily="49" charset="0"/>
                <a:ea typeface="宋体" panose="02010600030101010101" pitchFamily="2" charset="-122"/>
              </a:rPr>
              <a:t>2*1=2 2*2=4 </a:t>
            </a:r>
          </a:p>
          <a:p>
            <a:pPr eaLnBrk="1" hangingPunct="1">
              <a:buFontTx/>
              <a:buAutoNum type="arabicPeriod"/>
            </a:pPr>
            <a:r>
              <a:rPr lang="en-US" altLang="zh-CN" sz="1400" dirty="0">
                <a:latin typeface="Courier New" panose="02070309020205020404" pitchFamily="49" charset="0"/>
                <a:ea typeface="宋体" panose="02010600030101010101" pitchFamily="2" charset="-122"/>
              </a:rPr>
              <a:t>3*1=3 3*2=6 3*3=9 </a:t>
            </a:r>
          </a:p>
          <a:p>
            <a:pPr eaLnBrk="1" hangingPunct="1">
              <a:buFontTx/>
              <a:buAutoNum type="arabicPeriod"/>
            </a:pPr>
            <a:r>
              <a:rPr lang="en-US" altLang="zh-CN" sz="1400" dirty="0">
                <a:latin typeface="Courier New" panose="02070309020205020404" pitchFamily="49" charset="0"/>
                <a:ea typeface="宋体" panose="02010600030101010101" pitchFamily="2" charset="-122"/>
              </a:rPr>
              <a:t>4*1=4 4*2=8 4*3=12 4*4=16 </a:t>
            </a:r>
          </a:p>
          <a:p>
            <a:pPr eaLnBrk="1" hangingPunct="1">
              <a:buFontTx/>
              <a:buAutoNum type="arabicPeriod"/>
            </a:pPr>
            <a:r>
              <a:rPr lang="en-US" altLang="zh-CN" sz="1400" dirty="0">
                <a:latin typeface="Courier New" panose="02070309020205020404" pitchFamily="49" charset="0"/>
                <a:ea typeface="宋体" panose="02010600030101010101" pitchFamily="2" charset="-122"/>
              </a:rPr>
              <a:t>5*1=5 5*2=10 5*3=15 5*4=20 5*5=25 </a:t>
            </a:r>
          </a:p>
          <a:p>
            <a:pPr eaLnBrk="1" hangingPunct="1">
              <a:buFontTx/>
              <a:buAutoNum type="arabicPeriod"/>
            </a:pPr>
            <a:r>
              <a:rPr lang="en-US" altLang="zh-CN" sz="1400" dirty="0">
                <a:latin typeface="Courier New" panose="02070309020205020404" pitchFamily="49" charset="0"/>
                <a:ea typeface="宋体" panose="02010600030101010101" pitchFamily="2" charset="-122"/>
              </a:rPr>
              <a:t>6*1=6 6*2=12 6*3=18 6*4=24 6*5=30 6*6=36 </a:t>
            </a:r>
          </a:p>
          <a:p>
            <a:pPr eaLnBrk="1" hangingPunct="1">
              <a:buFontTx/>
              <a:buAutoNum type="arabicPeriod"/>
            </a:pPr>
            <a:r>
              <a:rPr lang="en-US" altLang="zh-CN" sz="1400" dirty="0">
                <a:latin typeface="Courier New" panose="02070309020205020404" pitchFamily="49" charset="0"/>
                <a:ea typeface="宋体" panose="02010600030101010101" pitchFamily="2" charset="-122"/>
              </a:rPr>
              <a:t>7*1=7 7*2=14 7*3=21 7*4=28 7*5=35 7*6=42 7*7=49 </a:t>
            </a:r>
          </a:p>
          <a:p>
            <a:pPr eaLnBrk="1" hangingPunct="1">
              <a:buFontTx/>
              <a:buAutoNum type="arabicPeriod"/>
            </a:pPr>
            <a:r>
              <a:rPr lang="en-US" altLang="zh-CN" sz="1400" dirty="0">
                <a:latin typeface="Courier New" panose="02070309020205020404" pitchFamily="49" charset="0"/>
                <a:ea typeface="宋体" panose="02010600030101010101" pitchFamily="2" charset="-122"/>
              </a:rPr>
              <a:t>8*1=8 8*2=16 8*3=24 8*4=32 8*5=40 8*6=48 8*7=56 8*8=64 </a:t>
            </a:r>
          </a:p>
          <a:p>
            <a:pPr eaLnBrk="1" hangingPunct="1">
              <a:buFontTx/>
              <a:buAutoNum type="arabicPeriod"/>
            </a:pPr>
            <a:r>
              <a:rPr lang="en-US" altLang="zh-CN" sz="1400" dirty="0">
                <a:latin typeface="Courier New" panose="02070309020205020404" pitchFamily="49" charset="0"/>
                <a:ea typeface="宋体" panose="02010600030101010101" pitchFamily="2" charset="-122"/>
              </a:rPr>
              <a:t>9*1=9 9*2=18 9*3=27 9*4=36 9*5=45 9*6=54 9*7=63 9*8=72 9*9=81 </a:t>
            </a:r>
            <a:endParaRPr lang="zh-CN" altLang="en-US" dirty="0">
              <a:ea typeface="宋体" panose="02010600030101010101" pitchFamily="2" charset="-122"/>
            </a:endParaRPr>
          </a:p>
        </p:txBody>
      </p:sp>
      <p:pic>
        <p:nvPicPr>
          <p:cNvPr id="2" name="图片 1"/>
          <p:cNvPicPr>
            <a:picLocks noChangeAspect="1"/>
          </p:cNvPicPr>
          <p:nvPr/>
        </p:nvPicPr>
        <p:blipFill>
          <a:blip r:embed="rId3"/>
          <a:stretch>
            <a:fillRect/>
          </a:stretch>
        </p:blipFill>
        <p:spPr>
          <a:xfrm>
            <a:off x="899592" y="2492896"/>
            <a:ext cx="6874725" cy="1440160"/>
          </a:xfrm>
          <a:prstGeom prst="rect">
            <a:avLst/>
          </a:prstGeom>
        </p:spPr>
      </p:pic>
      <p:sp>
        <p:nvSpPr>
          <p:cNvPr id="6" name="object 3"/>
          <p:cNvSpPr txBox="1">
            <a:spLocks noGrp="1"/>
          </p:cNvSpPr>
          <p:nvPr>
            <p:ph type="title"/>
          </p:nvPr>
        </p:nvSpPr>
        <p:spPr>
          <a:xfrm>
            <a:off x="152400" y="152400"/>
            <a:ext cx="8853488" cy="838200"/>
          </a:xfrm>
          <a:prstGeom prst="rect">
            <a:avLst/>
          </a:prstGeom>
        </p:spPr>
        <p:txBody>
          <a:bodyPr vert="horz" wrap="square" lIns="0" tIns="0" rIns="0" bIns="0" rtlCol="0">
            <a:noAutofit/>
          </a:bodyPr>
          <a:lstStyle/>
          <a:p>
            <a:pPr marL="12700">
              <a:lnSpc>
                <a:spcPct val="100000"/>
              </a:lnSpc>
            </a:pPr>
            <a:r>
              <a:rPr lang="zh-CN" altLang="en-US" sz="3600" dirty="0">
                <a:latin typeface="Microsoft JhengHei"/>
                <a:cs typeface="Microsoft JhengHei"/>
              </a:rPr>
              <a:t>第一类问题：循环计算</a:t>
            </a:r>
            <a:r>
              <a:rPr lang="en-US" altLang="zh-CN" sz="3600" dirty="0">
                <a:latin typeface="Microsoft JhengHei"/>
                <a:cs typeface="Microsoft JhengHei"/>
              </a:rPr>
              <a:t>—</a:t>
            </a:r>
            <a:r>
              <a:rPr lang="zh-CN" altLang="en-US" sz="3600" dirty="0">
                <a:latin typeface="Microsoft JhengHei"/>
                <a:cs typeface="Microsoft JhengHei"/>
              </a:rPr>
              <a:t>实时输出</a:t>
            </a:r>
            <a:endParaRPr sz="3600" dirty="0">
              <a:latin typeface="Microsoft JhengHei"/>
              <a:cs typeface="Microsoft JhengHei"/>
            </a:endParaRPr>
          </a:p>
        </p:txBody>
      </p:sp>
    </p:spTree>
    <p:extLst>
      <p:ext uri="{BB962C8B-B14F-4D97-AF65-F5344CB8AC3E}">
        <p14:creationId xmlns:p14="http://schemas.microsoft.com/office/powerpoint/2010/main" val="1680398845"/>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object 3"/>
          <p:cNvSpPr txBox="1">
            <a:spLocks noGrp="1"/>
          </p:cNvSpPr>
          <p:nvPr>
            <p:ph type="title"/>
          </p:nvPr>
        </p:nvSpPr>
        <p:spPr>
          <a:xfrm>
            <a:off x="152400" y="152400"/>
            <a:ext cx="8853488" cy="838200"/>
          </a:xfrm>
          <a:prstGeom prst="rect">
            <a:avLst/>
          </a:prstGeom>
        </p:spPr>
        <p:txBody>
          <a:bodyPr vert="horz" wrap="square" lIns="0" tIns="0" rIns="0" bIns="0" rtlCol="0">
            <a:noAutofit/>
          </a:bodyPr>
          <a:lstStyle/>
          <a:p>
            <a:pPr marL="12700">
              <a:lnSpc>
                <a:spcPct val="100000"/>
              </a:lnSpc>
            </a:pPr>
            <a:r>
              <a:rPr lang="zh-CN" altLang="en-US" sz="3600" dirty="0">
                <a:latin typeface="Microsoft JhengHei"/>
                <a:cs typeface="Microsoft JhengHei"/>
              </a:rPr>
              <a:t>第一类问题：循环计算</a:t>
            </a:r>
            <a:r>
              <a:rPr lang="en-US" altLang="zh-CN" sz="3600" dirty="0">
                <a:latin typeface="Microsoft JhengHei"/>
                <a:cs typeface="Microsoft JhengHei"/>
              </a:rPr>
              <a:t>—</a:t>
            </a:r>
            <a:r>
              <a:rPr lang="zh-CN" altLang="en-US" sz="3600" dirty="0">
                <a:latin typeface="Microsoft JhengHei"/>
                <a:cs typeface="Microsoft JhengHei"/>
              </a:rPr>
              <a:t>单变量累计</a:t>
            </a:r>
            <a:endParaRPr sz="3600" dirty="0">
              <a:latin typeface="Microsoft JhengHei"/>
              <a:cs typeface="Microsoft JhengHei"/>
            </a:endParaRPr>
          </a:p>
        </p:txBody>
      </p:sp>
      <p:sp>
        <p:nvSpPr>
          <p:cNvPr id="2" name="矩形 1"/>
          <p:cNvSpPr/>
          <p:nvPr/>
        </p:nvSpPr>
        <p:spPr>
          <a:xfrm>
            <a:off x="264672" y="1052736"/>
            <a:ext cx="8627808" cy="1200329"/>
          </a:xfrm>
          <a:prstGeom prst="rect">
            <a:avLst/>
          </a:prstGeom>
        </p:spPr>
        <p:txBody>
          <a:bodyPr wrap="square">
            <a:spAutoFit/>
          </a:bodyPr>
          <a:lstStyle/>
          <a:p>
            <a:pPr latinLnBrk="0"/>
            <a:r>
              <a:rPr lang="en-US" altLang="zh-CN" sz="2400" dirty="0"/>
              <a:t>2. </a:t>
            </a:r>
            <a:r>
              <a:rPr lang="zh-CN" altLang="en-US" sz="2400" dirty="0"/>
              <a:t>求</a:t>
            </a:r>
            <a:r>
              <a:rPr lang="en-US" altLang="zh-CN" sz="2400" dirty="0"/>
              <a:t>s=</a:t>
            </a:r>
            <a:r>
              <a:rPr lang="en-US" altLang="zh-CN" sz="2400" dirty="0" err="1"/>
              <a:t>a+aa+aaa+aaaa+aa</a:t>
            </a:r>
            <a:r>
              <a:rPr lang="en-US" altLang="zh-CN" sz="2400" dirty="0"/>
              <a:t>...a</a:t>
            </a:r>
            <a:r>
              <a:rPr lang="zh-CN" altLang="en-US" sz="2400" dirty="0"/>
              <a:t>的值，其中</a:t>
            </a:r>
            <a:r>
              <a:rPr lang="en-US" altLang="zh-CN" sz="2400" dirty="0"/>
              <a:t>a</a:t>
            </a:r>
            <a:r>
              <a:rPr lang="zh-CN" altLang="en-US" sz="2400" dirty="0"/>
              <a:t>是一个数字。</a:t>
            </a:r>
            <a:endParaRPr lang="en-US" altLang="zh-CN" sz="2400" dirty="0"/>
          </a:p>
          <a:p>
            <a:pPr latinLnBrk="0"/>
            <a:r>
              <a:rPr lang="zh-CN" altLang="en-US" sz="2400" dirty="0"/>
              <a:t>例如</a:t>
            </a:r>
            <a:r>
              <a:rPr lang="en-US" altLang="zh-CN" sz="2400" dirty="0"/>
              <a:t>2+22+222+2222+22222(</a:t>
            </a:r>
            <a:r>
              <a:rPr lang="zh-CN" altLang="en-US" sz="2400" dirty="0"/>
              <a:t>此时共有</a:t>
            </a:r>
            <a:r>
              <a:rPr lang="en-US" altLang="zh-CN" sz="2400" dirty="0"/>
              <a:t>5</a:t>
            </a:r>
            <a:r>
              <a:rPr lang="zh-CN" altLang="en-US" sz="2400" dirty="0"/>
              <a:t>个数相加</a:t>
            </a:r>
            <a:r>
              <a:rPr lang="en-US" altLang="zh-CN" sz="2400" dirty="0"/>
              <a:t>)</a:t>
            </a:r>
            <a:r>
              <a:rPr lang="zh-CN" altLang="en-US" sz="2400" dirty="0"/>
              <a:t>，几个数相加有键盘控制。</a:t>
            </a:r>
          </a:p>
        </p:txBody>
      </p:sp>
    </p:spTree>
    <p:extLst>
      <p:ext uri="{BB962C8B-B14F-4D97-AF65-F5344CB8AC3E}">
        <p14:creationId xmlns:p14="http://schemas.microsoft.com/office/powerpoint/2010/main" val="917002973"/>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object 3"/>
          <p:cNvSpPr txBox="1">
            <a:spLocks noGrp="1"/>
          </p:cNvSpPr>
          <p:nvPr>
            <p:ph type="title"/>
          </p:nvPr>
        </p:nvSpPr>
        <p:spPr>
          <a:xfrm>
            <a:off x="152400" y="152400"/>
            <a:ext cx="8853488" cy="838200"/>
          </a:xfrm>
          <a:prstGeom prst="rect">
            <a:avLst/>
          </a:prstGeom>
        </p:spPr>
        <p:txBody>
          <a:bodyPr vert="horz" wrap="square" lIns="0" tIns="0" rIns="0" bIns="0" rtlCol="0">
            <a:noAutofit/>
          </a:bodyPr>
          <a:lstStyle/>
          <a:p>
            <a:pPr marL="12700">
              <a:lnSpc>
                <a:spcPct val="100000"/>
              </a:lnSpc>
            </a:pPr>
            <a:r>
              <a:rPr lang="zh-CN" altLang="en-US" sz="3600" dirty="0">
                <a:latin typeface="Microsoft JhengHei"/>
                <a:cs typeface="Microsoft JhengHei"/>
              </a:rPr>
              <a:t>第一类问题：循环计算</a:t>
            </a:r>
            <a:r>
              <a:rPr lang="en-US" altLang="zh-CN" sz="3600" dirty="0">
                <a:latin typeface="Microsoft JhengHei"/>
                <a:cs typeface="Microsoft JhengHei"/>
              </a:rPr>
              <a:t>—</a:t>
            </a:r>
            <a:r>
              <a:rPr lang="zh-CN" altLang="en-US" sz="3600" dirty="0">
                <a:latin typeface="Microsoft JhengHei"/>
                <a:cs typeface="Microsoft JhengHei"/>
              </a:rPr>
              <a:t>单变量累计</a:t>
            </a:r>
            <a:endParaRPr sz="3600" dirty="0">
              <a:latin typeface="Microsoft JhengHei"/>
              <a:cs typeface="Microsoft JhengHei"/>
            </a:endParaRPr>
          </a:p>
        </p:txBody>
      </p:sp>
      <p:sp>
        <p:nvSpPr>
          <p:cNvPr id="2" name="矩形 1"/>
          <p:cNvSpPr/>
          <p:nvPr/>
        </p:nvSpPr>
        <p:spPr>
          <a:xfrm>
            <a:off x="264672" y="1052736"/>
            <a:ext cx="8627808" cy="1200329"/>
          </a:xfrm>
          <a:prstGeom prst="rect">
            <a:avLst/>
          </a:prstGeom>
        </p:spPr>
        <p:txBody>
          <a:bodyPr wrap="square">
            <a:spAutoFit/>
          </a:bodyPr>
          <a:lstStyle/>
          <a:p>
            <a:pPr latinLnBrk="0"/>
            <a:r>
              <a:rPr lang="en-US" altLang="zh-CN" sz="2400" dirty="0"/>
              <a:t>2. </a:t>
            </a:r>
            <a:r>
              <a:rPr lang="zh-CN" altLang="en-US" sz="2400" dirty="0"/>
              <a:t>求</a:t>
            </a:r>
            <a:r>
              <a:rPr lang="en-US" altLang="zh-CN" sz="2400" dirty="0"/>
              <a:t>s=</a:t>
            </a:r>
            <a:r>
              <a:rPr lang="en-US" altLang="zh-CN" sz="2400" dirty="0" err="1"/>
              <a:t>a+aa+aaa+aaaa+aa</a:t>
            </a:r>
            <a:r>
              <a:rPr lang="en-US" altLang="zh-CN" sz="2400" dirty="0"/>
              <a:t>...a</a:t>
            </a:r>
            <a:r>
              <a:rPr lang="zh-CN" altLang="en-US" sz="2400" dirty="0"/>
              <a:t>的值，其中</a:t>
            </a:r>
            <a:r>
              <a:rPr lang="en-US" altLang="zh-CN" sz="2400" dirty="0"/>
              <a:t>a</a:t>
            </a:r>
            <a:r>
              <a:rPr lang="zh-CN" altLang="en-US" sz="2400" dirty="0"/>
              <a:t>是一个数字。</a:t>
            </a:r>
            <a:endParaRPr lang="en-US" altLang="zh-CN" sz="2400" dirty="0"/>
          </a:p>
          <a:p>
            <a:pPr latinLnBrk="0"/>
            <a:r>
              <a:rPr lang="zh-CN" altLang="en-US" sz="2400" dirty="0"/>
              <a:t>例如</a:t>
            </a:r>
            <a:r>
              <a:rPr lang="en-US" altLang="zh-CN" sz="2400" dirty="0"/>
              <a:t>2+22+222+2222+22222(</a:t>
            </a:r>
            <a:r>
              <a:rPr lang="zh-CN" altLang="en-US" sz="2400" dirty="0"/>
              <a:t>此时共有</a:t>
            </a:r>
            <a:r>
              <a:rPr lang="en-US" altLang="zh-CN" sz="2400" dirty="0"/>
              <a:t>5</a:t>
            </a:r>
            <a:r>
              <a:rPr lang="zh-CN" altLang="en-US" sz="2400" dirty="0"/>
              <a:t>个数相加</a:t>
            </a:r>
            <a:r>
              <a:rPr lang="en-US" altLang="zh-CN" sz="2400" dirty="0"/>
              <a:t>)</a:t>
            </a:r>
            <a:r>
              <a:rPr lang="zh-CN" altLang="en-US" sz="2400" dirty="0"/>
              <a:t>，几个数相加有键盘控制。</a:t>
            </a:r>
          </a:p>
        </p:txBody>
      </p:sp>
      <p:sp>
        <p:nvSpPr>
          <p:cNvPr id="10" name="矩形 9"/>
          <p:cNvSpPr/>
          <p:nvPr/>
        </p:nvSpPr>
        <p:spPr>
          <a:xfrm>
            <a:off x="7007669" y="4541058"/>
            <a:ext cx="1884811" cy="400110"/>
          </a:xfrm>
          <a:prstGeom prst="rect">
            <a:avLst/>
          </a:prstGeom>
        </p:spPr>
        <p:txBody>
          <a:bodyPr wrap="none">
            <a:spAutoFit/>
          </a:bodyPr>
          <a:lstStyle/>
          <a:p>
            <a:r>
              <a:rPr lang="en-US" altLang="zh-CN" dirty="0">
                <a:solidFill>
                  <a:srgbClr val="C00000"/>
                </a:solidFill>
              </a:rPr>
              <a:t>5_str_aaa</a:t>
            </a:r>
            <a:r>
              <a:rPr lang="zh-CN" altLang="en-US" dirty="0">
                <a:solidFill>
                  <a:srgbClr val="C00000"/>
                </a:solidFill>
              </a:rPr>
              <a:t>.py</a:t>
            </a:r>
          </a:p>
        </p:txBody>
      </p:sp>
      <p:pic>
        <p:nvPicPr>
          <p:cNvPr id="5" name="图片 4"/>
          <p:cNvPicPr>
            <a:picLocks noChangeAspect="1"/>
          </p:cNvPicPr>
          <p:nvPr/>
        </p:nvPicPr>
        <p:blipFill>
          <a:blip r:embed="rId2"/>
          <a:stretch>
            <a:fillRect/>
          </a:stretch>
        </p:blipFill>
        <p:spPr>
          <a:xfrm>
            <a:off x="5076056" y="2386642"/>
            <a:ext cx="3677827" cy="2050470"/>
          </a:xfrm>
          <a:prstGeom prst="rect">
            <a:avLst/>
          </a:prstGeom>
        </p:spPr>
      </p:pic>
      <p:pic>
        <p:nvPicPr>
          <p:cNvPr id="8" name="图片 7"/>
          <p:cNvPicPr>
            <a:picLocks noChangeAspect="1"/>
          </p:cNvPicPr>
          <p:nvPr/>
        </p:nvPicPr>
        <p:blipFill>
          <a:blip r:embed="rId3"/>
          <a:stretch>
            <a:fillRect/>
          </a:stretch>
        </p:blipFill>
        <p:spPr>
          <a:xfrm>
            <a:off x="539552" y="2441491"/>
            <a:ext cx="3456384" cy="2643693"/>
          </a:xfrm>
          <a:prstGeom prst="rect">
            <a:avLst/>
          </a:prstGeom>
        </p:spPr>
      </p:pic>
      <p:sp>
        <p:nvSpPr>
          <p:cNvPr id="11" name="矩形 10"/>
          <p:cNvSpPr/>
          <p:nvPr/>
        </p:nvSpPr>
        <p:spPr>
          <a:xfrm>
            <a:off x="382933" y="5373216"/>
            <a:ext cx="1899238" cy="400110"/>
          </a:xfrm>
          <a:prstGeom prst="rect">
            <a:avLst/>
          </a:prstGeom>
        </p:spPr>
        <p:txBody>
          <a:bodyPr wrap="none">
            <a:spAutoFit/>
          </a:bodyPr>
          <a:lstStyle/>
          <a:p>
            <a:r>
              <a:rPr lang="en-US" altLang="zh-CN" dirty="0">
                <a:solidFill>
                  <a:srgbClr val="C00000"/>
                </a:solidFill>
              </a:rPr>
              <a:t>5_cal_aaa</a:t>
            </a:r>
            <a:r>
              <a:rPr lang="zh-CN" altLang="en-US" dirty="0">
                <a:solidFill>
                  <a:srgbClr val="C00000"/>
                </a:solidFill>
              </a:rPr>
              <a:t>.py</a:t>
            </a:r>
          </a:p>
        </p:txBody>
      </p:sp>
    </p:spTree>
    <p:extLst>
      <p:ext uri="{BB962C8B-B14F-4D97-AF65-F5344CB8AC3E}">
        <p14:creationId xmlns:p14="http://schemas.microsoft.com/office/powerpoint/2010/main" val="2034467902"/>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object 3"/>
          <p:cNvSpPr txBox="1">
            <a:spLocks noGrp="1"/>
          </p:cNvSpPr>
          <p:nvPr>
            <p:ph type="title"/>
          </p:nvPr>
        </p:nvSpPr>
        <p:spPr>
          <a:xfrm>
            <a:off x="152400" y="152400"/>
            <a:ext cx="8853488" cy="838200"/>
          </a:xfrm>
          <a:prstGeom prst="rect">
            <a:avLst/>
          </a:prstGeom>
        </p:spPr>
        <p:txBody>
          <a:bodyPr vert="horz" wrap="square" lIns="0" tIns="0" rIns="0" bIns="0" rtlCol="0">
            <a:noAutofit/>
          </a:bodyPr>
          <a:lstStyle/>
          <a:p>
            <a:pPr marL="12700">
              <a:lnSpc>
                <a:spcPct val="100000"/>
              </a:lnSpc>
            </a:pPr>
            <a:r>
              <a:rPr lang="zh-CN" altLang="en-US" dirty="0">
                <a:latin typeface="Microsoft JhengHei"/>
                <a:cs typeface="Microsoft JhengHei"/>
              </a:rPr>
              <a:t>第二类问题：循环判断</a:t>
            </a:r>
            <a:r>
              <a:rPr lang="en-US" altLang="zh-CN" dirty="0">
                <a:latin typeface="Microsoft JhengHei"/>
                <a:cs typeface="Microsoft JhengHei"/>
              </a:rPr>
              <a:t>—If</a:t>
            </a:r>
            <a:r>
              <a:rPr lang="zh-CN" altLang="en-US" dirty="0">
                <a:latin typeface="Microsoft JhengHei"/>
                <a:cs typeface="Microsoft JhengHei"/>
              </a:rPr>
              <a:t>语句</a:t>
            </a:r>
            <a:endParaRPr sz="4000" dirty="0">
              <a:latin typeface="Microsoft JhengHei"/>
              <a:cs typeface="Microsoft JhengHei"/>
            </a:endParaRPr>
          </a:p>
        </p:txBody>
      </p:sp>
      <p:sp>
        <p:nvSpPr>
          <p:cNvPr id="2" name="矩形 1"/>
          <p:cNvSpPr/>
          <p:nvPr/>
        </p:nvSpPr>
        <p:spPr>
          <a:xfrm>
            <a:off x="157590" y="1196752"/>
            <a:ext cx="8446858" cy="461665"/>
          </a:xfrm>
          <a:prstGeom prst="rect">
            <a:avLst/>
          </a:prstGeom>
        </p:spPr>
        <p:txBody>
          <a:bodyPr wrap="square">
            <a:spAutoFit/>
          </a:bodyPr>
          <a:lstStyle/>
          <a:p>
            <a:r>
              <a:rPr lang="en-US" altLang="zh-CN" sz="2400" dirty="0"/>
              <a:t>3</a:t>
            </a:r>
            <a:r>
              <a:rPr lang="zh-CN" altLang="en-US" sz="2400" dirty="0"/>
              <a:t>. 判断10</a:t>
            </a:r>
            <a:r>
              <a:rPr lang="en-US" altLang="zh-CN" sz="2400" dirty="0"/>
              <a:t>0</a:t>
            </a:r>
            <a:r>
              <a:rPr lang="zh-CN" altLang="en-US" sz="2400" dirty="0"/>
              <a:t>-200之间有多少个素数，并输出所有素数。</a:t>
            </a:r>
          </a:p>
        </p:txBody>
      </p:sp>
    </p:spTree>
    <p:extLst>
      <p:ext uri="{BB962C8B-B14F-4D97-AF65-F5344CB8AC3E}">
        <p14:creationId xmlns:p14="http://schemas.microsoft.com/office/powerpoint/2010/main" val="1349303744"/>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object 3"/>
          <p:cNvSpPr txBox="1">
            <a:spLocks noGrp="1"/>
          </p:cNvSpPr>
          <p:nvPr>
            <p:ph type="title"/>
          </p:nvPr>
        </p:nvSpPr>
        <p:spPr>
          <a:xfrm>
            <a:off x="152400" y="152400"/>
            <a:ext cx="8853488" cy="838200"/>
          </a:xfrm>
          <a:prstGeom prst="rect">
            <a:avLst/>
          </a:prstGeom>
        </p:spPr>
        <p:txBody>
          <a:bodyPr vert="horz" wrap="square" lIns="0" tIns="0" rIns="0" bIns="0" rtlCol="0">
            <a:noAutofit/>
          </a:bodyPr>
          <a:lstStyle/>
          <a:p>
            <a:pPr marL="12700">
              <a:lnSpc>
                <a:spcPct val="100000"/>
              </a:lnSpc>
            </a:pPr>
            <a:r>
              <a:rPr lang="zh-CN" altLang="en-US" dirty="0">
                <a:latin typeface="Microsoft JhengHei"/>
                <a:cs typeface="Microsoft JhengHei"/>
              </a:rPr>
              <a:t>第二类问题：循环判断</a:t>
            </a:r>
            <a:r>
              <a:rPr lang="en-US" altLang="zh-CN" dirty="0">
                <a:latin typeface="Microsoft JhengHei"/>
                <a:cs typeface="Microsoft JhengHei"/>
              </a:rPr>
              <a:t>—If</a:t>
            </a:r>
            <a:r>
              <a:rPr lang="zh-CN" altLang="en-US" dirty="0">
                <a:latin typeface="Microsoft JhengHei"/>
                <a:cs typeface="Microsoft JhengHei"/>
              </a:rPr>
              <a:t>语句</a:t>
            </a:r>
            <a:endParaRPr sz="4000" dirty="0">
              <a:latin typeface="Microsoft JhengHei"/>
              <a:cs typeface="Microsoft JhengHei"/>
            </a:endParaRPr>
          </a:p>
        </p:txBody>
      </p:sp>
      <p:sp>
        <p:nvSpPr>
          <p:cNvPr id="2" name="矩形 1"/>
          <p:cNvSpPr/>
          <p:nvPr/>
        </p:nvSpPr>
        <p:spPr>
          <a:xfrm>
            <a:off x="157590" y="1196752"/>
            <a:ext cx="8446858" cy="461665"/>
          </a:xfrm>
          <a:prstGeom prst="rect">
            <a:avLst/>
          </a:prstGeom>
        </p:spPr>
        <p:txBody>
          <a:bodyPr wrap="square">
            <a:spAutoFit/>
          </a:bodyPr>
          <a:lstStyle/>
          <a:p>
            <a:r>
              <a:rPr lang="en-US" altLang="zh-CN" sz="2400" dirty="0"/>
              <a:t>3</a:t>
            </a:r>
            <a:r>
              <a:rPr lang="zh-CN" altLang="en-US" sz="2400" dirty="0"/>
              <a:t>. 判断10</a:t>
            </a:r>
            <a:r>
              <a:rPr lang="en-US" altLang="zh-CN" sz="2400" dirty="0"/>
              <a:t>0</a:t>
            </a:r>
            <a:r>
              <a:rPr lang="zh-CN" altLang="en-US" sz="2400" dirty="0"/>
              <a:t>-200之间有多少个素数，并输出所有素数。</a:t>
            </a:r>
          </a:p>
        </p:txBody>
      </p:sp>
      <p:pic>
        <p:nvPicPr>
          <p:cNvPr id="4" name="图片 3"/>
          <p:cNvPicPr>
            <a:picLocks noChangeAspect="1"/>
          </p:cNvPicPr>
          <p:nvPr/>
        </p:nvPicPr>
        <p:blipFill>
          <a:blip r:embed="rId2"/>
          <a:stretch>
            <a:fillRect/>
          </a:stretch>
        </p:blipFill>
        <p:spPr>
          <a:xfrm>
            <a:off x="264672" y="1888794"/>
            <a:ext cx="4667367" cy="2154169"/>
          </a:xfrm>
          <a:prstGeom prst="rect">
            <a:avLst/>
          </a:prstGeom>
        </p:spPr>
      </p:pic>
      <p:sp>
        <p:nvSpPr>
          <p:cNvPr id="6" name="矩形 5"/>
          <p:cNvSpPr/>
          <p:nvPr/>
        </p:nvSpPr>
        <p:spPr>
          <a:xfrm>
            <a:off x="264673" y="4491970"/>
            <a:ext cx="2179764" cy="400110"/>
          </a:xfrm>
          <a:prstGeom prst="rect">
            <a:avLst/>
          </a:prstGeom>
        </p:spPr>
        <p:txBody>
          <a:bodyPr wrap="none">
            <a:spAutoFit/>
          </a:bodyPr>
          <a:lstStyle/>
          <a:p>
            <a:r>
              <a:rPr lang="zh-CN" altLang="en-US" dirty="0">
                <a:solidFill>
                  <a:srgbClr val="C00000"/>
                </a:solidFill>
              </a:rPr>
              <a:t>4_cal_prime.py</a:t>
            </a:r>
          </a:p>
        </p:txBody>
      </p:sp>
      <p:sp>
        <p:nvSpPr>
          <p:cNvPr id="10" name="矩形 9"/>
          <p:cNvSpPr/>
          <p:nvPr/>
        </p:nvSpPr>
        <p:spPr>
          <a:xfrm>
            <a:off x="6794475" y="6272461"/>
            <a:ext cx="2235868" cy="400110"/>
          </a:xfrm>
          <a:prstGeom prst="rect">
            <a:avLst/>
          </a:prstGeom>
        </p:spPr>
        <p:txBody>
          <a:bodyPr wrap="none">
            <a:spAutoFit/>
          </a:bodyPr>
          <a:lstStyle/>
          <a:p>
            <a:r>
              <a:rPr lang="en-US" altLang="zh-CN" dirty="0">
                <a:solidFill>
                  <a:srgbClr val="C00000"/>
                </a:solidFill>
              </a:rPr>
              <a:t>5</a:t>
            </a:r>
            <a:r>
              <a:rPr lang="zh-CN" altLang="en-US" dirty="0">
                <a:solidFill>
                  <a:srgbClr val="C00000"/>
                </a:solidFill>
              </a:rPr>
              <a:t>_</a:t>
            </a:r>
            <a:r>
              <a:rPr lang="en-US" altLang="zh-CN" dirty="0">
                <a:solidFill>
                  <a:srgbClr val="C00000"/>
                </a:solidFill>
              </a:rPr>
              <a:t>fun</a:t>
            </a:r>
            <a:r>
              <a:rPr lang="zh-CN" altLang="en-US" dirty="0">
                <a:solidFill>
                  <a:srgbClr val="C00000"/>
                </a:solidFill>
              </a:rPr>
              <a:t>_prime.py</a:t>
            </a:r>
          </a:p>
        </p:txBody>
      </p:sp>
      <p:pic>
        <p:nvPicPr>
          <p:cNvPr id="3" name="图片 2"/>
          <p:cNvPicPr>
            <a:picLocks noChangeAspect="1"/>
          </p:cNvPicPr>
          <p:nvPr/>
        </p:nvPicPr>
        <p:blipFill>
          <a:blip r:embed="rId3"/>
          <a:stretch>
            <a:fillRect/>
          </a:stretch>
        </p:blipFill>
        <p:spPr>
          <a:xfrm>
            <a:off x="5155845" y="1809282"/>
            <a:ext cx="3674323" cy="3995981"/>
          </a:xfrm>
          <a:prstGeom prst="rect">
            <a:avLst/>
          </a:prstGeom>
        </p:spPr>
      </p:pic>
    </p:spTree>
    <p:extLst>
      <p:ext uri="{BB962C8B-B14F-4D97-AF65-F5344CB8AC3E}">
        <p14:creationId xmlns:p14="http://schemas.microsoft.com/office/powerpoint/2010/main" val="3291108429"/>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object 3"/>
          <p:cNvSpPr txBox="1">
            <a:spLocks noGrp="1"/>
          </p:cNvSpPr>
          <p:nvPr>
            <p:ph type="title"/>
          </p:nvPr>
        </p:nvSpPr>
        <p:spPr>
          <a:xfrm>
            <a:off x="152400" y="152400"/>
            <a:ext cx="8853488" cy="838200"/>
          </a:xfrm>
          <a:prstGeom prst="rect">
            <a:avLst/>
          </a:prstGeom>
        </p:spPr>
        <p:txBody>
          <a:bodyPr vert="horz" wrap="square" lIns="0" tIns="0" rIns="0" bIns="0" rtlCol="0">
            <a:noAutofit/>
          </a:bodyPr>
          <a:lstStyle/>
          <a:p>
            <a:pPr marL="12700">
              <a:lnSpc>
                <a:spcPct val="100000"/>
              </a:lnSpc>
            </a:pPr>
            <a:r>
              <a:rPr lang="zh-CN" altLang="en-US" dirty="0">
                <a:latin typeface="Microsoft JhengHei"/>
                <a:cs typeface="Microsoft JhengHei"/>
              </a:rPr>
              <a:t>第二类问题：循环判断</a:t>
            </a:r>
            <a:r>
              <a:rPr lang="en-US" altLang="zh-CN" dirty="0">
                <a:latin typeface="Microsoft JhengHei"/>
                <a:cs typeface="Microsoft JhengHei"/>
              </a:rPr>
              <a:t>—</a:t>
            </a:r>
            <a:r>
              <a:rPr lang="zh-CN" altLang="en-US" dirty="0">
                <a:latin typeface="Microsoft JhengHei"/>
                <a:cs typeface="Microsoft JhengHei"/>
              </a:rPr>
              <a:t>当型循环</a:t>
            </a:r>
            <a:endParaRPr sz="4000" dirty="0">
              <a:latin typeface="Microsoft JhengHei"/>
              <a:cs typeface="Microsoft JhengHei"/>
            </a:endParaRPr>
          </a:p>
        </p:txBody>
      </p:sp>
      <p:sp>
        <p:nvSpPr>
          <p:cNvPr id="2" name="矩形 1"/>
          <p:cNvSpPr/>
          <p:nvPr/>
        </p:nvSpPr>
        <p:spPr>
          <a:xfrm>
            <a:off x="179512" y="1154955"/>
            <a:ext cx="8741216" cy="461665"/>
          </a:xfrm>
          <a:prstGeom prst="rect">
            <a:avLst/>
          </a:prstGeom>
        </p:spPr>
        <p:txBody>
          <a:bodyPr wrap="square">
            <a:spAutoFit/>
          </a:bodyPr>
          <a:lstStyle/>
          <a:p>
            <a:pPr latinLnBrk="0"/>
            <a:r>
              <a:rPr lang="en-US" altLang="zh-CN" sz="2400" dirty="0"/>
              <a:t>4. </a:t>
            </a:r>
            <a:r>
              <a:rPr lang="zh-CN" altLang="en-US" sz="2400" dirty="0"/>
              <a:t>求</a:t>
            </a:r>
            <a:r>
              <a:rPr lang="en-US" altLang="zh-CN" sz="2400" dirty="0"/>
              <a:t>1+1/2+1/3+1/4+1/5...</a:t>
            </a:r>
            <a:r>
              <a:rPr lang="zh-CN" altLang="en-US" sz="2400" dirty="0"/>
              <a:t>累加和，数据项小于</a:t>
            </a:r>
            <a:r>
              <a:rPr lang="en-US" altLang="zh-CN" sz="2400" dirty="0"/>
              <a:t>0.1</a:t>
            </a:r>
            <a:r>
              <a:rPr lang="zh-CN" altLang="en-US" sz="2400" dirty="0"/>
              <a:t>时停止</a:t>
            </a:r>
            <a:endParaRPr lang="zh-CN" altLang="en-US" sz="2400" b="1" dirty="0"/>
          </a:p>
        </p:txBody>
      </p:sp>
    </p:spTree>
    <p:extLst>
      <p:ext uri="{BB962C8B-B14F-4D97-AF65-F5344CB8AC3E}">
        <p14:creationId xmlns:p14="http://schemas.microsoft.com/office/powerpoint/2010/main" val="1873259114"/>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object 3"/>
          <p:cNvSpPr txBox="1">
            <a:spLocks noGrp="1"/>
          </p:cNvSpPr>
          <p:nvPr>
            <p:ph type="title"/>
          </p:nvPr>
        </p:nvSpPr>
        <p:spPr>
          <a:xfrm>
            <a:off x="152400" y="152400"/>
            <a:ext cx="8853488" cy="838200"/>
          </a:xfrm>
          <a:prstGeom prst="rect">
            <a:avLst/>
          </a:prstGeom>
        </p:spPr>
        <p:txBody>
          <a:bodyPr vert="horz" wrap="square" lIns="0" tIns="0" rIns="0" bIns="0" rtlCol="0">
            <a:noAutofit/>
          </a:bodyPr>
          <a:lstStyle/>
          <a:p>
            <a:pPr marL="12700">
              <a:lnSpc>
                <a:spcPct val="100000"/>
              </a:lnSpc>
            </a:pPr>
            <a:r>
              <a:rPr lang="zh-CN" altLang="en-US" dirty="0">
                <a:latin typeface="Microsoft JhengHei"/>
                <a:cs typeface="Microsoft JhengHei"/>
              </a:rPr>
              <a:t>第二类问题：循环判断</a:t>
            </a:r>
            <a:r>
              <a:rPr lang="en-US" altLang="zh-CN" dirty="0">
                <a:latin typeface="Microsoft JhengHei"/>
                <a:cs typeface="Microsoft JhengHei"/>
              </a:rPr>
              <a:t>—</a:t>
            </a:r>
            <a:r>
              <a:rPr lang="zh-CN" altLang="en-US" dirty="0">
                <a:latin typeface="Microsoft JhengHei"/>
                <a:cs typeface="Microsoft JhengHei"/>
              </a:rPr>
              <a:t>当型循环</a:t>
            </a:r>
            <a:endParaRPr sz="4000" dirty="0">
              <a:latin typeface="Microsoft JhengHei"/>
              <a:cs typeface="Microsoft JhengHei"/>
            </a:endParaRPr>
          </a:p>
        </p:txBody>
      </p:sp>
      <p:sp>
        <p:nvSpPr>
          <p:cNvPr id="2" name="矩形 1"/>
          <p:cNvSpPr/>
          <p:nvPr/>
        </p:nvSpPr>
        <p:spPr>
          <a:xfrm>
            <a:off x="179512" y="1154955"/>
            <a:ext cx="8741216" cy="461665"/>
          </a:xfrm>
          <a:prstGeom prst="rect">
            <a:avLst/>
          </a:prstGeom>
        </p:spPr>
        <p:txBody>
          <a:bodyPr wrap="square">
            <a:spAutoFit/>
          </a:bodyPr>
          <a:lstStyle/>
          <a:p>
            <a:pPr latinLnBrk="0"/>
            <a:r>
              <a:rPr lang="en-US" altLang="zh-CN" sz="2400" dirty="0"/>
              <a:t>4. </a:t>
            </a:r>
            <a:r>
              <a:rPr lang="zh-CN" altLang="en-US" sz="2400" dirty="0"/>
              <a:t>求</a:t>
            </a:r>
            <a:r>
              <a:rPr lang="en-US" altLang="zh-CN" sz="2400" dirty="0"/>
              <a:t>1+1/2+1/3+1/4+1/5...</a:t>
            </a:r>
            <a:r>
              <a:rPr lang="zh-CN" altLang="en-US" sz="2400" dirty="0"/>
              <a:t>累加和，数据项小于</a:t>
            </a:r>
            <a:r>
              <a:rPr lang="en-US" altLang="zh-CN" sz="2400" dirty="0"/>
              <a:t>0.1</a:t>
            </a:r>
            <a:r>
              <a:rPr lang="zh-CN" altLang="en-US" sz="2400" dirty="0"/>
              <a:t>时停止</a:t>
            </a:r>
            <a:endParaRPr lang="zh-CN" altLang="en-US" sz="2400" b="1" dirty="0"/>
          </a:p>
        </p:txBody>
      </p:sp>
      <p:sp>
        <p:nvSpPr>
          <p:cNvPr id="11" name="矩形 10"/>
          <p:cNvSpPr/>
          <p:nvPr/>
        </p:nvSpPr>
        <p:spPr>
          <a:xfrm>
            <a:off x="683568" y="5229200"/>
            <a:ext cx="1581843" cy="400110"/>
          </a:xfrm>
          <a:prstGeom prst="rect">
            <a:avLst/>
          </a:prstGeom>
        </p:spPr>
        <p:txBody>
          <a:bodyPr wrap="none">
            <a:spAutoFit/>
          </a:bodyPr>
          <a:lstStyle/>
          <a:p>
            <a:r>
              <a:rPr lang="en-US" altLang="zh-CN" dirty="0">
                <a:solidFill>
                  <a:srgbClr val="C00000"/>
                </a:solidFill>
              </a:rPr>
              <a:t>5_while</a:t>
            </a:r>
            <a:r>
              <a:rPr lang="zh-CN" altLang="en-US" dirty="0">
                <a:solidFill>
                  <a:srgbClr val="C00000"/>
                </a:solidFill>
              </a:rPr>
              <a:t>.py</a:t>
            </a:r>
          </a:p>
        </p:txBody>
      </p:sp>
      <p:pic>
        <p:nvPicPr>
          <p:cNvPr id="3" name="图片 2"/>
          <p:cNvPicPr>
            <a:picLocks noChangeAspect="1"/>
          </p:cNvPicPr>
          <p:nvPr/>
        </p:nvPicPr>
        <p:blipFill>
          <a:blip r:embed="rId2"/>
          <a:stretch>
            <a:fillRect/>
          </a:stretch>
        </p:blipFill>
        <p:spPr>
          <a:xfrm>
            <a:off x="467544" y="1780975"/>
            <a:ext cx="4927029" cy="3160193"/>
          </a:xfrm>
          <a:prstGeom prst="rect">
            <a:avLst/>
          </a:prstGeom>
        </p:spPr>
      </p:pic>
    </p:spTree>
    <p:extLst>
      <p:ext uri="{BB962C8B-B14F-4D97-AF65-F5344CB8AC3E}">
        <p14:creationId xmlns:p14="http://schemas.microsoft.com/office/powerpoint/2010/main" val="2460686465"/>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object 3"/>
          <p:cNvSpPr txBox="1">
            <a:spLocks noGrp="1"/>
          </p:cNvSpPr>
          <p:nvPr>
            <p:ph type="title"/>
          </p:nvPr>
        </p:nvSpPr>
        <p:spPr>
          <a:xfrm>
            <a:off x="152400" y="152400"/>
            <a:ext cx="8853488" cy="838200"/>
          </a:xfrm>
          <a:prstGeom prst="rect">
            <a:avLst/>
          </a:prstGeom>
        </p:spPr>
        <p:txBody>
          <a:bodyPr vert="horz" wrap="square" lIns="0" tIns="0" rIns="0" bIns="0" rtlCol="0">
            <a:noAutofit/>
          </a:bodyPr>
          <a:lstStyle/>
          <a:p>
            <a:pPr marL="12700">
              <a:lnSpc>
                <a:spcPct val="100000"/>
              </a:lnSpc>
            </a:pPr>
            <a:r>
              <a:rPr lang="zh-CN" altLang="en-US" dirty="0">
                <a:latin typeface="Microsoft JhengHei"/>
                <a:cs typeface="Microsoft JhengHei"/>
              </a:rPr>
              <a:t>第二类问题：循环判断</a:t>
            </a:r>
            <a:r>
              <a:rPr lang="en-US" altLang="zh-CN" dirty="0">
                <a:latin typeface="Microsoft JhengHei"/>
                <a:cs typeface="Microsoft JhengHei"/>
              </a:rPr>
              <a:t>—</a:t>
            </a:r>
            <a:r>
              <a:rPr lang="zh-CN" altLang="en-US" dirty="0">
                <a:latin typeface="Microsoft JhengHei"/>
                <a:cs typeface="Microsoft JhengHei"/>
              </a:rPr>
              <a:t>当型循环</a:t>
            </a:r>
            <a:endParaRPr sz="4000" dirty="0">
              <a:latin typeface="Microsoft JhengHei"/>
              <a:cs typeface="Microsoft JhengHei"/>
            </a:endParaRPr>
          </a:p>
        </p:txBody>
      </p:sp>
      <p:sp>
        <p:nvSpPr>
          <p:cNvPr id="2" name="矩形 1"/>
          <p:cNvSpPr/>
          <p:nvPr/>
        </p:nvSpPr>
        <p:spPr>
          <a:xfrm>
            <a:off x="1547664" y="2066701"/>
            <a:ext cx="3165099" cy="400110"/>
          </a:xfrm>
          <a:prstGeom prst="rect">
            <a:avLst/>
          </a:prstGeom>
        </p:spPr>
        <p:txBody>
          <a:bodyPr wrap="square">
            <a:spAutoFit/>
          </a:bodyPr>
          <a:lstStyle/>
          <a:p>
            <a:pPr latinLnBrk="0"/>
            <a:r>
              <a:rPr lang="en-US" altLang="zh-CN" dirty="0"/>
              <a:t>1+1/2+1/3+1/4+1/5</a:t>
            </a:r>
            <a:endParaRPr lang="zh-CN" altLang="en-US" b="1" dirty="0"/>
          </a:p>
        </p:txBody>
      </p:sp>
      <p:pic>
        <p:nvPicPr>
          <p:cNvPr id="1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5930" y="1088979"/>
            <a:ext cx="2895600" cy="898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矩形 8"/>
          <p:cNvSpPr/>
          <p:nvPr/>
        </p:nvSpPr>
        <p:spPr>
          <a:xfrm>
            <a:off x="265240" y="1270208"/>
            <a:ext cx="463830" cy="400110"/>
          </a:xfrm>
          <a:prstGeom prst="rect">
            <a:avLst/>
          </a:prstGeom>
        </p:spPr>
        <p:txBody>
          <a:bodyPr wrap="square">
            <a:spAutoFit/>
          </a:bodyPr>
          <a:lstStyle/>
          <a:p>
            <a:pPr latinLnBrk="0"/>
            <a:r>
              <a:rPr lang="en-US" altLang="zh-CN" dirty="0"/>
              <a:t>5. </a:t>
            </a:r>
            <a:endParaRPr lang="zh-CN" altLang="en-US" b="1" dirty="0"/>
          </a:p>
        </p:txBody>
      </p:sp>
    </p:spTree>
    <p:extLst>
      <p:ext uri="{BB962C8B-B14F-4D97-AF65-F5344CB8AC3E}">
        <p14:creationId xmlns:p14="http://schemas.microsoft.com/office/powerpoint/2010/main" val="730528144"/>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object 3"/>
          <p:cNvSpPr txBox="1">
            <a:spLocks noGrp="1"/>
          </p:cNvSpPr>
          <p:nvPr>
            <p:ph type="title"/>
          </p:nvPr>
        </p:nvSpPr>
        <p:spPr>
          <a:xfrm>
            <a:off x="152400" y="152400"/>
            <a:ext cx="8853488" cy="838200"/>
          </a:xfrm>
          <a:prstGeom prst="rect">
            <a:avLst/>
          </a:prstGeom>
        </p:spPr>
        <p:txBody>
          <a:bodyPr vert="horz" wrap="square" lIns="0" tIns="0" rIns="0" bIns="0" rtlCol="0">
            <a:noAutofit/>
          </a:bodyPr>
          <a:lstStyle/>
          <a:p>
            <a:pPr marL="12700">
              <a:lnSpc>
                <a:spcPct val="100000"/>
              </a:lnSpc>
            </a:pPr>
            <a:r>
              <a:rPr lang="zh-CN" altLang="en-US" dirty="0">
                <a:latin typeface="Microsoft JhengHei"/>
                <a:cs typeface="Microsoft JhengHei"/>
              </a:rPr>
              <a:t>第二类问题：循环判断</a:t>
            </a:r>
            <a:r>
              <a:rPr lang="en-US" altLang="zh-CN" dirty="0">
                <a:latin typeface="Microsoft JhengHei"/>
                <a:cs typeface="Microsoft JhengHei"/>
              </a:rPr>
              <a:t>—</a:t>
            </a:r>
            <a:r>
              <a:rPr lang="zh-CN" altLang="en-US" dirty="0">
                <a:latin typeface="Microsoft JhengHei"/>
                <a:cs typeface="Microsoft JhengHei"/>
              </a:rPr>
              <a:t>当型循环</a:t>
            </a:r>
            <a:endParaRPr sz="4000" dirty="0">
              <a:latin typeface="Microsoft JhengHei"/>
              <a:cs typeface="Microsoft JhengHei"/>
            </a:endParaRPr>
          </a:p>
        </p:txBody>
      </p:sp>
      <p:sp>
        <p:nvSpPr>
          <p:cNvPr id="2" name="矩形 1"/>
          <p:cNvSpPr/>
          <p:nvPr/>
        </p:nvSpPr>
        <p:spPr>
          <a:xfrm>
            <a:off x="1547664" y="2066701"/>
            <a:ext cx="3165099" cy="400110"/>
          </a:xfrm>
          <a:prstGeom prst="rect">
            <a:avLst/>
          </a:prstGeom>
        </p:spPr>
        <p:txBody>
          <a:bodyPr wrap="square">
            <a:spAutoFit/>
          </a:bodyPr>
          <a:lstStyle/>
          <a:p>
            <a:pPr latinLnBrk="0"/>
            <a:r>
              <a:rPr lang="en-US" altLang="zh-CN" dirty="0"/>
              <a:t>1+1/2+1/3+1/4+1/5</a:t>
            </a:r>
            <a:endParaRPr lang="zh-CN" altLang="en-US" b="1" dirty="0"/>
          </a:p>
        </p:txBody>
      </p:sp>
      <p:sp>
        <p:nvSpPr>
          <p:cNvPr id="11" name="矩形 10"/>
          <p:cNvSpPr/>
          <p:nvPr/>
        </p:nvSpPr>
        <p:spPr>
          <a:xfrm>
            <a:off x="729070" y="5542175"/>
            <a:ext cx="1330814" cy="400110"/>
          </a:xfrm>
          <a:prstGeom prst="rect">
            <a:avLst/>
          </a:prstGeom>
        </p:spPr>
        <p:txBody>
          <a:bodyPr wrap="none">
            <a:spAutoFit/>
          </a:bodyPr>
          <a:lstStyle/>
          <a:p>
            <a:r>
              <a:rPr lang="en-US" altLang="zh-CN" b="1" dirty="0">
                <a:solidFill>
                  <a:srgbClr val="C00000"/>
                </a:solidFill>
                <a:latin typeface="Times New Roman" panose="02020603050405020304" pitchFamily="18" charset="0"/>
                <a:ea typeface="华文新魏" panose="02010800040101010101" pitchFamily="2" charset="-122"/>
              </a:rPr>
              <a:t>4_cal_e.py</a:t>
            </a:r>
            <a:endParaRPr lang="zh-CN" altLang="en-US" dirty="0">
              <a:solidFill>
                <a:srgbClr val="C00000"/>
              </a:solidFill>
            </a:endParaRPr>
          </a:p>
        </p:txBody>
      </p:sp>
      <p:pic>
        <p:nvPicPr>
          <p:cNvPr id="6" name="图片 5"/>
          <p:cNvPicPr>
            <a:picLocks noChangeAspect="1"/>
          </p:cNvPicPr>
          <p:nvPr/>
        </p:nvPicPr>
        <p:blipFill>
          <a:blip r:embed="rId2"/>
          <a:stretch>
            <a:fillRect/>
          </a:stretch>
        </p:blipFill>
        <p:spPr>
          <a:xfrm>
            <a:off x="559548" y="2645228"/>
            <a:ext cx="3427536" cy="2243270"/>
          </a:xfrm>
          <a:prstGeom prst="rect">
            <a:avLst/>
          </a:prstGeom>
        </p:spPr>
      </p:pic>
      <p:pic>
        <p:nvPicPr>
          <p:cNvPr id="1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5930" y="1088979"/>
            <a:ext cx="2895600" cy="898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矩形 7"/>
          <p:cNvSpPr/>
          <p:nvPr/>
        </p:nvSpPr>
        <p:spPr>
          <a:xfrm>
            <a:off x="6529694" y="6112963"/>
            <a:ext cx="1814920" cy="400110"/>
          </a:xfrm>
          <a:prstGeom prst="rect">
            <a:avLst/>
          </a:prstGeom>
        </p:spPr>
        <p:txBody>
          <a:bodyPr wrap="none">
            <a:spAutoFit/>
          </a:bodyPr>
          <a:lstStyle/>
          <a:p>
            <a:r>
              <a:rPr lang="en-US" altLang="zh-CN" b="1" dirty="0">
                <a:solidFill>
                  <a:srgbClr val="C00000"/>
                </a:solidFill>
                <a:latin typeface="Times New Roman" panose="02020603050405020304" pitchFamily="18" charset="0"/>
                <a:ea typeface="华文新魏" panose="02010800040101010101" pitchFamily="2" charset="-122"/>
              </a:rPr>
              <a:t>5_fac_while.py</a:t>
            </a:r>
            <a:endParaRPr lang="zh-CN" altLang="en-US" dirty="0">
              <a:solidFill>
                <a:srgbClr val="C00000"/>
              </a:solidFill>
            </a:endParaRPr>
          </a:p>
        </p:txBody>
      </p:sp>
      <p:sp>
        <p:nvSpPr>
          <p:cNvPr id="9" name="矩形 8"/>
          <p:cNvSpPr/>
          <p:nvPr/>
        </p:nvSpPr>
        <p:spPr>
          <a:xfrm>
            <a:off x="265240" y="1270208"/>
            <a:ext cx="463830" cy="400110"/>
          </a:xfrm>
          <a:prstGeom prst="rect">
            <a:avLst/>
          </a:prstGeom>
        </p:spPr>
        <p:txBody>
          <a:bodyPr wrap="square">
            <a:spAutoFit/>
          </a:bodyPr>
          <a:lstStyle/>
          <a:p>
            <a:pPr latinLnBrk="0"/>
            <a:r>
              <a:rPr lang="en-US" altLang="zh-CN" dirty="0"/>
              <a:t>5. </a:t>
            </a:r>
            <a:endParaRPr lang="zh-CN" altLang="en-US" b="1" dirty="0"/>
          </a:p>
        </p:txBody>
      </p:sp>
      <p:pic>
        <p:nvPicPr>
          <p:cNvPr id="3" name="图片 2"/>
          <p:cNvPicPr>
            <a:picLocks noChangeAspect="1"/>
          </p:cNvPicPr>
          <p:nvPr/>
        </p:nvPicPr>
        <p:blipFill>
          <a:blip r:embed="rId4"/>
          <a:stretch>
            <a:fillRect/>
          </a:stretch>
        </p:blipFill>
        <p:spPr>
          <a:xfrm>
            <a:off x="5077947" y="1361333"/>
            <a:ext cx="3266667" cy="4580952"/>
          </a:xfrm>
          <a:prstGeom prst="rect">
            <a:avLst/>
          </a:prstGeom>
        </p:spPr>
      </p:pic>
    </p:spTree>
    <p:extLst>
      <p:ext uri="{BB962C8B-B14F-4D97-AF65-F5344CB8AC3E}">
        <p14:creationId xmlns:p14="http://schemas.microsoft.com/office/powerpoint/2010/main" val="897669577"/>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内容占位符 2"/>
          <p:cNvSpPr>
            <a:spLocks noGrp="1"/>
          </p:cNvSpPr>
          <p:nvPr>
            <p:ph idx="1"/>
          </p:nvPr>
        </p:nvSpPr>
        <p:spPr>
          <a:xfrm>
            <a:off x="304800" y="1066800"/>
            <a:ext cx="8610600" cy="562000"/>
          </a:xfrm>
        </p:spPr>
        <p:txBody>
          <a:bodyPr/>
          <a:lstStyle/>
          <a:p>
            <a:pPr marL="0" indent="0" eaLnBrk="1" hangingPunct="1">
              <a:buNone/>
            </a:pPr>
            <a:r>
              <a:rPr lang="en-US" altLang="zh-CN" sz="2400" dirty="0">
                <a:ea typeface="宋体" panose="02010600030101010101" pitchFamily="2" charset="-122"/>
              </a:rPr>
              <a:t>6. </a:t>
            </a:r>
            <a:r>
              <a:rPr lang="zh-CN" altLang="en-US" sz="2400" dirty="0">
                <a:ea typeface="宋体" panose="02010600030101010101" pitchFamily="2" charset="-122"/>
              </a:rPr>
              <a:t>打印杨辉三角</a:t>
            </a:r>
            <a:endParaRPr lang="en-US" altLang="zh-CN" sz="1400" dirty="0">
              <a:latin typeface="Courier New" panose="02070309020205020404" pitchFamily="49" charset="0"/>
              <a:ea typeface="宋体" panose="02010600030101010101" pitchFamily="2" charset="-122"/>
            </a:endParaRPr>
          </a:p>
          <a:p>
            <a:pPr eaLnBrk="1" hangingPunct="1">
              <a:buFontTx/>
              <a:buNone/>
            </a:pPr>
            <a:endParaRPr lang="en-US" altLang="zh-CN" sz="1400" dirty="0">
              <a:latin typeface="Courier New" panose="02070309020205020404" pitchFamily="49" charset="0"/>
              <a:ea typeface="宋体" panose="02010600030101010101" pitchFamily="2" charset="-122"/>
            </a:endParaRPr>
          </a:p>
          <a:p>
            <a:pPr eaLnBrk="1" hangingPunct="1">
              <a:buFontTx/>
              <a:buNone/>
            </a:pPr>
            <a:endParaRPr lang="en-US" altLang="zh-CN" sz="1400" dirty="0">
              <a:latin typeface="Courier New" panose="02070309020205020404" pitchFamily="49" charset="0"/>
              <a:ea typeface="宋体" panose="02010600030101010101" pitchFamily="2" charset="-122"/>
            </a:endParaRPr>
          </a:p>
        </p:txBody>
      </p:sp>
      <p:sp>
        <p:nvSpPr>
          <p:cNvPr id="6" name="object 3"/>
          <p:cNvSpPr txBox="1">
            <a:spLocks noGrp="1"/>
          </p:cNvSpPr>
          <p:nvPr>
            <p:ph type="title"/>
          </p:nvPr>
        </p:nvSpPr>
        <p:spPr>
          <a:xfrm>
            <a:off x="152400" y="152400"/>
            <a:ext cx="8853488" cy="838200"/>
          </a:xfrm>
          <a:prstGeom prst="rect">
            <a:avLst/>
          </a:prstGeom>
        </p:spPr>
        <p:txBody>
          <a:bodyPr vert="horz" wrap="square" lIns="0" tIns="0" rIns="0" bIns="0" rtlCol="0">
            <a:noAutofit/>
          </a:bodyPr>
          <a:lstStyle/>
          <a:p>
            <a:pPr marL="12700">
              <a:lnSpc>
                <a:spcPct val="100000"/>
              </a:lnSpc>
            </a:pPr>
            <a:r>
              <a:rPr lang="zh-CN" altLang="en-US" dirty="0">
                <a:latin typeface="Microsoft JhengHei"/>
                <a:cs typeface="Microsoft JhengHei"/>
              </a:rPr>
              <a:t>第二类问题：循环判断</a:t>
            </a:r>
            <a:r>
              <a:rPr lang="en-US" altLang="zh-CN" dirty="0">
                <a:latin typeface="Microsoft JhengHei"/>
                <a:cs typeface="Microsoft JhengHei"/>
              </a:rPr>
              <a:t>—</a:t>
            </a:r>
            <a:r>
              <a:rPr lang="zh-CN" altLang="en-US" dirty="0">
                <a:latin typeface="Microsoft JhengHei"/>
                <a:cs typeface="Microsoft JhengHei"/>
              </a:rPr>
              <a:t>多变量累计</a:t>
            </a:r>
            <a:endParaRPr sz="4000" dirty="0">
              <a:latin typeface="Microsoft JhengHei"/>
              <a:cs typeface="Microsoft JhengHei"/>
            </a:endParaRPr>
          </a:p>
        </p:txBody>
      </p:sp>
      <p:pic>
        <p:nvPicPr>
          <p:cNvPr id="9" name="图片 8"/>
          <p:cNvPicPr>
            <a:picLocks noChangeAspect="1"/>
          </p:cNvPicPr>
          <p:nvPr/>
        </p:nvPicPr>
        <p:blipFill>
          <a:blip r:embed="rId3"/>
          <a:stretch>
            <a:fillRect/>
          </a:stretch>
        </p:blipFill>
        <p:spPr>
          <a:xfrm>
            <a:off x="3779912" y="1235436"/>
            <a:ext cx="5000000" cy="2200000"/>
          </a:xfrm>
          <a:prstGeom prst="rect">
            <a:avLst/>
          </a:prstGeom>
        </p:spPr>
      </p:pic>
    </p:spTree>
    <p:extLst>
      <p:ext uri="{BB962C8B-B14F-4D97-AF65-F5344CB8AC3E}">
        <p14:creationId xmlns:p14="http://schemas.microsoft.com/office/powerpoint/2010/main" val="2465951111"/>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内容占位符 2"/>
          <p:cNvSpPr>
            <a:spLocks noGrp="1"/>
          </p:cNvSpPr>
          <p:nvPr>
            <p:ph idx="1"/>
          </p:nvPr>
        </p:nvSpPr>
        <p:spPr>
          <a:xfrm>
            <a:off x="304800" y="1066800"/>
            <a:ext cx="8610600" cy="562000"/>
          </a:xfrm>
        </p:spPr>
        <p:txBody>
          <a:bodyPr/>
          <a:lstStyle/>
          <a:p>
            <a:pPr marL="0" indent="0" eaLnBrk="1" hangingPunct="1">
              <a:buNone/>
            </a:pPr>
            <a:r>
              <a:rPr lang="en-US" altLang="zh-CN" sz="2400" dirty="0">
                <a:ea typeface="宋体" panose="02010600030101010101" pitchFamily="2" charset="-122"/>
              </a:rPr>
              <a:t>6. </a:t>
            </a:r>
            <a:r>
              <a:rPr lang="zh-CN" altLang="en-US" sz="2400" dirty="0">
                <a:ea typeface="宋体" panose="02010600030101010101" pitchFamily="2" charset="-122"/>
              </a:rPr>
              <a:t>打印杨辉三角</a:t>
            </a:r>
            <a:endParaRPr lang="en-US" altLang="zh-CN" sz="1400" dirty="0">
              <a:latin typeface="Courier New" panose="02070309020205020404" pitchFamily="49" charset="0"/>
              <a:ea typeface="宋体" panose="02010600030101010101" pitchFamily="2" charset="-122"/>
            </a:endParaRPr>
          </a:p>
          <a:p>
            <a:pPr eaLnBrk="1" hangingPunct="1">
              <a:buFontTx/>
              <a:buNone/>
            </a:pPr>
            <a:endParaRPr lang="en-US" altLang="zh-CN" sz="1400" dirty="0">
              <a:latin typeface="Courier New" panose="02070309020205020404" pitchFamily="49" charset="0"/>
              <a:ea typeface="宋体" panose="02010600030101010101" pitchFamily="2" charset="-122"/>
            </a:endParaRPr>
          </a:p>
          <a:p>
            <a:pPr eaLnBrk="1" hangingPunct="1">
              <a:buFontTx/>
              <a:buNone/>
            </a:pPr>
            <a:endParaRPr lang="en-US" altLang="zh-CN" sz="1400" dirty="0">
              <a:latin typeface="Courier New" panose="02070309020205020404" pitchFamily="49" charset="0"/>
              <a:ea typeface="宋体" panose="02010600030101010101" pitchFamily="2" charset="-122"/>
            </a:endParaRPr>
          </a:p>
        </p:txBody>
      </p:sp>
      <p:sp>
        <p:nvSpPr>
          <p:cNvPr id="6" name="object 3"/>
          <p:cNvSpPr txBox="1">
            <a:spLocks noGrp="1"/>
          </p:cNvSpPr>
          <p:nvPr>
            <p:ph type="title"/>
          </p:nvPr>
        </p:nvSpPr>
        <p:spPr>
          <a:xfrm>
            <a:off x="152400" y="152400"/>
            <a:ext cx="8853488" cy="838200"/>
          </a:xfrm>
          <a:prstGeom prst="rect">
            <a:avLst/>
          </a:prstGeom>
        </p:spPr>
        <p:txBody>
          <a:bodyPr vert="horz" wrap="square" lIns="0" tIns="0" rIns="0" bIns="0" rtlCol="0">
            <a:noAutofit/>
          </a:bodyPr>
          <a:lstStyle/>
          <a:p>
            <a:pPr marL="12700">
              <a:lnSpc>
                <a:spcPct val="100000"/>
              </a:lnSpc>
            </a:pPr>
            <a:r>
              <a:rPr lang="zh-CN" altLang="en-US" dirty="0">
                <a:latin typeface="Microsoft JhengHei"/>
                <a:cs typeface="Microsoft JhengHei"/>
              </a:rPr>
              <a:t>第二类问题：循环判断</a:t>
            </a:r>
            <a:r>
              <a:rPr lang="en-US" altLang="zh-CN" dirty="0">
                <a:latin typeface="Microsoft JhengHei"/>
                <a:cs typeface="Microsoft JhengHei"/>
              </a:rPr>
              <a:t>—</a:t>
            </a:r>
            <a:r>
              <a:rPr lang="zh-CN" altLang="en-US" dirty="0">
                <a:latin typeface="Microsoft JhengHei"/>
                <a:cs typeface="Microsoft JhengHei"/>
              </a:rPr>
              <a:t>多变量累计</a:t>
            </a:r>
            <a:endParaRPr sz="4000" dirty="0">
              <a:latin typeface="Microsoft JhengHei"/>
              <a:cs typeface="Microsoft JhengHei"/>
            </a:endParaRPr>
          </a:p>
        </p:txBody>
      </p:sp>
      <p:pic>
        <p:nvPicPr>
          <p:cNvPr id="5" name="图片 4"/>
          <p:cNvPicPr>
            <a:picLocks noChangeAspect="1"/>
          </p:cNvPicPr>
          <p:nvPr/>
        </p:nvPicPr>
        <p:blipFill>
          <a:blip r:embed="rId3"/>
          <a:stretch>
            <a:fillRect/>
          </a:stretch>
        </p:blipFill>
        <p:spPr>
          <a:xfrm>
            <a:off x="274006" y="1697236"/>
            <a:ext cx="8681655" cy="4320108"/>
          </a:xfrm>
          <a:prstGeom prst="rect">
            <a:avLst/>
          </a:prstGeom>
        </p:spPr>
      </p:pic>
      <p:sp>
        <p:nvSpPr>
          <p:cNvPr id="7" name="矩形 6"/>
          <p:cNvSpPr/>
          <p:nvPr/>
        </p:nvSpPr>
        <p:spPr>
          <a:xfrm>
            <a:off x="5436096" y="5885725"/>
            <a:ext cx="3077253" cy="400110"/>
          </a:xfrm>
          <a:prstGeom prst="rect">
            <a:avLst/>
          </a:prstGeom>
        </p:spPr>
        <p:txBody>
          <a:bodyPr wrap="none">
            <a:spAutoFit/>
          </a:bodyPr>
          <a:lstStyle/>
          <a:p>
            <a:r>
              <a:rPr lang="zh-CN" altLang="en-US" dirty="0">
                <a:solidFill>
                  <a:srgbClr val="C00000"/>
                </a:solidFill>
              </a:rPr>
              <a:t>5_yanghui_triangle.py</a:t>
            </a:r>
          </a:p>
        </p:txBody>
      </p:sp>
      <p:pic>
        <p:nvPicPr>
          <p:cNvPr id="9" name="图片 8"/>
          <p:cNvPicPr>
            <a:picLocks noChangeAspect="1"/>
          </p:cNvPicPr>
          <p:nvPr/>
        </p:nvPicPr>
        <p:blipFill>
          <a:blip r:embed="rId4"/>
          <a:stretch>
            <a:fillRect/>
          </a:stretch>
        </p:blipFill>
        <p:spPr>
          <a:xfrm>
            <a:off x="3779912" y="1235436"/>
            <a:ext cx="5000000" cy="2200000"/>
          </a:xfrm>
          <a:prstGeom prst="rect">
            <a:avLst/>
          </a:prstGeom>
        </p:spPr>
      </p:pic>
    </p:spTree>
    <p:extLst>
      <p:ext uri="{BB962C8B-B14F-4D97-AF65-F5344CB8AC3E}">
        <p14:creationId xmlns:p14="http://schemas.microsoft.com/office/powerpoint/2010/main" val="2183210447"/>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251998" y="1143000"/>
            <a:ext cx="8753890" cy="3753485"/>
          </a:xfrm>
          <a:prstGeom prst="rect">
            <a:avLst/>
          </a:prstGeom>
        </p:spPr>
        <p:txBody>
          <a:bodyPr wrap="square">
            <a:spAutoFit/>
          </a:bodyPr>
          <a:lstStyle/>
          <a:p>
            <a:pPr>
              <a:spcBef>
                <a:spcPts val="600"/>
              </a:spcBef>
              <a:spcAft>
                <a:spcPts val="600"/>
              </a:spcAft>
            </a:pPr>
            <a:r>
              <a:rPr lang="zh-CN" altLang="en-US" sz="2800" b="1" kern="0" dirty="0">
                <a:latin typeface="+mn-lt"/>
              </a:rPr>
              <a:t>习题1：有数字</a:t>
            </a:r>
            <a:r>
              <a:rPr lang="zh-CN" altLang="en-US" sz="2800" b="1" kern="0" dirty="0">
                <a:latin typeface="+mn-lt"/>
                <a:sym typeface="+mn-ea"/>
              </a:rPr>
              <a:t>1、2、3、</a:t>
            </a:r>
            <a:r>
              <a:rPr lang="en-US" altLang="zh-CN" sz="2800" b="1" kern="0" dirty="0">
                <a:latin typeface="+mn-lt"/>
                <a:sym typeface="+mn-ea"/>
              </a:rPr>
              <a:t>4</a:t>
            </a:r>
            <a:r>
              <a:rPr lang="zh-CN" altLang="en-US" sz="2800" b="1" kern="0" dirty="0">
                <a:latin typeface="+mn-lt"/>
              </a:rPr>
              <a:t>，能组成多少个三位数？都是多少？用列表保存并打印；</a:t>
            </a:r>
          </a:p>
          <a:p>
            <a:pPr>
              <a:spcBef>
                <a:spcPts val="600"/>
              </a:spcBef>
              <a:spcAft>
                <a:spcPts val="600"/>
              </a:spcAft>
            </a:pPr>
            <a:r>
              <a:rPr lang="zh-CN" altLang="en-US" sz="2800" b="1" kern="0" dirty="0">
                <a:latin typeface="+mn-lt"/>
              </a:rPr>
              <a:t>思路提示： </a:t>
            </a:r>
          </a:p>
          <a:p>
            <a:pPr>
              <a:spcBef>
                <a:spcPts val="600"/>
              </a:spcBef>
              <a:spcAft>
                <a:spcPts val="600"/>
              </a:spcAft>
            </a:pPr>
            <a:r>
              <a:rPr lang="zh-CN" altLang="en-US" sz="2800" b="1" kern="0" dirty="0">
                <a:latin typeface="+mn-lt"/>
              </a:rPr>
              <a:t>      </a:t>
            </a:r>
            <a:r>
              <a:rPr lang="en-US" altLang="zh-CN" sz="2800" b="1" kern="0" dirty="0">
                <a:latin typeface="+mn-lt"/>
              </a:rPr>
              <a:t>(1) </a:t>
            </a:r>
            <a:r>
              <a:rPr lang="zh-CN" altLang="en-US" sz="2800" b="1" kern="0" dirty="0">
                <a:latin typeface="+mn-lt"/>
              </a:rPr>
              <a:t>三重循环，每重循环分别取 </a:t>
            </a:r>
            <a:r>
              <a:rPr lang="en-US" altLang="zh-CN" sz="2800" b="1" kern="0" dirty="0">
                <a:latin typeface="+mn-lt"/>
              </a:rPr>
              <a:t>1,2,3,4;</a:t>
            </a:r>
          </a:p>
          <a:p>
            <a:pPr>
              <a:spcBef>
                <a:spcPts val="600"/>
              </a:spcBef>
              <a:spcAft>
                <a:spcPts val="600"/>
              </a:spcAft>
            </a:pPr>
            <a:r>
              <a:rPr lang="en-US" altLang="zh-CN" sz="2800" b="1" kern="0" dirty="0">
                <a:latin typeface="+mn-lt"/>
              </a:rPr>
              <a:t>      (2) </a:t>
            </a:r>
            <a:r>
              <a:rPr lang="zh-CN" altLang="en-US" sz="2800" b="1" kern="0" dirty="0">
                <a:latin typeface="+mn-lt"/>
              </a:rPr>
              <a:t>生成的数，存放到列表里，打印</a:t>
            </a:r>
            <a:r>
              <a:rPr lang="zh-CN" altLang="en-US" sz="2800" b="1" kern="0" dirty="0">
                <a:latin typeface="+mn-lt"/>
                <a:sym typeface="+mn-ea"/>
              </a:rPr>
              <a:t>输出</a:t>
            </a:r>
          </a:p>
          <a:p>
            <a:pPr>
              <a:spcBef>
                <a:spcPts val="600"/>
              </a:spcBef>
              <a:spcAft>
                <a:spcPts val="600"/>
              </a:spcAft>
            </a:pPr>
            <a:endParaRPr lang="zh-CN" altLang="en-US" sz="2400" kern="0" dirty="0">
              <a:latin typeface="+mn-lt"/>
            </a:endParaRPr>
          </a:p>
          <a:p>
            <a:pPr>
              <a:spcBef>
                <a:spcPts val="600"/>
              </a:spcBef>
              <a:spcAft>
                <a:spcPts val="600"/>
              </a:spcAft>
            </a:pPr>
            <a:endParaRPr lang="zh-CN" altLang="en-US" sz="2400" kern="0" dirty="0">
              <a:latin typeface="+mn-lt"/>
            </a:endParaRPr>
          </a:p>
        </p:txBody>
      </p:sp>
      <p:sp>
        <p:nvSpPr>
          <p:cNvPr id="3" name="矩形 2"/>
          <p:cNvSpPr/>
          <p:nvPr/>
        </p:nvSpPr>
        <p:spPr>
          <a:xfrm>
            <a:off x="6629400" y="5943600"/>
            <a:ext cx="2064348" cy="400110"/>
          </a:xfrm>
          <a:prstGeom prst="rect">
            <a:avLst/>
          </a:prstGeom>
        </p:spPr>
        <p:txBody>
          <a:bodyPr wrap="none">
            <a:spAutoFit/>
          </a:bodyPr>
          <a:lstStyle/>
          <a:p>
            <a:r>
              <a:rPr lang="zh-CN" altLang="en-US" dirty="0">
                <a:solidFill>
                  <a:srgbClr val="C00000"/>
                </a:solidFill>
              </a:rPr>
              <a:t>9_diff_num.py</a:t>
            </a:r>
          </a:p>
        </p:txBody>
      </p:sp>
      <p:sp>
        <p:nvSpPr>
          <p:cNvPr id="6" name="object 3"/>
          <p:cNvSpPr txBox="1">
            <a:spLocks noGrp="1"/>
          </p:cNvSpPr>
          <p:nvPr>
            <p:ph type="title"/>
          </p:nvPr>
        </p:nvSpPr>
        <p:spPr>
          <a:xfrm>
            <a:off x="152400" y="152400"/>
            <a:ext cx="8853488" cy="838200"/>
          </a:xfrm>
          <a:prstGeom prst="rect">
            <a:avLst/>
          </a:prstGeom>
        </p:spPr>
        <p:txBody>
          <a:bodyPr vert="horz" wrap="square" lIns="0" tIns="0" rIns="0" bIns="0" rtlCol="0">
            <a:noAutofit/>
          </a:bodyPr>
          <a:lstStyle/>
          <a:p>
            <a:pPr marL="12700">
              <a:lnSpc>
                <a:spcPct val="100000"/>
              </a:lnSpc>
            </a:pPr>
            <a:r>
              <a:rPr lang="zh-CN" altLang="en-US" sz="3600" dirty="0">
                <a:latin typeface="Microsoft JhengHei" panose="020B0604030504040204" charset="-120"/>
                <a:cs typeface="Microsoft JhengHei" panose="020B0604030504040204" charset="-120"/>
              </a:rPr>
              <a:t>第二类问题：循环判断</a:t>
            </a:r>
            <a:endParaRPr sz="3600" dirty="0">
              <a:latin typeface="Microsoft JhengHei" panose="020B0604030504040204" charset="-120"/>
              <a:cs typeface="Microsoft JhengHei" panose="020B0604030504040204" charset="-120"/>
            </a:endParaRP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251998" y="1143000"/>
            <a:ext cx="8753890" cy="460375"/>
          </a:xfrm>
          <a:prstGeom prst="rect">
            <a:avLst/>
          </a:prstGeom>
        </p:spPr>
        <p:txBody>
          <a:bodyPr wrap="square">
            <a:spAutoFit/>
          </a:bodyPr>
          <a:lstStyle/>
          <a:p>
            <a:pPr>
              <a:spcBef>
                <a:spcPts val="600"/>
              </a:spcBef>
              <a:spcAft>
                <a:spcPts val="600"/>
              </a:spcAft>
            </a:pPr>
            <a:r>
              <a:rPr lang="zh-CN" altLang="en-US" sz="2400" kern="0" dirty="0">
                <a:latin typeface="+mn-lt"/>
              </a:rPr>
              <a:t>习题1：代码</a:t>
            </a:r>
          </a:p>
        </p:txBody>
      </p:sp>
      <p:pic>
        <p:nvPicPr>
          <p:cNvPr id="2" name="图片 1"/>
          <p:cNvPicPr>
            <a:picLocks noChangeAspect="1"/>
          </p:cNvPicPr>
          <p:nvPr/>
        </p:nvPicPr>
        <p:blipFill>
          <a:blip r:embed="rId3"/>
          <a:stretch>
            <a:fillRect/>
          </a:stretch>
        </p:blipFill>
        <p:spPr>
          <a:xfrm>
            <a:off x="685800" y="2149051"/>
            <a:ext cx="4953000" cy="3439979"/>
          </a:xfrm>
          <a:prstGeom prst="rect">
            <a:avLst/>
          </a:prstGeom>
        </p:spPr>
      </p:pic>
      <p:sp>
        <p:nvSpPr>
          <p:cNvPr id="3" name="矩形 2"/>
          <p:cNvSpPr/>
          <p:nvPr/>
        </p:nvSpPr>
        <p:spPr>
          <a:xfrm>
            <a:off x="6629400" y="5943600"/>
            <a:ext cx="2064348" cy="400110"/>
          </a:xfrm>
          <a:prstGeom prst="rect">
            <a:avLst/>
          </a:prstGeom>
        </p:spPr>
        <p:txBody>
          <a:bodyPr wrap="none">
            <a:spAutoFit/>
          </a:bodyPr>
          <a:lstStyle/>
          <a:p>
            <a:r>
              <a:rPr lang="zh-CN" altLang="en-US" dirty="0">
                <a:solidFill>
                  <a:srgbClr val="C00000"/>
                </a:solidFill>
              </a:rPr>
              <a:t>9_diff_num.py</a:t>
            </a:r>
          </a:p>
        </p:txBody>
      </p:sp>
      <p:sp>
        <p:nvSpPr>
          <p:cNvPr id="6" name="object 3"/>
          <p:cNvSpPr txBox="1">
            <a:spLocks noGrp="1"/>
          </p:cNvSpPr>
          <p:nvPr>
            <p:ph type="title"/>
          </p:nvPr>
        </p:nvSpPr>
        <p:spPr>
          <a:xfrm>
            <a:off x="152400" y="152400"/>
            <a:ext cx="8853488" cy="838200"/>
          </a:xfrm>
          <a:prstGeom prst="rect">
            <a:avLst/>
          </a:prstGeom>
        </p:spPr>
        <p:txBody>
          <a:bodyPr vert="horz" wrap="square" lIns="0" tIns="0" rIns="0" bIns="0" rtlCol="0">
            <a:noAutofit/>
          </a:bodyPr>
          <a:lstStyle/>
          <a:p>
            <a:pPr marL="12700">
              <a:lnSpc>
                <a:spcPct val="100000"/>
              </a:lnSpc>
            </a:pPr>
            <a:r>
              <a:rPr lang="zh-CN" altLang="en-US" sz="3600" dirty="0">
                <a:latin typeface="Microsoft JhengHei" panose="020B0604030504040204" charset="-120"/>
                <a:cs typeface="Microsoft JhengHei" panose="020B0604030504040204" charset="-120"/>
              </a:rPr>
              <a:t>第三类问题：循环判断</a:t>
            </a:r>
            <a:endParaRPr sz="3600" dirty="0">
              <a:latin typeface="Microsoft JhengHei" panose="020B0604030504040204" charset="-120"/>
              <a:cs typeface="Microsoft JhengHei" panose="020B0604030504040204" charset="-120"/>
            </a:endParaRP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251998" y="1143000"/>
            <a:ext cx="8753890" cy="2922905"/>
          </a:xfrm>
          <a:prstGeom prst="rect">
            <a:avLst/>
          </a:prstGeom>
        </p:spPr>
        <p:txBody>
          <a:bodyPr wrap="square">
            <a:spAutoFit/>
          </a:bodyPr>
          <a:lstStyle/>
          <a:p>
            <a:pPr>
              <a:spcBef>
                <a:spcPts val="600"/>
              </a:spcBef>
              <a:spcAft>
                <a:spcPts val="600"/>
              </a:spcAft>
            </a:pPr>
            <a:r>
              <a:rPr lang="zh-CN" altLang="en-US" sz="2400" kern="0" dirty="0">
                <a:latin typeface="+mn-lt"/>
              </a:rPr>
              <a:t>习题</a:t>
            </a:r>
            <a:r>
              <a:rPr lang="en-US" altLang="zh-CN" sz="2400" kern="0" dirty="0">
                <a:latin typeface="+mn-lt"/>
              </a:rPr>
              <a:t>2</a:t>
            </a:r>
            <a:r>
              <a:rPr lang="zh-CN" altLang="en-US" sz="2400" kern="0" dirty="0">
                <a:latin typeface="+mn-lt"/>
              </a:rPr>
              <a:t>：有数字</a:t>
            </a:r>
            <a:r>
              <a:rPr lang="zh-CN" altLang="en-US" sz="2400" kern="0" dirty="0">
                <a:latin typeface="+mn-lt"/>
                <a:sym typeface="+mn-ea"/>
              </a:rPr>
              <a:t>1、2、3、</a:t>
            </a:r>
            <a:r>
              <a:rPr lang="en-US" altLang="zh-CN" sz="2400" kern="0" dirty="0">
                <a:latin typeface="+mn-lt"/>
                <a:sym typeface="+mn-ea"/>
              </a:rPr>
              <a:t>4</a:t>
            </a:r>
            <a:r>
              <a:rPr lang="zh-CN" altLang="en-US" sz="2400" kern="0" dirty="0">
                <a:latin typeface="+mn-lt"/>
              </a:rPr>
              <a:t>，能组成多少个每一位互不相同的三位数？都是多少？用列表保存并打印；</a:t>
            </a:r>
          </a:p>
          <a:p>
            <a:pPr>
              <a:spcBef>
                <a:spcPts val="600"/>
              </a:spcBef>
              <a:spcAft>
                <a:spcPts val="600"/>
              </a:spcAft>
            </a:pPr>
            <a:r>
              <a:rPr lang="zh-CN" altLang="en-US" sz="2400" kern="0" dirty="0">
                <a:latin typeface="+mn-lt"/>
              </a:rPr>
              <a:t>思路提示： </a:t>
            </a:r>
          </a:p>
          <a:p>
            <a:pPr>
              <a:spcBef>
                <a:spcPts val="600"/>
              </a:spcBef>
              <a:spcAft>
                <a:spcPts val="600"/>
              </a:spcAft>
            </a:pPr>
            <a:r>
              <a:rPr lang="zh-CN" altLang="en-US" sz="2400" kern="0" dirty="0">
                <a:latin typeface="+mn-lt"/>
              </a:rPr>
              <a:t>      如果要求，每个数字不同怎么办？</a:t>
            </a:r>
            <a:endParaRPr lang="en-US" altLang="zh-CN" sz="2400" kern="0" dirty="0">
              <a:latin typeface="+mn-lt"/>
            </a:endParaRPr>
          </a:p>
          <a:p>
            <a:pPr>
              <a:spcBef>
                <a:spcPts val="600"/>
              </a:spcBef>
              <a:spcAft>
                <a:spcPts val="600"/>
              </a:spcAft>
            </a:pPr>
            <a:endParaRPr lang="zh-CN" altLang="en-US" sz="2400" kern="0" dirty="0">
              <a:latin typeface="+mn-lt"/>
            </a:endParaRPr>
          </a:p>
          <a:p>
            <a:pPr>
              <a:spcBef>
                <a:spcPts val="600"/>
              </a:spcBef>
              <a:spcAft>
                <a:spcPts val="600"/>
              </a:spcAft>
            </a:pPr>
            <a:endParaRPr lang="zh-CN" altLang="en-US" sz="2400" kern="0" dirty="0">
              <a:latin typeface="+mn-lt"/>
            </a:endParaRPr>
          </a:p>
        </p:txBody>
      </p:sp>
      <p:sp>
        <p:nvSpPr>
          <p:cNvPr id="3" name="矩形 2"/>
          <p:cNvSpPr/>
          <p:nvPr/>
        </p:nvSpPr>
        <p:spPr>
          <a:xfrm>
            <a:off x="6629400" y="5943600"/>
            <a:ext cx="2064348" cy="400110"/>
          </a:xfrm>
          <a:prstGeom prst="rect">
            <a:avLst/>
          </a:prstGeom>
        </p:spPr>
        <p:txBody>
          <a:bodyPr wrap="none">
            <a:spAutoFit/>
          </a:bodyPr>
          <a:lstStyle/>
          <a:p>
            <a:r>
              <a:rPr lang="zh-CN" altLang="en-US" dirty="0">
                <a:solidFill>
                  <a:srgbClr val="C00000"/>
                </a:solidFill>
              </a:rPr>
              <a:t>9_diff_num.py</a:t>
            </a:r>
          </a:p>
        </p:txBody>
      </p:sp>
      <p:sp>
        <p:nvSpPr>
          <p:cNvPr id="6" name="object 3"/>
          <p:cNvSpPr txBox="1">
            <a:spLocks noGrp="1"/>
          </p:cNvSpPr>
          <p:nvPr>
            <p:ph type="title"/>
          </p:nvPr>
        </p:nvSpPr>
        <p:spPr>
          <a:xfrm>
            <a:off x="152400" y="152400"/>
            <a:ext cx="8853488" cy="838200"/>
          </a:xfrm>
          <a:prstGeom prst="rect">
            <a:avLst/>
          </a:prstGeom>
        </p:spPr>
        <p:txBody>
          <a:bodyPr vert="horz" wrap="square" lIns="0" tIns="0" rIns="0" bIns="0" rtlCol="0">
            <a:noAutofit/>
          </a:bodyPr>
          <a:lstStyle/>
          <a:p>
            <a:pPr marL="12700">
              <a:lnSpc>
                <a:spcPct val="100000"/>
              </a:lnSpc>
            </a:pPr>
            <a:r>
              <a:rPr lang="zh-CN" altLang="en-US" sz="3600" dirty="0">
                <a:latin typeface="Microsoft JhengHei" panose="020B0604030504040204" charset="-120"/>
                <a:cs typeface="Microsoft JhengHei" panose="020B0604030504040204" charset="-120"/>
              </a:rPr>
              <a:t>第三类问题：循环判断</a:t>
            </a:r>
            <a:endParaRPr sz="3600" dirty="0">
              <a:latin typeface="Microsoft JhengHei" panose="020B0604030504040204" charset="-120"/>
              <a:cs typeface="Microsoft JhengHei" panose="020B0604030504040204" charset="-120"/>
            </a:endParaRP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p:txBody>
          <a:bodyPr/>
          <a:lstStyle/>
          <a:p>
            <a:r>
              <a:rPr lang="zh-CN" altLang="en-US" dirty="0">
                <a:ea typeface="宋体" panose="02010600030101010101" pitchFamily="2" charset="-122"/>
              </a:rPr>
              <a:t>练习题</a:t>
            </a:r>
          </a:p>
        </p:txBody>
      </p:sp>
      <p:sp>
        <p:nvSpPr>
          <p:cNvPr id="13" name="矩形 12"/>
          <p:cNvSpPr/>
          <p:nvPr/>
        </p:nvSpPr>
        <p:spPr>
          <a:xfrm>
            <a:off x="228600" y="1066800"/>
            <a:ext cx="8753890" cy="829945"/>
          </a:xfrm>
          <a:prstGeom prst="rect">
            <a:avLst/>
          </a:prstGeom>
        </p:spPr>
        <p:txBody>
          <a:bodyPr wrap="square">
            <a:spAutoFit/>
          </a:bodyPr>
          <a:lstStyle/>
          <a:p>
            <a:pPr>
              <a:spcBef>
                <a:spcPts val="600"/>
              </a:spcBef>
              <a:spcAft>
                <a:spcPts val="600"/>
              </a:spcAft>
            </a:pPr>
            <a:r>
              <a:rPr lang="zh-CN" altLang="en-US" sz="2400" dirty="0">
                <a:solidFill>
                  <a:srgbClr val="0070C0"/>
                </a:solidFill>
              </a:rPr>
              <a:t>习题</a:t>
            </a:r>
            <a:r>
              <a:rPr lang="en-US" altLang="zh-CN" sz="2400" dirty="0">
                <a:solidFill>
                  <a:srgbClr val="0070C0"/>
                </a:solidFill>
              </a:rPr>
              <a:t>2</a:t>
            </a:r>
            <a:r>
              <a:rPr lang="zh-CN" altLang="en-US" sz="2400" dirty="0">
                <a:solidFill>
                  <a:srgbClr val="0070C0"/>
                </a:solidFill>
              </a:rPr>
              <a:t>：有</a:t>
            </a:r>
            <a:r>
              <a:rPr lang="en-US" altLang="zh-CN" sz="2400" dirty="0">
                <a:solidFill>
                  <a:srgbClr val="0070C0"/>
                </a:solidFill>
              </a:rPr>
              <a:t>1</a:t>
            </a:r>
            <a:r>
              <a:rPr lang="zh-CN" altLang="en-US" sz="2400" dirty="0">
                <a:solidFill>
                  <a:srgbClr val="0070C0"/>
                </a:solidFill>
              </a:rPr>
              <a:t>、</a:t>
            </a:r>
            <a:r>
              <a:rPr lang="en-US" altLang="zh-CN" sz="2400" dirty="0">
                <a:solidFill>
                  <a:srgbClr val="0070C0"/>
                </a:solidFill>
              </a:rPr>
              <a:t>2</a:t>
            </a:r>
            <a:r>
              <a:rPr lang="zh-CN" altLang="en-US" sz="2400" dirty="0">
                <a:solidFill>
                  <a:srgbClr val="0070C0"/>
                </a:solidFill>
              </a:rPr>
              <a:t>、</a:t>
            </a:r>
            <a:r>
              <a:rPr lang="en-US" altLang="zh-CN" sz="2400" dirty="0">
                <a:solidFill>
                  <a:srgbClr val="0070C0"/>
                </a:solidFill>
              </a:rPr>
              <a:t>3</a:t>
            </a:r>
            <a:r>
              <a:rPr lang="zh-CN" altLang="en-US" sz="2400" dirty="0">
                <a:solidFill>
                  <a:srgbClr val="0070C0"/>
                </a:solidFill>
              </a:rPr>
              <a:t>、</a:t>
            </a:r>
            <a:r>
              <a:rPr lang="en-US" altLang="zh-CN" sz="2400" dirty="0">
                <a:solidFill>
                  <a:srgbClr val="0070C0"/>
                </a:solidFill>
              </a:rPr>
              <a:t>4</a:t>
            </a:r>
            <a:r>
              <a:rPr lang="zh-CN" altLang="en-US" sz="2400" dirty="0">
                <a:solidFill>
                  <a:srgbClr val="0070C0"/>
                </a:solidFill>
              </a:rPr>
              <a:t>个数字，能组成多少个互不相同三位数？都是多少？</a:t>
            </a:r>
            <a:endParaRPr lang="zh-CN" altLang="en-US" sz="2400" dirty="0">
              <a:solidFill>
                <a:srgbClr val="0070C0"/>
              </a:solidFill>
              <a:latin typeface="Adobe 黑体 Std R"/>
              <a:cs typeface="Adobe 黑体 Std R"/>
            </a:endParaRPr>
          </a:p>
        </p:txBody>
      </p:sp>
      <p:pic>
        <p:nvPicPr>
          <p:cNvPr id="3" name="图片 2"/>
          <p:cNvPicPr>
            <a:picLocks noChangeAspect="1"/>
          </p:cNvPicPr>
          <p:nvPr/>
        </p:nvPicPr>
        <p:blipFill>
          <a:blip r:embed="rId3"/>
          <a:stretch>
            <a:fillRect/>
          </a:stretch>
        </p:blipFill>
        <p:spPr>
          <a:xfrm>
            <a:off x="990599" y="2091210"/>
            <a:ext cx="5402739" cy="3623789"/>
          </a:xfrm>
          <a:prstGeom prst="rect">
            <a:avLst/>
          </a:prstGeom>
        </p:spPr>
      </p:pic>
      <p:sp>
        <p:nvSpPr>
          <p:cNvPr id="4" name="圆角矩形 3"/>
          <p:cNvSpPr/>
          <p:nvPr/>
        </p:nvSpPr>
        <p:spPr bwMode="auto">
          <a:xfrm>
            <a:off x="2133600" y="3505200"/>
            <a:ext cx="4495800" cy="381000"/>
          </a:xfrm>
          <a:prstGeom prst="roundRect">
            <a:avLst/>
          </a:prstGeom>
          <a:noFill/>
          <a:ln w="25400">
            <a:solidFill>
              <a:srgbClr val="C00000"/>
            </a:solidFill>
          </a:ln>
        </p:spPr>
        <p:txBody>
          <a:bodyPr vert="horz" wrap="square" lIns="91440" tIns="45720" rIns="91440" bIns="45720" numCol="1" rtlCol="0" anchor="t" anchorCtr="0" compatLnSpc="1">
            <a:spAutoFit/>
          </a:bodyPr>
          <a:lstStyle/>
          <a:p>
            <a:pPr marL="1196975" marR="0" indent="-282575" algn="l" defTabSz="914400" rtl="0" eaLnBrk="1" fontAlgn="base" latinLnBrk="0" hangingPunct="1">
              <a:lnSpc>
                <a:spcPct val="100000"/>
              </a:lnSpc>
              <a:spcBef>
                <a:spcPts val="500"/>
              </a:spcBef>
              <a:spcAft>
                <a:spcPct val="0"/>
              </a:spcAft>
              <a:buClr>
                <a:srgbClr val="800080"/>
              </a:buClr>
              <a:buSzPct val="55000"/>
              <a:buFont typeface="Wingdings" panose="05000000000000000000" pitchFamily="2" charset="2"/>
              <a:buChar char="n"/>
            </a:pPr>
            <a:endParaRPr kumimoji="0" lang="zh-CN" altLang="en-US" sz="2000" b="0" i="0" u="none" strike="noStrike" cap="none" normalizeH="0" baseline="0">
              <a:ln>
                <a:noFill/>
              </a:ln>
              <a:solidFill>
                <a:schemeClr val="tx1"/>
              </a:solidFill>
              <a:effectLst/>
              <a:latin typeface="Verdana" panose="020B0604030504040204" pitchFamily="34" charset="0"/>
              <a:cs typeface="Times New Roman" panose="02020603050405020304" pitchFamily="18" charset="0"/>
            </a:endParaRPr>
          </a:p>
        </p:txBody>
      </p:sp>
      <p:sp>
        <p:nvSpPr>
          <p:cNvPr id="6" name="矩形 5"/>
          <p:cNvSpPr/>
          <p:nvPr/>
        </p:nvSpPr>
        <p:spPr>
          <a:xfrm>
            <a:off x="6629400" y="5943600"/>
            <a:ext cx="2064348" cy="400110"/>
          </a:xfrm>
          <a:prstGeom prst="rect">
            <a:avLst/>
          </a:prstGeom>
        </p:spPr>
        <p:txBody>
          <a:bodyPr wrap="none">
            <a:spAutoFit/>
          </a:bodyPr>
          <a:lstStyle/>
          <a:p>
            <a:r>
              <a:rPr lang="zh-CN" altLang="en-US" dirty="0">
                <a:solidFill>
                  <a:srgbClr val="C00000"/>
                </a:solidFill>
              </a:rPr>
              <a:t>9_diff_num.py</a:t>
            </a: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p:txBody>
          <a:bodyPr/>
          <a:lstStyle/>
          <a:p>
            <a:r>
              <a:rPr lang="zh-CN" altLang="en-US" dirty="0">
                <a:ea typeface="宋体" panose="02010600030101010101" pitchFamily="2" charset="-122"/>
              </a:rPr>
              <a:t>练习题</a:t>
            </a:r>
          </a:p>
        </p:txBody>
      </p:sp>
      <p:sp>
        <p:nvSpPr>
          <p:cNvPr id="13" name="矩形 12"/>
          <p:cNvSpPr/>
          <p:nvPr/>
        </p:nvSpPr>
        <p:spPr>
          <a:xfrm>
            <a:off x="298084" y="2643505"/>
            <a:ext cx="8332201" cy="1753235"/>
          </a:xfrm>
          <a:prstGeom prst="rect">
            <a:avLst/>
          </a:prstGeom>
        </p:spPr>
        <p:txBody>
          <a:bodyPr wrap="square">
            <a:spAutoFit/>
          </a:bodyPr>
          <a:lstStyle/>
          <a:p>
            <a:pPr>
              <a:spcBef>
                <a:spcPts val="600"/>
              </a:spcBef>
              <a:spcAft>
                <a:spcPts val="600"/>
              </a:spcAft>
            </a:pPr>
            <a:r>
              <a:rPr lang="zh-CN" altLang="en-US" sz="3600" b="1" dirty="0">
                <a:solidFill>
                  <a:srgbClr val="0070C0"/>
                </a:solidFill>
              </a:rPr>
              <a:t>习题</a:t>
            </a:r>
            <a:r>
              <a:rPr lang="en-US" altLang="zh-CN" sz="3600" b="1" dirty="0">
                <a:solidFill>
                  <a:srgbClr val="0070C0"/>
                </a:solidFill>
              </a:rPr>
              <a:t>3</a:t>
            </a:r>
            <a:r>
              <a:rPr lang="zh-CN" altLang="en-US" sz="3600" b="1" dirty="0">
                <a:solidFill>
                  <a:srgbClr val="0070C0"/>
                </a:solidFill>
              </a:rPr>
              <a:t>：</a:t>
            </a:r>
            <a:r>
              <a:rPr lang="zh-CN" altLang="en-US" sz="3600" b="1" dirty="0">
                <a:solidFill>
                  <a:srgbClr val="0070C0"/>
                </a:solidFill>
                <a:latin typeface="Adobe 黑体 Std R"/>
                <a:cs typeface="Adobe 黑体 Std R"/>
              </a:rPr>
              <a:t>一个整数，它加上</a:t>
            </a:r>
            <a:r>
              <a:rPr lang="en-US" altLang="zh-CN" sz="3600" b="1" dirty="0">
                <a:solidFill>
                  <a:srgbClr val="0070C0"/>
                </a:solidFill>
                <a:latin typeface="Adobe 黑体 Std R"/>
                <a:cs typeface="Adobe 黑体 Std R"/>
              </a:rPr>
              <a:t>100</a:t>
            </a:r>
            <a:r>
              <a:rPr lang="zh-CN" altLang="en-US" sz="3600" b="1" dirty="0">
                <a:solidFill>
                  <a:srgbClr val="0070C0"/>
                </a:solidFill>
                <a:latin typeface="Adobe 黑体 Std R"/>
                <a:cs typeface="Adobe 黑体 Std R"/>
              </a:rPr>
              <a:t>后是一个完全平方，再加上</a:t>
            </a:r>
            <a:r>
              <a:rPr lang="en-US" altLang="zh-CN" sz="3600" b="1" dirty="0">
                <a:solidFill>
                  <a:srgbClr val="0070C0"/>
                </a:solidFill>
                <a:latin typeface="Adobe 黑体 Std R"/>
                <a:cs typeface="Adobe 黑体 Std R"/>
              </a:rPr>
              <a:t>168</a:t>
            </a:r>
            <a:r>
              <a:rPr lang="zh-CN" altLang="en-US" sz="3600" b="1" dirty="0">
                <a:solidFill>
                  <a:srgbClr val="0070C0"/>
                </a:solidFill>
                <a:latin typeface="Adobe 黑体 Std R"/>
                <a:cs typeface="Adobe 黑体 Std R"/>
              </a:rPr>
              <a:t>又是一个完全平方，请问该数是？</a:t>
            </a:r>
          </a:p>
        </p:txBody>
      </p:sp>
      <p:sp>
        <p:nvSpPr>
          <p:cNvPr id="3" name="矩形 2"/>
          <p:cNvSpPr/>
          <p:nvPr/>
        </p:nvSpPr>
        <p:spPr>
          <a:xfrm>
            <a:off x="6843399" y="5943600"/>
            <a:ext cx="1787028" cy="400110"/>
          </a:xfrm>
          <a:prstGeom prst="rect">
            <a:avLst/>
          </a:prstGeom>
        </p:spPr>
        <p:txBody>
          <a:bodyPr wrap="none">
            <a:spAutoFit/>
          </a:bodyPr>
          <a:lstStyle/>
          <a:p>
            <a:r>
              <a:rPr lang="zh-CN" altLang="en-US" dirty="0">
                <a:solidFill>
                  <a:srgbClr val="C00000"/>
                </a:solidFill>
              </a:rPr>
              <a:t>9_square.py</a:t>
            </a:r>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p:txBody>
          <a:bodyPr/>
          <a:lstStyle/>
          <a:p>
            <a:r>
              <a:rPr lang="zh-CN" altLang="en-US" dirty="0">
                <a:ea typeface="宋体" panose="02010600030101010101" pitchFamily="2" charset="-122"/>
              </a:rPr>
              <a:t>练习题</a:t>
            </a:r>
          </a:p>
        </p:txBody>
      </p:sp>
      <p:sp>
        <p:nvSpPr>
          <p:cNvPr id="13" name="矩形 12"/>
          <p:cNvSpPr/>
          <p:nvPr/>
        </p:nvSpPr>
        <p:spPr>
          <a:xfrm>
            <a:off x="202199" y="1143000"/>
            <a:ext cx="8332201" cy="830997"/>
          </a:xfrm>
          <a:prstGeom prst="rect">
            <a:avLst/>
          </a:prstGeom>
        </p:spPr>
        <p:txBody>
          <a:bodyPr wrap="square">
            <a:spAutoFit/>
          </a:bodyPr>
          <a:lstStyle/>
          <a:p>
            <a:pPr>
              <a:spcBef>
                <a:spcPts val="600"/>
              </a:spcBef>
              <a:spcAft>
                <a:spcPts val="600"/>
              </a:spcAft>
            </a:pPr>
            <a:r>
              <a:rPr lang="zh-CN" altLang="en-US" sz="2400" dirty="0">
                <a:solidFill>
                  <a:srgbClr val="0070C0"/>
                </a:solidFill>
              </a:rPr>
              <a:t>习题</a:t>
            </a:r>
            <a:r>
              <a:rPr lang="en-US" altLang="zh-CN" sz="2400" dirty="0">
                <a:solidFill>
                  <a:srgbClr val="0070C0"/>
                </a:solidFill>
              </a:rPr>
              <a:t>3</a:t>
            </a:r>
            <a:r>
              <a:rPr lang="zh-CN" altLang="en-US" sz="2400" dirty="0">
                <a:solidFill>
                  <a:srgbClr val="0070C0"/>
                </a:solidFill>
              </a:rPr>
              <a:t>：</a:t>
            </a:r>
            <a:r>
              <a:rPr lang="zh-CN" altLang="en-US" sz="2400" dirty="0">
                <a:solidFill>
                  <a:srgbClr val="0070C0"/>
                </a:solidFill>
                <a:latin typeface="Adobe 黑体 Std R"/>
                <a:cs typeface="Adobe 黑体 Std R"/>
              </a:rPr>
              <a:t>一个整数，它加上</a:t>
            </a:r>
            <a:r>
              <a:rPr lang="en-US" altLang="zh-CN" sz="2400" dirty="0">
                <a:solidFill>
                  <a:srgbClr val="0070C0"/>
                </a:solidFill>
                <a:latin typeface="Adobe 黑体 Std R"/>
                <a:cs typeface="Adobe 黑体 Std R"/>
              </a:rPr>
              <a:t>100</a:t>
            </a:r>
            <a:r>
              <a:rPr lang="zh-CN" altLang="en-US" sz="2400" dirty="0">
                <a:solidFill>
                  <a:srgbClr val="0070C0"/>
                </a:solidFill>
                <a:latin typeface="Adobe 黑体 Std R"/>
                <a:cs typeface="Adobe 黑体 Std R"/>
              </a:rPr>
              <a:t>后是一个完全平方，再加上</a:t>
            </a:r>
            <a:r>
              <a:rPr lang="en-US" altLang="zh-CN" sz="2400" dirty="0">
                <a:solidFill>
                  <a:srgbClr val="0070C0"/>
                </a:solidFill>
                <a:latin typeface="Adobe 黑体 Std R"/>
                <a:cs typeface="Adobe 黑体 Std R"/>
              </a:rPr>
              <a:t>168</a:t>
            </a:r>
            <a:r>
              <a:rPr lang="zh-CN" altLang="en-US" sz="2400" dirty="0">
                <a:solidFill>
                  <a:srgbClr val="0070C0"/>
                </a:solidFill>
                <a:latin typeface="Adobe 黑体 Std R"/>
                <a:cs typeface="Adobe 黑体 Std R"/>
              </a:rPr>
              <a:t>又是一个完全平方，请问该数是？</a:t>
            </a:r>
          </a:p>
        </p:txBody>
      </p:sp>
      <p:pic>
        <p:nvPicPr>
          <p:cNvPr id="2" name="图片 1"/>
          <p:cNvPicPr>
            <a:picLocks noChangeAspect="1"/>
          </p:cNvPicPr>
          <p:nvPr/>
        </p:nvPicPr>
        <p:blipFill>
          <a:blip r:embed="rId3"/>
          <a:stretch>
            <a:fillRect/>
          </a:stretch>
        </p:blipFill>
        <p:spPr>
          <a:xfrm>
            <a:off x="609600" y="2126397"/>
            <a:ext cx="6233799" cy="2514600"/>
          </a:xfrm>
          <a:prstGeom prst="rect">
            <a:avLst/>
          </a:prstGeom>
        </p:spPr>
      </p:pic>
      <p:sp>
        <p:nvSpPr>
          <p:cNvPr id="3" name="矩形 2"/>
          <p:cNvSpPr/>
          <p:nvPr/>
        </p:nvSpPr>
        <p:spPr>
          <a:xfrm>
            <a:off x="6843399" y="5943600"/>
            <a:ext cx="1787028" cy="400110"/>
          </a:xfrm>
          <a:prstGeom prst="rect">
            <a:avLst/>
          </a:prstGeom>
        </p:spPr>
        <p:txBody>
          <a:bodyPr wrap="none">
            <a:spAutoFit/>
          </a:bodyPr>
          <a:lstStyle/>
          <a:p>
            <a:r>
              <a:rPr lang="zh-CN" altLang="en-US" dirty="0">
                <a:solidFill>
                  <a:srgbClr val="C00000"/>
                </a:solidFill>
              </a:rPr>
              <a:t>9_square.py</a:t>
            </a: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p:txBody>
          <a:bodyPr/>
          <a:lstStyle/>
          <a:p>
            <a:r>
              <a:rPr lang="zh-CN" altLang="en-US" dirty="0">
                <a:ea typeface="宋体" panose="02010600030101010101" pitchFamily="2" charset="-122"/>
              </a:rPr>
              <a:t>练习题</a:t>
            </a:r>
          </a:p>
        </p:txBody>
      </p:sp>
      <p:sp>
        <p:nvSpPr>
          <p:cNvPr id="13" name="矩形 12"/>
          <p:cNvSpPr/>
          <p:nvPr/>
        </p:nvSpPr>
        <p:spPr>
          <a:xfrm>
            <a:off x="202199" y="1143000"/>
            <a:ext cx="8332201" cy="2646045"/>
          </a:xfrm>
          <a:prstGeom prst="rect">
            <a:avLst/>
          </a:prstGeom>
        </p:spPr>
        <p:txBody>
          <a:bodyPr wrap="square">
            <a:spAutoFit/>
          </a:bodyPr>
          <a:lstStyle/>
          <a:p>
            <a:pPr>
              <a:spcBef>
                <a:spcPts val="600"/>
              </a:spcBef>
              <a:spcAft>
                <a:spcPts val="600"/>
              </a:spcAft>
            </a:pPr>
            <a:r>
              <a:rPr lang="zh-CN" altLang="en-US" sz="3200" b="1" dirty="0">
                <a:solidFill>
                  <a:srgbClr val="0070C0"/>
                </a:solidFill>
              </a:rPr>
              <a:t>习题</a:t>
            </a:r>
            <a:r>
              <a:rPr lang="en-US" altLang="zh-CN" sz="3200" b="1" dirty="0">
                <a:solidFill>
                  <a:srgbClr val="0070C0"/>
                </a:solidFill>
              </a:rPr>
              <a:t>4</a:t>
            </a:r>
            <a:r>
              <a:rPr lang="zh-CN" altLang="en-US" sz="3200" b="1" dirty="0">
                <a:solidFill>
                  <a:srgbClr val="0070C0"/>
                </a:solidFill>
              </a:rPr>
              <a:t>：</a:t>
            </a:r>
            <a:r>
              <a:rPr lang="zh-CN" altLang="en-US" sz="3200" b="1" dirty="0">
                <a:solidFill>
                  <a:srgbClr val="0070C0"/>
                </a:solidFill>
                <a:latin typeface="Adobe 黑体 Std R"/>
                <a:cs typeface="Adobe 黑体 Std R"/>
              </a:rPr>
              <a:t>打印出所有的</a:t>
            </a:r>
            <a:r>
              <a:rPr lang="en-US" altLang="zh-CN" sz="3200" b="1" dirty="0">
                <a:solidFill>
                  <a:srgbClr val="0070C0"/>
                </a:solidFill>
                <a:latin typeface="Adobe 黑体 Std R"/>
                <a:cs typeface="Adobe 黑体 Std R"/>
              </a:rPr>
              <a:t>“</a:t>
            </a:r>
            <a:r>
              <a:rPr lang="zh-CN" altLang="en-US" sz="3200" b="1" dirty="0">
                <a:solidFill>
                  <a:srgbClr val="0070C0"/>
                </a:solidFill>
                <a:latin typeface="Adobe 黑体 Std R"/>
                <a:cs typeface="Adobe 黑体 Std R"/>
              </a:rPr>
              <a:t>水仙花数</a:t>
            </a:r>
            <a:r>
              <a:rPr lang="en-US" altLang="zh-CN" sz="3200" b="1" dirty="0">
                <a:solidFill>
                  <a:srgbClr val="0070C0"/>
                </a:solidFill>
                <a:latin typeface="Adobe 黑体 Std R"/>
                <a:cs typeface="Adobe 黑体 Std R"/>
              </a:rPr>
              <a:t>”</a:t>
            </a:r>
            <a:r>
              <a:rPr lang="zh-CN" altLang="en-US" sz="3200" b="1" dirty="0">
                <a:solidFill>
                  <a:srgbClr val="0070C0"/>
                </a:solidFill>
                <a:latin typeface="Adobe 黑体 Std R"/>
                <a:cs typeface="Adobe 黑体 Std R"/>
              </a:rPr>
              <a:t>，所谓</a:t>
            </a:r>
            <a:r>
              <a:rPr lang="en-US" altLang="zh-CN" sz="3200" b="1" dirty="0">
                <a:solidFill>
                  <a:srgbClr val="0070C0"/>
                </a:solidFill>
                <a:latin typeface="Adobe 黑体 Std R"/>
                <a:cs typeface="Adobe 黑体 Std R"/>
              </a:rPr>
              <a:t>“</a:t>
            </a:r>
            <a:r>
              <a:rPr lang="zh-CN" altLang="en-US" sz="3200" b="1" dirty="0">
                <a:solidFill>
                  <a:srgbClr val="0070C0"/>
                </a:solidFill>
                <a:latin typeface="Adobe 黑体 Std R"/>
                <a:cs typeface="Adobe 黑体 Std R"/>
              </a:rPr>
              <a:t>水仙花数</a:t>
            </a:r>
            <a:r>
              <a:rPr lang="en-US" altLang="zh-CN" sz="3200" b="1" dirty="0">
                <a:solidFill>
                  <a:srgbClr val="0070C0"/>
                </a:solidFill>
                <a:latin typeface="Adobe 黑体 Std R"/>
                <a:cs typeface="Adobe 黑体 Std R"/>
              </a:rPr>
              <a:t>”</a:t>
            </a:r>
            <a:r>
              <a:rPr lang="zh-CN" altLang="en-US" sz="3200" b="1" dirty="0">
                <a:solidFill>
                  <a:srgbClr val="0070C0"/>
                </a:solidFill>
                <a:latin typeface="Adobe 黑体 Std R"/>
                <a:cs typeface="Adobe 黑体 Std R"/>
              </a:rPr>
              <a:t>是指一个三位数，其各位数字立方和等于该数本身</a:t>
            </a:r>
            <a:r>
              <a:rPr lang="zh-CN" altLang="en-US" sz="3600" b="1" dirty="0">
                <a:solidFill>
                  <a:srgbClr val="0070C0"/>
                </a:solidFill>
                <a:latin typeface="Adobe 黑体 Std R"/>
                <a:cs typeface="Adobe 黑体 Std R"/>
              </a:rPr>
              <a:t>。</a:t>
            </a:r>
          </a:p>
          <a:p>
            <a:pPr>
              <a:spcBef>
                <a:spcPts val="600"/>
              </a:spcBef>
              <a:spcAft>
                <a:spcPts val="600"/>
              </a:spcAft>
            </a:pPr>
            <a:r>
              <a:rPr lang="zh-CN" altLang="en-US" sz="2800" b="1" dirty="0">
                <a:solidFill>
                  <a:srgbClr val="0070C0"/>
                </a:solidFill>
                <a:latin typeface="Adobe 黑体 Std R"/>
                <a:cs typeface="Adobe 黑体 Std R"/>
              </a:rPr>
              <a:t>如：</a:t>
            </a:r>
            <a:r>
              <a:rPr lang="en-US" altLang="zh-CN" sz="2800" b="1" dirty="0">
                <a:solidFill>
                  <a:srgbClr val="0070C0"/>
                </a:solidFill>
                <a:latin typeface="Adobe 黑体 Std R"/>
                <a:cs typeface="Adobe 黑体 Std R"/>
              </a:rPr>
              <a:t>153</a:t>
            </a:r>
            <a:r>
              <a:rPr lang="zh-CN" altLang="en-US" sz="2800" b="1" dirty="0">
                <a:solidFill>
                  <a:srgbClr val="0070C0"/>
                </a:solidFill>
                <a:latin typeface="Adobe 黑体 Std R"/>
                <a:cs typeface="Adobe 黑体 Std R"/>
              </a:rPr>
              <a:t>是一个</a:t>
            </a:r>
            <a:r>
              <a:rPr lang="en-US" altLang="zh-CN" sz="2800" b="1" dirty="0">
                <a:solidFill>
                  <a:srgbClr val="0070C0"/>
                </a:solidFill>
                <a:latin typeface="Adobe 黑体 Std R"/>
                <a:cs typeface="Adobe 黑体 Std R"/>
              </a:rPr>
              <a:t>“</a:t>
            </a:r>
            <a:r>
              <a:rPr lang="zh-CN" altLang="en-US" sz="2800" b="1" dirty="0">
                <a:solidFill>
                  <a:srgbClr val="0070C0"/>
                </a:solidFill>
                <a:latin typeface="Adobe 黑体 Std R"/>
                <a:cs typeface="Adobe 黑体 Std R"/>
              </a:rPr>
              <a:t>水仙花数</a:t>
            </a:r>
            <a:r>
              <a:rPr lang="en-US" altLang="zh-CN" sz="2800" b="1" dirty="0">
                <a:solidFill>
                  <a:srgbClr val="0070C0"/>
                </a:solidFill>
                <a:latin typeface="Adobe 黑体 Std R"/>
                <a:cs typeface="Adobe 黑体 Std R"/>
              </a:rPr>
              <a:t>”</a:t>
            </a:r>
            <a:r>
              <a:rPr lang="zh-CN" altLang="en-US" sz="2800" b="1" dirty="0">
                <a:solidFill>
                  <a:srgbClr val="0070C0"/>
                </a:solidFill>
                <a:latin typeface="Adobe 黑体 Std R"/>
                <a:cs typeface="Adobe 黑体 Std R"/>
              </a:rPr>
              <a:t>，因为</a:t>
            </a:r>
            <a:r>
              <a:rPr lang="en-US" altLang="zh-CN" sz="2800" b="1" dirty="0">
                <a:solidFill>
                  <a:srgbClr val="0070C0"/>
                </a:solidFill>
                <a:latin typeface="Adobe 黑体 Std R"/>
                <a:cs typeface="Adobe 黑体 Std R"/>
              </a:rPr>
              <a:t>153=1</a:t>
            </a:r>
            <a:r>
              <a:rPr lang="zh-CN" altLang="en-US" sz="2800" b="1" dirty="0">
                <a:solidFill>
                  <a:srgbClr val="0070C0"/>
                </a:solidFill>
                <a:latin typeface="Adobe 黑体 Std R"/>
                <a:cs typeface="Adobe 黑体 Std R"/>
              </a:rPr>
              <a:t>的三次方＋</a:t>
            </a:r>
            <a:r>
              <a:rPr lang="en-US" altLang="zh-CN" sz="2800" b="1" dirty="0">
                <a:solidFill>
                  <a:srgbClr val="0070C0"/>
                </a:solidFill>
                <a:latin typeface="Adobe 黑体 Std R"/>
                <a:cs typeface="Adobe 黑体 Std R"/>
              </a:rPr>
              <a:t>5</a:t>
            </a:r>
            <a:r>
              <a:rPr lang="zh-CN" altLang="en-US" sz="2800" b="1" dirty="0">
                <a:solidFill>
                  <a:srgbClr val="0070C0"/>
                </a:solidFill>
                <a:latin typeface="Adobe 黑体 Std R"/>
                <a:cs typeface="Adobe 黑体 Std R"/>
              </a:rPr>
              <a:t>的三次方＋</a:t>
            </a:r>
            <a:r>
              <a:rPr lang="en-US" altLang="zh-CN" sz="2800" b="1" dirty="0">
                <a:solidFill>
                  <a:srgbClr val="0070C0"/>
                </a:solidFill>
                <a:latin typeface="Adobe 黑体 Std R"/>
                <a:cs typeface="Adobe 黑体 Std R"/>
              </a:rPr>
              <a:t>3</a:t>
            </a:r>
            <a:r>
              <a:rPr lang="zh-CN" altLang="en-US" sz="2800" b="1" dirty="0">
                <a:solidFill>
                  <a:srgbClr val="0070C0"/>
                </a:solidFill>
                <a:latin typeface="Adobe 黑体 Std R"/>
                <a:cs typeface="Adobe 黑体 Std R"/>
              </a:rPr>
              <a:t>的三次方。</a:t>
            </a:r>
          </a:p>
        </p:txBody>
      </p:sp>
      <p:sp>
        <p:nvSpPr>
          <p:cNvPr id="2" name="矩形 1"/>
          <p:cNvSpPr/>
          <p:nvPr/>
        </p:nvSpPr>
        <p:spPr>
          <a:xfrm>
            <a:off x="6934200" y="6019800"/>
            <a:ext cx="1395318" cy="400110"/>
          </a:xfrm>
          <a:prstGeom prst="rect">
            <a:avLst/>
          </a:prstGeom>
        </p:spPr>
        <p:txBody>
          <a:bodyPr wrap="none">
            <a:spAutoFit/>
          </a:bodyPr>
          <a:lstStyle/>
          <a:p>
            <a:r>
              <a:rPr lang="zh-CN" altLang="en-US" dirty="0">
                <a:solidFill>
                  <a:srgbClr val="C00000"/>
                </a:solidFill>
              </a:rPr>
              <a:t>9_daff.py</a:t>
            </a: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p:txBody>
          <a:bodyPr/>
          <a:lstStyle/>
          <a:p>
            <a:r>
              <a:rPr lang="zh-CN" altLang="en-US" dirty="0">
                <a:ea typeface="宋体" panose="02010600030101010101" pitchFamily="2" charset="-122"/>
              </a:rPr>
              <a:t>练习题</a:t>
            </a:r>
          </a:p>
        </p:txBody>
      </p:sp>
      <p:sp>
        <p:nvSpPr>
          <p:cNvPr id="13" name="矩形 12"/>
          <p:cNvSpPr/>
          <p:nvPr/>
        </p:nvSpPr>
        <p:spPr>
          <a:xfrm>
            <a:off x="202199" y="1143000"/>
            <a:ext cx="8332201" cy="1600438"/>
          </a:xfrm>
          <a:prstGeom prst="rect">
            <a:avLst/>
          </a:prstGeom>
        </p:spPr>
        <p:txBody>
          <a:bodyPr wrap="square">
            <a:spAutoFit/>
          </a:bodyPr>
          <a:lstStyle/>
          <a:p>
            <a:pPr>
              <a:spcBef>
                <a:spcPts val="600"/>
              </a:spcBef>
              <a:spcAft>
                <a:spcPts val="600"/>
              </a:spcAft>
            </a:pPr>
            <a:r>
              <a:rPr lang="zh-CN" altLang="en-US" sz="2400" dirty="0">
                <a:solidFill>
                  <a:srgbClr val="0070C0"/>
                </a:solidFill>
              </a:rPr>
              <a:t>习题</a:t>
            </a:r>
            <a:r>
              <a:rPr lang="en-US" altLang="zh-CN" sz="2400" dirty="0">
                <a:solidFill>
                  <a:srgbClr val="0070C0"/>
                </a:solidFill>
              </a:rPr>
              <a:t>4</a:t>
            </a:r>
            <a:r>
              <a:rPr lang="zh-CN" altLang="en-US" sz="2400" dirty="0">
                <a:solidFill>
                  <a:srgbClr val="0070C0"/>
                </a:solidFill>
              </a:rPr>
              <a:t>：</a:t>
            </a:r>
            <a:r>
              <a:rPr lang="zh-CN" altLang="en-US" sz="2400" dirty="0">
                <a:solidFill>
                  <a:srgbClr val="0070C0"/>
                </a:solidFill>
                <a:latin typeface="Adobe 黑体 Std R"/>
                <a:cs typeface="Adobe 黑体 Std R"/>
              </a:rPr>
              <a:t>打印出所有的</a:t>
            </a:r>
            <a:r>
              <a:rPr lang="en-US" altLang="zh-CN" sz="2400" dirty="0">
                <a:solidFill>
                  <a:srgbClr val="0070C0"/>
                </a:solidFill>
                <a:latin typeface="Adobe 黑体 Std R"/>
                <a:cs typeface="Adobe 黑体 Std R"/>
              </a:rPr>
              <a:t>“</a:t>
            </a:r>
            <a:r>
              <a:rPr lang="zh-CN" altLang="en-US" sz="2400" dirty="0">
                <a:solidFill>
                  <a:srgbClr val="0070C0"/>
                </a:solidFill>
                <a:latin typeface="Adobe 黑体 Std R"/>
                <a:cs typeface="Adobe 黑体 Std R"/>
              </a:rPr>
              <a:t>水仙花数</a:t>
            </a:r>
            <a:r>
              <a:rPr lang="en-US" altLang="zh-CN" sz="2400" dirty="0">
                <a:solidFill>
                  <a:srgbClr val="0070C0"/>
                </a:solidFill>
                <a:latin typeface="Adobe 黑体 Std R"/>
                <a:cs typeface="Adobe 黑体 Std R"/>
              </a:rPr>
              <a:t>”</a:t>
            </a:r>
            <a:r>
              <a:rPr lang="zh-CN" altLang="en-US" sz="2400" dirty="0">
                <a:solidFill>
                  <a:srgbClr val="0070C0"/>
                </a:solidFill>
                <a:latin typeface="Adobe 黑体 Std R"/>
                <a:cs typeface="Adobe 黑体 Std R"/>
              </a:rPr>
              <a:t>，所谓</a:t>
            </a:r>
            <a:r>
              <a:rPr lang="en-US" altLang="zh-CN" sz="2400" dirty="0">
                <a:solidFill>
                  <a:srgbClr val="0070C0"/>
                </a:solidFill>
                <a:latin typeface="Adobe 黑体 Std R"/>
                <a:cs typeface="Adobe 黑体 Std R"/>
              </a:rPr>
              <a:t>“</a:t>
            </a:r>
            <a:r>
              <a:rPr lang="zh-CN" altLang="en-US" sz="2400" dirty="0">
                <a:solidFill>
                  <a:srgbClr val="0070C0"/>
                </a:solidFill>
                <a:latin typeface="Adobe 黑体 Std R"/>
                <a:cs typeface="Adobe 黑体 Std R"/>
              </a:rPr>
              <a:t>水仙花数</a:t>
            </a:r>
            <a:r>
              <a:rPr lang="en-US" altLang="zh-CN" sz="2400" dirty="0">
                <a:solidFill>
                  <a:srgbClr val="0070C0"/>
                </a:solidFill>
                <a:latin typeface="Adobe 黑体 Std R"/>
                <a:cs typeface="Adobe 黑体 Std R"/>
              </a:rPr>
              <a:t>”</a:t>
            </a:r>
            <a:r>
              <a:rPr lang="zh-CN" altLang="en-US" sz="2400" dirty="0">
                <a:solidFill>
                  <a:srgbClr val="0070C0"/>
                </a:solidFill>
                <a:latin typeface="Adobe 黑体 Std R"/>
                <a:cs typeface="Adobe 黑体 Std R"/>
              </a:rPr>
              <a:t>是指一个三位数，其各位数字立方和等于该数本身。</a:t>
            </a:r>
            <a:endParaRPr lang="en-US" altLang="zh-CN" sz="2400" dirty="0">
              <a:solidFill>
                <a:srgbClr val="0070C0"/>
              </a:solidFill>
              <a:latin typeface="Adobe 黑体 Std R"/>
              <a:cs typeface="Adobe 黑体 Std R"/>
            </a:endParaRPr>
          </a:p>
          <a:p>
            <a:pPr>
              <a:spcBef>
                <a:spcPts val="600"/>
              </a:spcBef>
              <a:spcAft>
                <a:spcPts val="600"/>
              </a:spcAft>
            </a:pPr>
            <a:r>
              <a:rPr lang="zh-CN" altLang="en-US" dirty="0">
                <a:solidFill>
                  <a:srgbClr val="0070C0"/>
                </a:solidFill>
                <a:latin typeface="Adobe 黑体 Std R"/>
                <a:cs typeface="Adobe 黑体 Std R"/>
              </a:rPr>
              <a:t>如：</a:t>
            </a:r>
            <a:r>
              <a:rPr lang="en-US" altLang="zh-CN" dirty="0">
                <a:solidFill>
                  <a:srgbClr val="0070C0"/>
                </a:solidFill>
                <a:latin typeface="Adobe 黑体 Std R"/>
                <a:cs typeface="Adobe 黑体 Std R"/>
              </a:rPr>
              <a:t>153</a:t>
            </a:r>
            <a:r>
              <a:rPr lang="zh-CN" altLang="en-US" dirty="0">
                <a:solidFill>
                  <a:srgbClr val="0070C0"/>
                </a:solidFill>
                <a:latin typeface="Adobe 黑体 Std R"/>
                <a:cs typeface="Adobe 黑体 Std R"/>
              </a:rPr>
              <a:t>是一个</a:t>
            </a:r>
            <a:r>
              <a:rPr lang="en-US" altLang="zh-CN" dirty="0">
                <a:solidFill>
                  <a:srgbClr val="0070C0"/>
                </a:solidFill>
                <a:latin typeface="Adobe 黑体 Std R"/>
                <a:cs typeface="Adobe 黑体 Std R"/>
              </a:rPr>
              <a:t>“</a:t>
            </a:r>
            <a:r>
              <a:rPr lang="zh-CN" altLang="en-US" dirty="0">
                <a:solidFill>
                  <a:srgbClr val="0070C0"/>
                </a:solidFill>
                <a:latin typeface="Adobe 黑体 Std R"/>
                <a:cs typeface="Adobe 黑体 Std R"/>
              </a:rPr>
              <a:t>水仙花数</a:t>
            </a:r>
            <a:r>
              <a:rPr lang="en-US" altLang="zh-CN" dirty="0">
                <a:solidFill>
                  <a:srgbClr val="0070C0"/>
                </a:solidFill>
                <a:latin typeface="Adobe 黑体 Std R"/>
                <a:cs typeface="Adobe 黑体 Std R"/>
              </a:rPr>
              <a:t>”</a:t>
            </a:r>
            <a:r>
              <a:rPr lang="zh-CN" altLang="en-US" dirty="0">
                <a:solidFill>
                  <a:srgbClr val="0070C0"/>
                </a:solidFill>
                <a:latin typeface="Adobe 黑体 Std R"/>
                <a:cs typeface="Adobe 黑体 Std R"/>
              </a:rPr>
              <a:t>，因为</a:t>
            </a:r>
            <a:r>
              <a:rPr lang="en-US" altLang="zh-CN" dirty="0">
                <a:solidFill>
                  <a:srgbClr val="0070C0"/>
                </a:solidFill>
                <a:latin typeface="Adobe 黑体 Std R"/>
                <a:cs typeface="Adobe 黑体 Std R"/>
              </a:rPr>
              <a:t>153=1</a:t>
            </a:r>
            <a:r>
              <a:rPr lang="zh-CN" altLang="en-US" dirty="0">
                <a:solidFill>
                  <a:srgbClr val="0070C0"/>
                </a:solidFill>
                <a:latin typeface="Adobe 黑体 Std R"/>
                <a:cs typeface="Adobe 黑体 Std R"/>
              </a:rPr>
              <a:t>的三次方＋</a:t>
            </a:r>
            <a:r>
              <a:rPr lang="en-US" altLang="zh-CN" dirty="0">
                <a:solidFill>
                  <a:srgbClr val="0070C0"/>
                </a:solidFill>
                <a:latin typeface="Adobe 黑体 Std R"/>
                <a:cs typeface="Adobe 黑体 Std R"/>
              </a:rPr>
              <a:t>5</a:t>
            </a:r>
            <a:r>
              <a:rPr lang="zh-CN" altLang="en-US" dirty="0">
                <a:solidFill>
                  <a:srgbClr val="0070C0"/>
                </a:solidFill>
                <a:latin typeface="Adobe 黑体 Std R"/>
                <a:cs typeface="Adobe 黑体 Std R"/>
              </a:rPr>
              <a:t>的三次方＋</a:t>
            </a:r>
            <a:r>
              <a:rPr lang="en-US" altLang="zh-CN" dirty="0">
                <a:solidFill>
                  <a:srgbClr val="0070C0"/>
                </a:solidFill>
                <a:latin typeface="Adobe 黑体 Std R"/>
                <a:cs typeface="Adobe 黑体 Std R"/>
              </a:rPr>
              <a:t>3</a:t>
            </a:r>
            <a:r>
              <a:rPr lang="zh-CN" altLang="en-US" dirty="0">
                <a:solidFill>
                  <a:srgbClr val="0070C0"/>
                </a:solidFill>
                <a:latin typeface="Adobe 黑体 Std R"/>
                <a:cs typeface="Adobe 黑体 Std R"/>
              </a:rPr>
              <a:t>的三次方。</a:t>
            </a:r>
          </a:p>
        </p:txBody>
      </p:sp>
      <p:pic>
        <p:nvPicPr>
          <p:cNvPr id="4" name="图片 3"/>
          <p:cNvPicPr>
            <a:picLocks noChangeAspect="1"/>
          </p:cNvPicPr>
          <p:nvPr/>
        </p:nvPicPr>
        <p:blipFill>
          <a:blip r:embed="rId3"/>
          <a:stretch>
            <a:fillRect/>
          </a:stretch>
        </p:blipFill>
        <p:spPr>
          <a:xfrm>
            <a:off x="838200" y="2819400"/>
            <a:ext cx="5571067" cy="2743200"/>
          </a:xfrm>
          <a:prstGeom prst="rect">
            <a:avLst/>
          </a:prstGeom>
        </p:spPr>
      </p:pic>
      <p:sp>
        <p:nvSpPr>
          <p:cNvPr id="2" name="矩形 1"/>
          <p:cNvSpPr/>
          <p:nvPr/>
        </p:nvSpPr>
        <p:spPr>
          <a:xfrm>
            <a:off x="6934200" y="6019800"/>
            <a:ext cx="1395318" cy="400110"/>
          </a:xfrm>
          <a:prstGeom prst="rect">
            <a:avLst/>
          </a:prstGeom>
        </p:spPr>
        <p:txBody>
          <a:bodyPr wrap="none">
            <a:spAutoFit/>
          </a:bodyPr>
          <a:lstStyle/>
          <a:p>
            <a:r>
              <a:rPr lang="zh-CN" altLang="en-US" dirty="0">
                <a:solidFill>
                  <a:srgbClr val="C00000"/>
                </a:solidFill>
              </a:rPr>
              <a:t>9_daff.py</a:t>
            </a: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p:txBody>
          <a:bodyPr/>
          <a:lstStyle/>
          <a:p>
            <a:r>
              <a:rPr lang="zh-CN" altLang="en-US" dirty="0">
                <a:ea typeface="宋体" panose="02010600030101010101" pitchFamily="2" charset="-122"/>
              </a:rPr>
              <a:t>练习题</a:t>
            </a:r>
          </a:p>
        </p:txBody>
      </p:sp>
      <p:sp>
        <p:nvSpPr>
          <p:cNvPr id="13" name="矩形 12"/>
          <p:cNvSpPr/>
          <p:nvPr/>
        </p:nvSpPr>
        <p:spPr>
          <a:xfrm>
            <a:off x="307609" y="1748155"/>
            <a:ext cx="8332201" cy="1568450"/>
          </a:xfrm>
          <a:prstGeom prst="rect">
            <a:avLst/>
          </a:prstGeom>
        </p:spPr>
        <p:txBody>
          <a:bodyPr wrap="square">
            <a:spAutoFit/>
          </a:bodyPr>
          <a:lstStyle/>
          <a:p>
            <a:pPr>
              <a:spcBef>
                <a:spcPts val="600"/>
              </a:spcBef>
              <a:spcAft>
                <a:spcPts val="600"/>
              </a:spcAft>
            </a:pPr>
            <a:r>
              <a:rPr lang="zh-CN" altLang="en-US" sz="3200" b="1" dirty="0">
                <a:solidFill>
                  <a:srgbClr val="0070C0"/>
                </a:solidFill>
              </a:rPr>
              <a:t>习题</a:t>
            </a:r>
            <a:r>
              <a:rPr lang="en-US" altLang="zh-CN" sz="3200" b="1" dirty="0">
                <a:solidFill>
                  <a:srgbClr val="0070C0"/>
                </a:solidFill>
              </a:rPr>
              <a:t>5</a:t>
            </a:r>
            <a:r>
              <a:rPr lang="zh-CN" altLang="en-US" sz="3200" b="1" dirty="0">
                <a:solidFill>
                  <a:srgbClr val="0070C0"/>
                </a:solidFill>
              </a:rPr>
              <a:t>：一</a:t>
            </a:r>
            <a:r>
              <a:rPr lang="zh-CN" altLang="en-US" sz="3200" b="1" dirty="0">
                <a:solidFill>
                  <a:srgbClr val="0070C0"/>
                </a:solidFill>
                <a:latin typeface="Adobe 黑体 Std R"/>
                <a:cs typeface="Adobe 黑体 Std R"/>
              </a:rPr>
              <a:t>个数如果恰好等于它的因子之和，这个数就称为“完数”。例如</a:t>
            </a:r>
            <a:r>
              <a:rPr lang="en-US" altLang="zh-CN" sz="3200" b="1" dirty="0">
                <a:solidFill>
                  <a:srgbClr val="0070C0"/>
                </a:solidFill>
                <a:latin typeface="Adobe 黑体 Std R"/>
                <a:cs typeface="Adobe 黑体 Std R"/>
              </a:rPr>
              <a:t>6=1</a:t>
            </a:r>
            <a:r>
              <a:rPr lang="zh-CN" altLang="en-US" sz="3200" b="1" dirty="0">
                <a:solidFill>
                  <a:srgbClr val="0070C0"/>
                </a:solidFill>
                <a:latin typeface="Adobe 黑体 Std R"/>
                <a:cs typeface="Adobe 黑体 Std R"/>
              </a:rPr>
              <a:t>＋</a:t>
            </a:r>
            <a:r>
              <a:rPr lang="en-US" altLang="zh-CN" sz="3200" b="1" dirty="0">
                <a:solidFill>
                  <a:srgbClr val="0070C0"/>
                </a:solidFill>
                <a:latin typeface="Adobe 黑体 Std R"/>
                <a:cs typeface="Adobe 黑体 Std R"/>
              </a:rPr>
              <a:t>2</a:t>
            </a:r>
            <a:r>
              <a:rPr lang="zh-CN" altLang="en-US" sz="3200" b="1" dirty="0">
                <a:solidFill>
                  <a:srgbClr val="0070C0"/>
                </a:solidFill>
                <a:latin typeface="Adobe 黑体 Std R"/>
                <a:cs typeface="Adobe 黑体 Std R"/>
              </a:rPr>
              <a:t>＋</a:t>
            </a:r>
            <a:r>
              <a:rPr lang="en-US" altLang="zh-CN" sz="3200" b="1" dirty="0">
                <a:solidFill>
                  <a:srgbClr val="0070C0"/>
                </a:solidFill>
                <a:latin typeface="Adobe 黑体 Std R"/>
                <a:cs typeface="Adobe 黑体 Std R"/>
              </a:rPr>
              <a:t>3. </a:t>
            </a:r>
            <a:r>
              <a:rPr lang="zh-CN" altLang="en-US" sz="3200" b="1" dirty="0">
                <a:solidFill>
                  <a:srgbClr val="0070C0"/>
                </a:solidFill>
                <a:latin typeface="Adobe 黑体 Std R"/>
                <a:cs typeface="Adobe 黑体 Std R"/>
              </a:rPr>
              <a:t>编程找出</a:t>
            </a:r>
            <a:r>
              <a:rPr lang="en-US" altLang="zh-CN" sz="3200" b="1" dirty="0">
                <a:solidFill>
                  <a:srgbClr val="0070C0"/>
                </a:solidFill>
                <a:latin typeface="Adobe 黑体 Std R"/>
                <a:cs typeface="Adobe 黑体 Std R"/>
              </a:rPr>
              <a:t>1000</a:t>
            </a:r>
            <a:r>
              <a:rPr lang="zh-CN" altLang="en-US" sz="3200" b="1" dirty="0">
                <a:solidFill>
                  <a:srgbClr val="0070C0"/>
                </a:solidFill>
                <a:latin typeface="Adobe 黑体 Std R"/>
                <a:cs typeface="Adobe 黑体 Std R"/>
              </a:rPr>
              <a:t>以内的所有完数。</a:t>
            </a:r>
          </a:p>
        </p:txBody>
      </p:sp>
      <p:sp>
        <p:nvSpPr>
          <p:cNvPr id="3" name="矩形 2"/>
          <p:cNvSpPr/>
          <p:nvPr/>
        </p:nvSpPr>
        <p:spPr>
          <a:xfrm>
            <a:off x="6781800" y="5791200"/>
            <a:ext cx="1490473" cy="400110"/>
          </a:xfrm>
          <a:prstGeom prst="rect">
            <a:avLst/>
          </a:prstGeom>
        </p:spPr>
        <p:txBody>
          <a:bodyPr wrap="none">
            <a:spAutoFit/>
          </a:bodyPr>
          <a:lstStyle/>
          <a:p>
            <a:r>
              <a:rPr lang="zh-CN" altLang="en-US" dirty="0">
                <a:solidFill>
                  <a:srgbClr val="C00000"/>
                </a:solidFill>
              </a:rPr>
              <a:t>9_num.py</a:t>
            </a:r>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p:txBody>
          <a:bodyPr/>
          <a:lstStyle/>
          <a:p>
            <a:r>
              <a:rPr lang="zh-CN" altLang="en-US" dirty="0">
                <a:ea typeface="宋体" panose="02010600030101010101" pitchFamily="2" charset="-122"/>
              </a:rPr>
              <a:t>练习题</a:t>
            </a:r>
          </a:p>
        </p:txBody>
      </p:sp>
      <p:sp>
        <p:nvSpPr>
          <p:cNvPr id="13" name="矩形 12"/>
          <p:cNvSpPr/>
          <p:nvPr/>
        </p:nvSpPr>
        <p:spPr>
          <a:xfrm>
            <a:off x="202199" y="1143000"/>
            <a:ext cx="8332201" cy="830997"/>
          </a:xfrm>
          <a:prstGeom prst="rect">
            <a:avLst/>
          </a:prstGeom>
        </p:spPr>
        <p:txBody>
          <a:bodyPr wrap="square">
            <a:spAutoFit/>
          </a:bodyPr>
          <a:lstStyle/>
          <a:p>
            <a:pPr>
              <a:spcBef>
                <a:spcPts val="600"/>
              </a:spcBef>
              <a:spcAft>
                <a:spcPts val="600"/>
              </a:spcAft>
            </a:pPr>
            <a:r>
              <a:rPr lang="zh-CN" altLang="en-US" sz="2400" dirty="0">
                <a:solidFill>
                  <a:srgbClr val="0070C0"/>
                </a:solidFill>
              </a:rPr>
              <a:t>习题</a:t>
            </a:r>
            <a:r>
              <a:rPr lang="en-US" altLang="zh-CN" sz="2400" dirty="0">
                <a:solidFill>
                  <a:srgbClr val="0070C0"/>
                </a:solidFill>
              </a:rPr>
              <a:t>5</a:t>
            </a:r>
            <a:r>
              <a:rPr lang="zh-CN" altLang="en-US" sz="2400" dirty="0">
                <a:solidFill>
                  <a:srgbClr val="0070C0"/>
                </a:solidFill>
              </a:rPr>
              <a:t>：一</a:t>
            </a:r>
            <a:r>
              <a:rPr lang="zh-CN" altLang="en-US" sz="2400" dirty="0">
                <a:solidFill>
                  <a:srgbClr val="0070C0"/>
                </a:solidFill>
                <a:latin typeface="Adobe 黑体 Std R"/>
                <a:cs typeface="Adobe 黑体 Std R"/>
              </a:rPr>
              <a:t>个数如果恰好等于它的因子之和，这个数就称为“完数”。例如</a:t>
            </a:r>
            <a:r>
              <a:rPr lang="en-US" altLang="zh-CN" sz="2400" dirty="0">
                <a:solidFill>
                  <a:srgbClr val="0070C0"/>
                </a:solidFill>
                <a:latin typeface="Adobe 黑体 Std R"/>
                <a:cs typeface="Adobe 黑体 Std R"/>
              </a:rPr>
              <a:t>6=1</a:t>
            </a:r>
            <a:r>
              <a:rPr lang="zh-CN" altLang="en-US" sz="2400" dirty="0">
                <a:solidFill>
                  <a:srgbClr val="0070C0"/>
                </a:solidFill>
                <a:latin typeface="Adobe 黑体 Std R"/>
                <a:cs typeface="Adobe 黑体 Std R"/>
              </a:rPr>
              <a:t>＋</a:t>
            </a:r>
            <a:r>
              <a:rPr lang="en-US" altLang="zh-CN" sz="2400" dirty="0">
                <a:solidFill>
                  <a:srgbClr val="0070C0"/>
                </a:solidFill>
                <a:latin typeface="Adobe 黑体 Std R"/>
                <a:cs typeface="Adobe 黑体 Std R"/>
              </a:rPr>
              <a:t>2</a:t>
            </a:r>
            <a:r>
              <a:rPr lang="zh-CN" altLang="en-US" sz="2400" dirty="0">
                <a:solidFill>
                  <a:srgbClr val="0070C0"/>
                </a:solidFill>
                <a:latin typeface="Adobe 黑体 Std R"/>
                <a:cs typeface="Adobe 黑体 Std R"/>
              </a:rPr>
              <a:t>＋</a:t>
            </a:r>
            <a:r>
              <a:rPr lang="en-US" altLang="zh-CN" sz="2400" dirty="0">
                <a:solidFill>
                  <a:srgbClr val="0070C0"/>
                </a:solidFill>
                <a:latin typeface="Adobe 黑体 Std R"/>
                <a:cs typeface="Adobe 黑体 Std R"/>
              </a:rPr>
              <a:t>3. </a:t>
            </a:r>
            <a:r>
              <a:rPr lang="zh-CN" altLang="en-US" sz="2400" dirty="0">
                <a:solidFill>
                  <a:srgbClr val="0070C0"/>
                </a:solidFill>
                <a:latin typeface="Adobe 黑体 Std R"/>
                <a:cs typeface="Adobe 黑体 Std R"/>
              </a:rPr>
              <a:t>编程找出</a:t>
            </a:r>
            <a:r>
              <a:rPr lang="en-US" altLang="zh-CN" sz="2400" dirty="0">
                <a:solidFill>
                  <a:srgbClr val="0070C0"/>
                </a:solidFill>
                <a:latin typeface="Adobe 黑体 Std R"/>
                <a:cs typeface="Adobe 黑体 Std R"/>
              </a:rPr>
              <a:t>1000</a:t>
            </a:r>
            <a:r>
              <a:rPr lang="zh-CN" altLang="en-US" sz="2400" dirty="0">
                <a:solidFill>
                  <a:srgbClr val="0070C0"/>
                </a:solidFill>
                <a:latin typeface="Adobe 黑体 Std R"/>
                <a:cs typeface="Adobe 黑体 Std R"/>
              </a:rPr>
              <a:t>以内的所有完数。</a:t>
            </a:r>
            <a:endParaRPr lang="zh-CN" altLang="en-US" dirty="0">
              <a:solidFill>
                <a:srgbClr val="0070C0"/>
              </a:solidFill>
              <a:latin typeface="Adobe 黑体 Std R"/>
              <a:cs typeface="Adobe 黑体 Std R"/>
            </a:endParaRPr>
          </a:p>
        </p:txBody>
      </p:sp>
      <p:pic>
        <p:nvPicPr>
          <p:cNvPr id="2" name="图片 1"/>
          <p:cNvPicPr>
            <a:picLocks noChangeAspect="1"/>
          </p:cNvPicPr>
          <p:nvPr/>
        </p:nvPicPr>
        <p:blipFill>
          <a:blip r:embed="rId3"/>
          <a:stretch>
            <a:fillRect/>
          </a:stretch>
        </p:blipFill>
        <p:spPr>
          <a:xfrm>
            <a:off x="609600" y="2126397"/>
            <a:ext cx="7159256" cy="3048000"/>
          </a:xfrm>
          <a:prstGeom prst="rect">
            <a:avLst/>
          </a:prstGeom>
        </p:spPr>
      </p:pic>
      <p:sp>
        <p:nvSpPr>
          <p:cNvPr id="3" name="矩形 2"/>
          <p:cNvSpPr/>
          <p:nvPr/>
        </p:nvSpPr>
        <p:spPr>
          <a:xfrm>
            <a:off x="6781800" y="5791200"/>
            <a:ext cx="1490473" cy="400110"/>
          </a:xfrm>
          <a:prstGeom prst="rect">
            <a:avLst/>
          </a:prstGeom>
        </p:spPr>
        <p:txBody>
          <a:bodyPr wrap="none">
            <a:spAutoFit/>
          </a:bodyPr>
          <a:lstStyle/>
          <a:p>
            <a:r>
              <a:rPr lang="zh-CN" altLang="en-US" dirty="0">
                <a:solidFill>
                  <a:srgbClr val="C00000"/>
                </a:solidFill>
              </a:rPr>
              <a:t>9_num.py</a:t>
            </a:r>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p:txBody>
          <a:bodyPr/>
          <a:lstStyle/>
          <a:p>
            <a:r>
              <a:rPr lang="zh-CN" altLang="en-US" dirty="0">
                <a:ea typeface="宋体" panose="02010600030101010101" pitchFamily="2" charset="-122"/>
              </a:rPr>
              <a:t>练习题</a:t>
            </a:r>
          </a:p>
        </p:txBody>
      </p:sp>
      <p:sp>
        <p:nvSpPr>
          <p:cNvPr id="13" name="矩形 12"/>
          <p:cNvSpPr/>
          <p:nvPr/>
        </p:nvSpPr>
        <p:spPr>
          <a:xfrm>
            <a:off x="406034" y="1866900"/>
            <a:ext cx="8332201" cy="583565"/>
          </a:xfrm>
          <a:prstGeom prst="rect">
            <a:avLst/>
          </a:prstGeom>
        </p:spPr>
        <p:txBody>
          <a:bodyPr wrap="square">
            <a:spAutoFit/>
          </a:bodyPr>
          <a:lstStyle/>
          <a:p>
            <a:pPr>
              <a:spcBef>
                <a:spcPts val="600"/>
              </a:spcBef>
              <a:spcAft>
                <a:spcPts val="600"/>
              </a:spcAft>
            </a:pPr>
            <a:r>
              <a:rPr lang="zh-CN" altLang="en-US" sz="3200" b="1" dirty="0">
                <a:solidFill>
                  <a:srgbClr val="0070C0"/>
                </a:solidFill>
              </a:rPr>
              <a:t>习题</a:t>
            </a:r>
            <a:r>
              <a:rPr lang="en-US" altLang="zh-CN" sz="3200" b="1" dirty="0">
                <a:solidFill>
                  <a:srgbClr val="0070C0"/>
                </a:solidFill>
              </a:rPr>
              <a:t>6</a:t>
            </a:r>
            <a:r>
              <a:rPr lang="zh-CN" altLang="en-US" sz="3200" b="1" dirty="0">
                <a:solidFill>
                  <a:srgbClr val="0070C0"/>
                </a:solidFill>
              </a:rPr>
              <a:t>：对</a:t>
            </a:r>
            <a:r>
              <a:rPr lang="en-US" altLang="zh-CN" sz="3200" b="1" dirty="0">
                <a:solidFill>
                  <a:srgbClr val="0070C0"/>
                </a:solidFill>
              </a:rPr>
              <a:t>10</a:t>
            </a:r>
            <a:r>
              <a:rPr lang="zh-CN" altLang="en-US" sz="3200" b="1" dirty="0">
                <a:solidFill>
                  <a:srgbClr val="0070C0"/>
                </a:solidFill>
              </a:rPr>
              <a:t>个数进行排序</a:t>
            </a:r>
            <a:r>
              <a:rPr lang="zh-CN" altLang="en-US" sz="3200" b="1" dirty="0">
                <a:solidFill>
                  <a:srgbClr val="0070C0"/>
                </a:solidFill>
                <a:latin typeface="Adobe 黑体 Std R"/>
                <a:cs typeface="Adobe 黑体 Std R"/>
              </a:rPr>
              <a:t>。</a:t>
            </a: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p:txBody>
          <a:bodyPr/>
          <a:lstStyle/>
          <a:p>
            <a:r>
              <a:rPr lang="zh-CN" altLang="en-US" dirty="0">
                <a:ea typeface="宋体" panose="02010600030101010101" pitchFamily="2" charset="-122"/>
              </a:rPr>
              <a:t>练习题</a:t>
            </a:r>
          </a:p>
        </p:txBody>
      </p:sp>
      <p:sp>
        <p:nvSpPr>
          <p:cNvPr id="13" name="矩形 12"/>
          <p:cNvSpPr/>
          <p:nvPr/>
        </p:nvSpPr>
        <p:spPr>
          <a:xfrm>
            <a:off x="202199" y="1143000"/>
            <a:ext cx="8332201" cy="460375"/>
          </a:xfrm>
          <a:prstGeom prst="rect">
            <a:avLst/>
          </a:prstGeom>
        </p:spPr>
        <p:txBody>
          <a:bodyPr wrap="square">
            <a:spAutoFit/>
          </a:bodyPr>
          <a:lstStyle/>
          <a:p>
            <a:pPr>
              <a:spcBef>
                <a:spcPts val="600"/>
              </a:spcBef>
              <a:spcAft>
                <a:spcPts val="600"/>
              </a:spcAft>
            </a:pPr>
            <a:r>
              <a:rPr lang="zh-CN" altLang="en-US" sz="2400" dirty="0">
                <a:solidFill>
                  <a:srgbClr val="0070C0"/>
                </a:solidFill>
              </a:rPr>
              <a:t>习题</a:t>
            </a:r>
            <a:r>
              <a:rPr lang="en-US" altLang="zh-CN" sz="2400" dirty="0">
                <a:solidFill>
                  <a:srgbClr val="0070C0"/>
                </a:solidFill>
              </a:rPr>
              <a:t>6</a:t>
            </a:r>
            <a:r>
              <a:rPr lang="zh-CN" altLang="en-US" sz="2400" dirty="0">
                <a:solidFill>
                  <a:srgbClr val="0070C0"/>
                </a:solidFill>
              </a:rPr>
              <a:t>：对</a:t>
            </a:r>
            <a:r>
              <a:rPr lang="en-US" altLang="zh-CN" sz="2400" dirty="0">
                <a:solidFill>
                  <a:srgbClr val="0070C0"/>
                </a:solidFill>
              </a:rPr>
              <a:t>10</a:t>
            </a:r>
            <a:r>
              <a:rPr lang="zh-CN" altLang="en-US" sz="2400" dirty="0">
                <a:solidFill>
                  <a:srgbClr val="0070C0"/>
                </a:solidFill>
              </a:rPr>
              <a:t>个数进行排序</a:t>
            </a:r>
            <a:r>
              <a:rPr lang="zh-CN" altLang="en-US" sz="2400" dirty="0">
                <a:solidFill>
                  <a:srgbClr val="0070C0"/>
                </a:solidFill>
                <a:latin typeface="Adobe 黑体 Std R"/>
                <a:cs typeface="Adobe 黑体 Std R"/>
              </a:rPr>
              <a:t>。冒泡法、选择法</a:t>
            </a:r>
          </a:p>
        </p:txBody>
      </p:sp>
      <p:pic>
        <p:nvPicPr>
          <p:cNvPr id="5" name="图片 4"/>
          <p:cNvPicPr>
            <a:picLocks noChangeAspect="1"/>
          </p:cNvPicPr>
          <p:nvPr/>
        </p:nvPicPr>
        <p:blipFill>
          <a:blip r:embed="rId3"/>
          <a:stretch>
            <a:fillRect/>
          </a:stretch>
        </p:blipFill>
        <p:spPr>
          <a:xfrm>
            <a:off x="381000" y="1757065"/>
            <a:ext cx="4800600" cy="4552068"/>
          </a:xfrm>
          <a:prstGeom prst="rect">
            <a:avLst/>
          </a:prstGeom>
        </p:spPr>
      </p:pic>
      <p:pic>
        <p:nvPicPr>
          <p:cNvPr id="7" name="图片 6"/>
          <p:cNvPicPr>
            <a:picLocks noChangeAspect="1"/>
          </p:cNvPicPr>
          <p:nvPr/>
        </p:nvPicPr>
        <p:blipFill>
          <a:blip r:embed="rId4"/>
          <a:stretch>
            <a:fillRect/>
          </a:stretch>
        </p:blipFill>
        <p:spPr>
          <a:xfrm>
            <a:off x="3962400" y="4191000"/>
            <a:ext cx="5043488" cy="792743"/>
          </a:xfrm>
          <a:prstGeom prst="rect">
            <a:avLst/>
          </a:prstGeom>
        </p:spPr>
      </p:pic>
      <p:sp>
        <p:nvSpPr>
          <p:cNvPr id="2" name="矩形 1"/>
          <p:cNvSpPr/>
          <p:nvPr/>
        </p:nvSpPr>
        <p:spPr>
          <a:xfrm>
            <a:off x="6858000" y="5909023"/>
            <a:ext cx="1415131" cy="400110"/>
          </a:xfrm>
          <a:prstGeom prst="rect">
            <a:avLst/>
          </a:prstGeom>
        </p:spPr>
        <p:txBody>
          <a:bodyPr wrap="none">
            <a:spAutoFit/>
          </a:bodyPr>
          <a:lstStyle/>
          <a:p>
            <a:r>
              <a:rPr lang="zh-CN" altLang="en-US" dirty="0">
                <a:solidFill>
                  <a:srgbClr val="C00000"/>
                </a:solidFill>
              </a:rPr>
              <a:t>9_sort.py</a:t>
            </a:r>
          </a:p>
        </p:txBody>
      </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p:txBody>
          <a:bodyPr/>
          <a:lstStyle/>
          <a:p>
            <a:r>
              <a:rPr lang="zh-CN" altLang="en-US" dirty="0">
                <a:ea typeface="宋体" panose="02010600030101010101" pitchFamily="2" charset="-122"/>
              </a:rPr>
              <a:t>练习题</a:t>
            </a:r>
          </a:p>
        </p:txBody>
      </p:sp>
      <p:sp>
        <p:nvSpPr>
          <p:cNvPr id="13" name="矩形 12"/>
          <p:cNvSpPr/>
          <p:nvPr/>
        </p:nvSpPr>
        <p:spPr>
          <a:xfrm>
            <a:off x="252364" y="1630045"/>
            <a:ext cx="8753890" cy="583565"/>
          </a:xfrm>
          <a:prstGeom prst="rect">
            <a:avLst/>
          </a:prstGeom>
        </p:spPr>
        <p:txBody>
          <a:bodyPr wrap="square">
            <a:spAutoFit/>
          </a:bodyPr>
          <a:lstStyle/>
          <a:p>
            <a:pPr>
              <a:spcBef>
                <a:spcPts val="600"/>
              </a:spcBef>
              <a:spcAft>
                <a:spcPts val="600"/>
              </a:spcAft>
            </a:pPr>
            <a:r>
              <a:rPr lang="zh-CN" altLang="en-US" sz="3200" b="1" dirty="0">
                <a:solidFill>
                  <a:srgbClr val="0070C0"/>
                </a:solidFill>
              </a:rPr>
              <a:t>习题</a:t>
            </a:r>
            <a:r>
              <a:rPr lang="en-US" altLang="zh-CN" sz="3200" b="1" dirty="0">
                <a:solidFill>
                  <a:srgbClr val="0070C0"/>
                </a:solidFill>
              </a:rPr>
              <a:t>7</a:t>
            </a:r>
            <a:r>
              <a:rPr lang="zh-CN" altLang="en-US" sz="3200" b="1" dirty="0">
                <a:solidFill>
                  <a:srgbClr val="0070C0"/>
                </a:solidFill>
              </a:rPr>
              <a:t>：</a:t>
            </a:r>
            <a:r>
              <a:rPr lang="zh-CN" altLang="en-US" sz="3200" b="1" dirty="0">
                <a:solidFill>
                  <a:srgbClr val="0070C0"/>
                </a:solidFill>
                <a:latin typeface="Adobe 黑体 Std R"/>
                <a:cs typeface="Adobe 黑体 Std R"/>
              </a:rPr>
              <a:t>给定两个数，求其最大公约数。</a:t>
            </a:r>
          </a:p>
        </p:txBody>
      </p: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p:txBody>
          <a:bodyPr/>
          <a:lstStyle/>
          <a:p>
            <a:r>
              <a:rPr lang="zh-CN" altLang="en-US" dirty="0">
                <a:ea typeface="宋体" panose="02010600030101010101" pitchFamily="2" charset="-122"/>
              </a:rPr>
              <a:t>练习题</a:t>
            </a:r>
          </a:p>
        </p:txBody>
      </p:sp>
      <p:sp>
        <p:nvSpPr>
          <p:cNvPr id="13" name="矩形 12"/>
          <p:cNvSpPr/>
          <p:nvPr/>
        </p:nvSpPr>
        <p:spPr>
          <a:xfrm>
            <a:off x="202199" y="1143000"/>
            <a:ext cx="8753890" cy="460375"/>
          </a:xfrm>
          <a:prstGeom prst="rect">
            <a:avLst/>
          </a:prstGeom>
        </p:spPr>
        <p:txBody>
          <a:bodyPr wrap="square">
            <a:spAutoFit/>
          </a:bodyPr>
          <a:lstStyle/>
          <a:p>
            <a:pPr>
              <a:spcBef>
                <a:spcPts val="600"/>
              </a:spcBef>
              <a:spcAft>
                <a:spcPts val="600"/>
              </a:spcAft>
            </a:pPr>
            <a:r>
              <a:rPr lang="zh-CN" altLang="en-US" sz="2400" dirty="0">
                <a:solidFill>
                  <a:srgbClr val="0070C0"/>
                </a:solidFill>
              </a:rPr>
              <a:t>习题</a:t>
            </a:r>
            <a:r>
              <a:rPr lang="en-US" altLang="zh-CN" sz="2400" dirty="0">
                <a:solidFill>
                  <a:srgbClr val="0070C0"/>
                </a:solidFill>
              </a:rPr>
              <a:t>7</a:t>
            </a:r>
            <a:r>
              <a:rPr lang="zh-CN" altLang="en-US" sz="2400" dirty="0">
                <a:solidFill>
                  <a:srgbClr val="0070C0"/>
                </a:solidFill>
              </a:rPr>
              <a:t>：</a:t>
            </a:r>
            <a:r>
              <a:rPr lang="zh-CN" altLang="en-US" sz="2400" dirty="0">
                <a:solidFill>
                  <a:srgbClr val="0070C0"/>
                </a:solidFill>
                <a:latin typeface="Adobe 黑体 Std R"/>
                <a:cs typeface="Adobe 黑体 Std R"/>
              </a:rPr>
              <a:t>给定两个数，求其最大公约数。</a:t>
            </a:r>
          </a:p>
        </p:txBody>
      </p:sp>
      <p:pic>
        <p:nvPicPr>
          <p:cNvPr id="2" name="图片 1"/>
          <p:cNvPicPr>
            <a:picLocks noChangeAspect="1"/>
          </p:cNvPicPr>
          <p:nvPr/>
        </p:nvPicPr>
        <p:blipFill>
          <a:blip r:embed="rId3"/>
          <a:stretch>
            <a:fillRect/>
          </a:stretch>
        </p:blipFill>
        <p:spPr>
          <a:xfrm>
            <a:off x="457199" y="1604664"/>
            <a:ext cx="5568461" cy="4643735"/>
          </a:xfrm>
          <a:prstGeom prst="rect">
            <a:avLst/>
          </a:prstGeom>
        </p:spPr>
      </p:pic>
      <p:sp>
        <p:nvSpPr>
          <p:cNvPr id="3" name="矩形 2"/>
          <p:cNvSpPr/>
          <p:nvPr/>
        </p:nvSpPr>
        <p:spPr>
          <a:xfrm>
            <a:off x="7477994" y="6248399"/>
            <a:ext cx="1461619" cy="400110"/>
          </a:xfrm>
          <a:prstGeom prst="rect">
            <a:avLst/>
          </a:prstGeom>
        </p:spPr>
        <p:txBody>
          <a:bodyPr wrap="none">
            <a:spAutoFit/>
          </a:bodyPr>
          <a:lstStyle/>
          <a:p>
            <a:r>
              <a:rPr lang="zh-CN" altLang="en-US" dirty="0">
                <a:solidFill>
                  <a:srgbClr val="C00000"/>
                </a:solidFill>
              </a:rPr>
              <a:t>9_hcm.py</a:t>
            </a:r>
          </a:p>
        </p:txBody>
      </p:sp>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p:txBody>
          <a:bodyPr/>
          <a:lstStyle/>
          <a:p>
            <a:r>
              <a:rPr lang="zh-CN" altLang="en-US" dirty="0">
                <a:ea typeface="宋体" panose="02010600030101010101" pitchFamily="2" charset="-122"/>
              </a:rPr>
              <a:t>练习题</a:t>
            </a:r>
          </a:p>
        </p:txBody>
      </p:sp>
      <p:sp>
        <p:nvSpPr>
          <p:cNvPr id="13" name="矩形 12"/>
          <p:cNvSpPr/>
          <p:nvPr/>
        </p:nvSpPr>
        <p:spPr>
          <a:xfrm>
            <a:off x="202199" y="1143000"/>
            <a:ext cx="8332201" cy="583565"/>
          </a:xfrm>
          <a:prstGeom prst="rect">
            <a:avLst/>
          </a:prstGeom>
        </p:spPr>
        <p:txBody>
          <a:bodyPr wrap="square">
            <a:spAutoFit/>
          </a:bodyPr>
          <a:lstStyle/>
          <a:p>
            <a:pPr>
              <a:spcBef>
                <a:spcPts val="600"/>
              </a:spcBef>
              <a:spcAft>
                <a:spcPts val="600"/>
              </a:spcAft>
            </a:pPr>
            <a:r>
              <a:rPr lang="zh-CN" altLang="en-US" sz="3200" b="1" dirty="0">
                <a:solidFill>
                  <a:srgbClr val="0070C0"/>
                </a:solidFill>
              </a:rPr>
              <a:t>习题</a:t>
            </a:r>
            <a:r>
              <a:rPr lang="en-US" altLang="zh-CN" sz="3200" b="1" dirty="0">
                <a:solidFill>
                  <a:srgbClr val="0070C0"/>
                </a:solidFill>
              </a:rPr>
              <a:t>8</a:t>
            </a:r>
            <a:r>
              <a:rPr lang="zh-CN" altLang="en-US" sz="3200" b="1" dirty="0">
                <a:solidFill>
                  <a:srgbClr val="0070C0"/>
                </a:solidFill>
              </a:rPr>
              <a:t>：</a:t>
            </a:r>
            <a:r>
              <a:rPr lang="zh-CN" altLang="en-US" sz="3200" b="1" dirty="0">
                <a:solidFill>
                  <a:srgbClr val="0070C0"/>
                </a:solidFill>
                <a:latin typeface="Adobe 黑体 Std R"/>
                <a:cs typeface="Adobe 黑体 Std R"/>
              </a:rPr>
              <a:t>给定两个数，求最小公倍数。</a:t>
            </a:r>
          </a:p>
        </p:txBody>
      </p:sp>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p:txBody>
          <a:bodyPr/>
          <a:lstStyle/>
          <a:p>
            <a:r>
              <a:rPr lang="zh-CN" altLang="en-US" dirty="0">
                <a:ea typeface="宋体" panose="02010600030101010101" pitchFamily="2" charset="-122"/>
              </a:rPr>
              <a:t>练习题</a:t>
            </a:r>
          </a:p>
        </p:txBody>
      </p:sp>
      <p:sp>
        <p:nvSpPr>
          <p:cNvPr id="13" name="矩形 12"/>
          <p:cNvSpPr/>
          <p:nvPr/>
        </p:nvSpPr>
        <p:spPr>
          <a:xfrm>
            <a:off x="202199" y="1143000"/>
            <a:ext cx="8332201" cy="460375"/>
          </a:xfrm>
          <a:prstGeom prst="rect">
            <a:avLst/>
          </a:prstGeom>
        </p:spPr>
        <p:txBody>
          <a:bodyPr wrap="square">
            <a:spAutoFit/>
          </a:bodyPr>
          <a:lstStyle/>
          <a:p>
            <a:pPr>
              <a:spcBef>
                <a:spcPts val="600"/>
              </a:spcBef>
              <a:spcAft>
                <a:spcPts val="600"/>
              </a:spcAft>
            </a:pPr>
            <a:r>
              <a:rPr lang="zh-CN" altLang="en-US" sz="2400" dirty="0">
                <a:solidFill>
                  <a:srgbClr val="0070C0"/>
                </a:solidFill>
              </a:rPr>
              <a:t>习题</a:t>
            </a:r>
            <a:r>
              <a:rPr lang="en-US" altLang="zh-CN" sz="2400" dirty="0">
                <a:solidFill>
                  <a:srgbClr val="0070C0"/>
                </a:solidFill>
              </a:rPr>
              <a:t>8</a:t>
            </a:r>
            <a:r>
              <a:rPr lang="zh-CN" altLang="en-US" sz="2400" dirty="0">
                <a:solidFill>
                  <a:srgbClr val="0070C0"/>
                </a:solidFill>
              </a:rPr>
              <a:t>：</a:t>
            </a:r>
            <a:r>
              <a:rPr lang="zh-CN" altLang="en-US" sz="2400" dirty="0">
                <a:solidFill>
                  <a:srgbClr val="0070C0"/>
                </a:solidFill>
                <a:latin typeface="Adobe 黑体 Std R"/>
                <a:cs typeface="Adobe 黑体 Std R"/>
              </a:rPr>
              <a:t>给定两个数，求最小公倍数。</a:t>
            </a:r>
          </a:p>
        </p:txBody>
      </p:sp>
      <p:pic>
        <p:nvPicPr>
          <p:cNvPr id="3" name="图片 2"/>
          <p:cNvPicPr>
            <a:picLocks noChangeAspect="1"/>
          </p:cNvPicPr>
          <p:nvPr/>
        </p:nvPicPr>
        <p:blipFill>
          <a:blip r:embed="rId3"/>
          <a:stretch>
            <a:fillRect/>
          </a:stretch>
        </p:blipFill>
        <p:spPr>
          <a:xfrm>
            <a:off x="533400" y="1631439"/>
            <a:ext cx="5156125" cy="4693162"/>
          </a:xfrm>
          <a:prstGeom prst="rect">
            <a:avLst/>
          </a:prstGeom>
        </p:spPr>
      </p:pic>
      <p:sp>
        <p:nvSpPr>
          <p:cNvPr id="2" name="矩形 1"/>
          <p:cNvSpPr/>
          <p:nvPr/>
        </p:nvSpPr>
        <p:spPr>
          <a:xfrm>
            <a:off x="7391400" y="5924491"/>
            <a:ext cx="1370247" cy="400110"/>
          </a:xfrm>
          <a:prstGeom prst="rect">
            <a:avLst/>
          </a:prstGeom>
        </p:spPr>
        <p:txBody>
          <a:bodyPr wrap="none">
            <a:spAutoFit/>
          </a:bodyPr>
          <a:lstStyle/>
          <a:p>
            <a:r>
              <a:rPr lang="zh-CN" altLang="en-US" dirty="0">
                <a:solidFill>
                  <a:srgbClr val="C00000"/>
                </a:solidFill>
              </a:rPr>
              <a:t>9_</a:t>
            </a:r>
            <a:r>
              <a:rPr lang="en-US" altLang="zh-CN" dirty="0">
                <a:solidFill>
                  <a:srgbClr val="C00000"/>
                </a:solidFill>
              </a:rPr>
              <a:t>l</a:t>
            </a:r>
            <a:r>
              <a:rPr lang="zh-CN" altLang="en-US" dirty="0">
                <a:solidFill>
                  <a:srgbClr val="C00000"/>
                </a:solidFill>
              </a:rPr>
              <a:t>cm.py</a:t>
            </a:r>
          </a:p>
        </p:txBody>
      </p:sp>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p:txBody>
          <a:bodyPr/>
          <a:lstStyle/>
          <a:p>
            <a:r>
              <a:rPr lang="zh-CN" altLang="en-US" dirty="0">
                <a:ea typeface="宋体" panose="02010600030101010101" pitchFamily="2" charset="-122"/>
              </a:rPr>
              <a:t>作业题</a:t>
            </a:r>
            <a:r>
              <a:rPr lang="en-US" altLang="zh-CN" dirty="0">
                <a:ea typeface="宋体" panose="02010600030101010101" pitchFamily="2" charset="-122"/>
              </a:rPr>
              <a:t>2</a:t>
            </a:r>
            <a:endParaRPr lang="zh-CN" altLang="en-US" dirty="0">
              <a:ea typeface="宋体" panose="02010600030101010101" pitchFamily="2" charset="-122"/>
            </a:endParaRPr>
          </a:p>
        </p:txBody>
      </p:sp>
      <p:sp>
        <p:nvSpPr>
          <p:cNvPr id="2" name="矩形 1"/>
          <p:cNvSpPr/>
          <p:nvPr/>
        </p:nvSpPr>
        <p:spPr>
          <a:xfrm>
            <a:off x="304800" y="1066800"/>
            <a:ext cx="5020926" cy="461665"/>
          </a:xfrm>
          <a:prstGeom prst="rect">
            <a:avLst/>
          </a:prstGeom>
        </p:spPr>
        <p:txBody>
          <a:bodyPr wrap="none">
            <a:spAutoFit/>
          </a:bodyPr>
          <a:lstStyle/>
          <a:p>
            <a:r>
              <a:rPr lang="en-US" altLang="zh-CN" sz="2400" dirty="0">
                <a:latin typeface="Calibri" panose="020F0502020204030204" pitchFamily="34" charset="0"/>
                <a:cs typeface="Times New Roman" panose="02020603050405020304" pitchFamily="18" charset="0"/>
              </a:rPr>
              <a:t>2.</a:t>
            </a:r>
            <a:r>
              <a:rPr lang="zh-CN" altLang="en-US" sz="2400" dirty="0">
                <a:latin typeface="Calibri" panose="020F0502020204030204" pitchFamily="34" charset="0"/>
                <a:cs typeface="Times New Roman" panose="02020603050405020304" pitchFamily="18" charset="0"/>
              </a:rPr>
              <a:t> 求一个</a:t>
            </a:r>
            <a:r>
              <a:rPr lang="en-US" altLang="zh-CN" sz="2400" dirty="0">
                <a:latin typeface="Calibri" panose="020F0502020204030204" pitchFamily="34" charset="0"/>
                <a:cs typeface="Times New Roman" panose="02020603050405020304" pitchFamily="18" charset="0"/>
              </a:rPr>
              <a:t>3*3</a:t>
            </a:r>
            <a:r>
              <a:rPr lang="zh-CN" altLang="en-US" sz="2400" dirty="0">
                <a:latin typeface="Calibri" panose="020F0502020204030204" pitchFamily="34" charset="0"/>
                <a:cs typeface="Times New Roman" panose="02020603050405020304" pitchFamily="18" charset="0"/>
              </a:rPr>
              <a:t>矩阵对角线元素之和。 </a:t>
            </a:r>
            <a:endParaRPr lang="zh-CN" altLang="en-US" sz="2400" dirty="0"/>
          </a:p>
        </p:txBody>
      </p:sp>
      <p:sp>
        <p:nvSpPr>
          <p:cNvPr id="4" name="矩形 3"/>
          <p:cNvSpPr/>
          <p:nvPr/>
        </p:nvSpPr>
        <p:spPr>
          <a:xfrm>
            <a:off x="6519609" y="6173977"/>
            <a:ext cx="1638525" cy="400110"/>
          </a:xfrm>
          <a:prstGeom prst="rect">
            <a:avLst/>
          </a:prstGeom>
        </p:spPr>
        <p:txBody>
          <a:bodyPr wrap="none">
            <a:spAutoFit/>
          </a:bodyPr>
          <a:lstStyle/>
          <a:p>
            <a:r>
              <a:rPr lang="zh-CN" altLang="en-US" dirty="0">
                <a:solidFill>
                  <a:srgbClr val="C00000"/>
                </a:solidFill>
              </a:rPr>
              <a:t>1</a:t>
            </a:r>
            <a:r>
              <a:rPr lang="en-US" altLang="zh-CN" dirty="0">
                <a:solidFill>
                  <a:srgbClr val="C00000"/>
                </a:solidFill>
              </a:rPr>
              <a:t>4</a:t>
            </a:r>
            <a:r>
              <a:rPr lang="zh-CN" altLang="en-US" dirty="0">
                <a:solidFill>
                  <a:srgbClr val="C00000"/>
                </a:solidFill>
              </a:rPr>
              <a:t>_</a:t>
            </a:r>
            <a:r>
              <a:rPr lang="en-US" altLang="zh-CN" dirty="0">
                <a:solidFill>
                  <a:srgbClr val="C00000"/>
                </a:solidFill>
              </a:rPr>
              <a:t>inter</a:t>
            </a:r>
            <a:r>
              <a:rPr lang="zh-CN" altLang="en-US" dirty="0">
                <a:solidFill>
                  <a:srgbClr val="C00000"/>
                </a:solidFill>
              </a:rPr>
              <a:t>.py</a:t>
            </a:r>
          </a:p>
        </p:txBody>
      </p:sp>
      <p:pic>
        <p:nvPicPr>
          <p:cNvPr id="3" name="图片 2"/>
          <p:cNvPicPr>
            <a:picLocks noChangeAspect="1"/>
          </p:cNvPicPr>
          <p:nvPr/>
        </p:nvPicPr>
        <p:blipFill>
          <a:blip r:embed="rId3"/>
          <a:stretch>
            <a:fillRect/>
          </a:stretch>
        </p:blipFill>
        <p:spPr>
          <a:xfrm>
            <a:off x="685800" y="1604665"/>
            <a:ext cx="5761307" cy="4569312"/>
          </a:xfrm>
          <a:prstGeom prst="rect">
            <a:avLst/>
          </a:prstGeom>
        </p:spPr>
      </p:pic>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p:txBody>
          <a:bodyPr/>
          <a:lstStyle/>
          <a:p>
            <a:r>
              <a:rPr lang="zh-CN" altLang="en-US" dirty="0">
                <a:ea typeface="宋体" panose="02010600030101010101" pitchFamily="2" charset="-122"/>
              </a:rPr>
              <a:t>练习题</a:t>
            </a:r>
            <a:r>
              <a:rPr lang="en-US" altLang="zh-CN" dirty="0">
                <a:ea typeface="宋体" panose="02010600030101010101" pitchFamily="2" charset="-122"/>
              </a:rPr>
              <a:t>3</a:t>
            </a:r>
            <a:endParaRPr lang="zh-CN" altLang="en-US" dirty="0">
              <a:ea typeface="宋体" panose="02010600030101010101" pitchFamily="2" charset="-122"/>
            </a:endParaRPr>
          </a:p>
        </p:txBody>
      </p:sp>
      <p:sp>
        <p:nvSpPr>
          <p:cNvPr id="2" name="矩形 1"/>
          <p:cNvSpPr/>
          <p:nvPr/>
        </p:nvSpPr>
        <p:spPr>
          <a:xfrm>
            <a:off x="304800" y="1066800"/>
            <a:ext cx="8382000" cy="830997"/>
          </a:xfrm>
          <a:prstGeom prst="rect">
            <a:avLst/>
          </a:prstGeom>
        </p:spPr>
        <p:txBody>
          <a:bodyPr wrap="square">
            <a:spAutoFit/>
          </a:bodyPr>
          <a:lstStyle/>
          <a:p>
            <a:r>
              <a:rPr lang="en-US" altLang="zh-CN" sz="2400" dirty="0">
                <a:latin typeface="Calibri" panose="020F0502020204030204" pitchFamily="34" charset="0"/>
                <a:cs typeface="Times New Roman" panose="02020603050405020304" pitchFamily="18" charset="0"/>
              </a:rPr>
              <a:t>3.</a:t>
            </a:r>
            <a:r>
              <a:rPr lang="zh-CN" altLang="en-US" sz="2400" dirty="0">
                <a:latin typeface="Calibri" panose="020F0502020204030204" pitchFamily="34" charset="0"/>
                <a:cs typeface="Times New Roman" panose="02020603050405020304" pitchFamily="18" charset="0"/>
              </a:rPr>
              <a:t>两个 </a:t>
            </a:r>
            <a:r>
              <a:rPr lang="en-US" altLang="zh-CN" sz="2400" dirty="0">
                <a:latin typeface="Calibri" panose="020F0502020204030204" pitchFamily="34" charset="0"/>
                <a:cs typeface="Times New Roman" panose="02020603050405020304" pitchFamily="18" charset="0"/>
              </a:rPr>
              <a:t>3 </a:t>
            </a:r>
            <a:r>
              <a:rPr lang="zh-CN" altLang="en-US" sz="2400" dirty="0">
                <a:latin typeface="Calibri" panose="020F0502020204030204" pitchFamily="34" charset="0"/>
                <a:cs typeface="Times New Roman" panose="02020603050405020304" pitchFamily="18" charset="0"/>
              </a:rPr>
              <a:t>行 </a:t>
            </a:r>
            <a:r>
              <a:rPr lang="en-US" altLang="zh-CN" sz="2400" dirty="0">
                <a:latin typeface="Calibri" panose="020F0502020204030204" pitchFamily="34" charset="0"/>
                <a:cs typeface="Times New Roman" panose="02020603050405020304" pitchFamily="18" charset="0"/>
              </a:rPr>
              <a:t>3 </a:t>
            </a:r>
            <a:r>
              <a:rPr lang="zh-CN" altLang="en-US" sz="2400" dirty="0">
                <a:latin typeface="Calibri" panose="020F0502020204030204" pitchFamily="34" charset="0"/>
                <a:cs typeface="Times New Roman" panose="02020603050405020304" pitchFamily="18" charset="0"/>
              </a:rPr>
              <a:t>列的矩阵，实现其对应位置的数据相加，并返回一个新矩阵。 </a:t>
            </a:r>
            <a:endParaRPr lang="zh-CN" altLang="en-US" sz="2400" dirty="0"/>
          </a:p>
        </p:txBody>
      </p:sp>
      <p:sp>
        <p:nvSpPr>
          <p:cNvPr id="4" name="矩形 3"/>
          <p:cNvSpPr/>
          <p:nvPr/>
        </p:nvSpPr>
        <p:spPr>
          <a:xfrm>
            <a:off x="6519609" y="6173977"/>
            <a:ext cx="2351285" cy="400110"/>
          </a:xfrm>
          <a:prstGeom prst="rect">
            <a:avLst/>
          </a:prstGeom>
        </p:spPr>
        <p:txBody>
          <a:bodyPr wrap="none">
            <a:spAutoFit/>
          </a:bodyPr>
          <a:lstStyle/>
          <a:p>
            <a:r>
              <a:rPr lang="en-US" altLang="zh-CN" dirty="0">
                <a:solidFill>
                  <a:srgbClr val="C00000"/>
                </a:solidFill>
              </a:rPr>
              <a:t>14_matriSum</a:t>
            </a:r>
            <a:r>
              <a:rPr lang="zh-CN" altLang="en-US" dirty="0">
                <a:solidFill>
                  <a:srgbClr val="C00000"/>
                </a:solidFill>
              </a:rPr>
              <a:t>.py</a:t>
            </a:r>
          </a:p>
        </p:txBody>
      </p:sp>
      <p:pic>
        <p:nvPicPr>
          <p:cNvPr id="6" name="图片 5"/>
          <p:cNvPicPr>
            <a:picLocks noChangeAspect="1"/>
          </p:cNvPicPr>
          <p:nvPr/>
        </p:nvPicPr>
        <p:blipFill>
          <a:blip r:embed="rId3"/>
          <a:stretch>
            <a:fillRect/>
          </a:stretch>
        </p:blipFill>
        <p:spPr>
          <a:xfrm>
            <a:off x="457199" y="1883941"/>
            <a:ext cx="4190543" cy="4690145"/>
          </a:xfrm>
          <a:prstGeom prst="rect">
            <a:avLst/>
          </a:prstGeom>
        </p:spPr>
      </p:pic>
      <p:pic>
        <p:nvPicPr>
          <p:cNvPr id="7" name="图片 6"/>
          <p:cNvPicPr>
            <a:picLocks noChangeAspect="1"/>
          </p:cNvPicPr>
          <p:nvPr/>
        </p:nvPicPr>
        <p:blipFill>
          <a:blip r:embed="rId4"/>
          <a:stretch>
            <a:fillRect/>
          </a:stretch>
        </p:blipFill>
        <p:spPr>
          <a:xfrm>
            <a:off x="5361466" y="2133600"/>
            <a:ext cx="2430235" cy="1447800"/>
          </a:xfrm>
          <a:prstGeom prst="rect">
            <a:avLst/>
          </a:prstGeom>
        </p:spPr>
      </p:pic>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circle(in)">
                                      <p:cBhvr>
                                        <p:cTn id="12" dur="2000"/>
                                        <p:tgtEl>
                                          <p:spTgt spid="6"/>
                                        </p:tgtEl>
                                      </p:cBhvr>
                                    </p:animEffect>
                                  </p:childTnLst>
                                </p:cTn>
                              </p:par>
                              <p:par>
                                <p:cTn id="13" presetID="6" presetClass="entr" presetSubtype="16"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circle(in)">
                                      <p:cBhvr>
                                        <p:cTn id="15" dur="20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6" presetClass="entr" presetSubtype="16"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circle(in)">
                                      <p:cBhvr>
                                        <p:cTn id="20"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p:txBody>
          <a:bodyPr/>
          <a:lstStyle/>
          <a:p>
            <a:r>
              <a:rPr lang="zh-CN" altLang="en-US" dirty="0">
                <a:ea typeface="宋体" panose="02010600030101010101" pitchFamily="2" charset="-122"/>
              </a:rPr>
              <a:t>作业题</a:t>
            </a:r>
            <a:r>
              <a:rPr lang="en-US" altLang="zh-CN" dirty="0">
                <a:ea typeface="宋体" panose="02010600030101010101" pitchFamily="2" charset="-122"/>
              </a:rPr>
              <a:t>4-</a:t>
            </a:r>
            <a:r>
              <a:rPr lang="zh-CN" altLang="en-US" dirty="0">
                <a:ea typeface="宋体" panose="02010600030101010101" pitchFamily="2" charset="-122"/>
              </a:rPr>
              <a:t>专业硕士</a:t>
            </a:r>
            <a:r>
              <a:rPr lang="en-US" altLang="zh-CN" dirty="0">
                <a:ea typeface="宋体" panose="02010600030101010101" pitchFamily="2" charset="-122"/>
              </a:rPr>
              <a:t>-</a:t>
            </a:r>
            <a:r>
              <a:rPr lang="zh-CN" altLang="en-US" dirty="0">
                <a:ea typeface="宋体" panose="02010600030101010101" pitchFamily="2" charset="-122"/>
              </a:rPr>
              <a:t>实习基地面试题</a:t>
            </a:r>
          </a:p>
        </p:txBody>
      </p:sp>
      <p:sp>
        <p:nvSpPr>
          <p:cNvPr id="2" name="矩形 1"/>
          <p:cNvSpPr/>
          <p:nvPr/>
        </p:nvSpPr>
        <p:spPr>
          <a:xfrm>
            <a:off x="460375" y="1628800"/>
            <a:ext cx="7711440" cy="3784600"/>
          </a:xfrm>
          <a:prstGeom prst="rect">
            <a:avLst/>
          </a:prstGeom>
        </p:spPr>
        <p:txBody>
          <a:bodyPr wrap="square">
            <a:spAutoFit/>
          </a:bodyPr>
          <a:lstStyle/>
          <a:p>
            <a:pPr eaLnBrk="1" latinLnBrk="0" hangingPunct="1">
              <a:lnSpc>
                <a:spcPct val="200000"/>
              </a:lnSpc>
            </a:pPr>
            <a:r>
              <a:rPr lang="en-US" altLang="zh-CN" sz="2400" dirty="0">
                <a:latin typeface="Calibri" panose="020F0502020204030204" pitchFamily="34" charset="0"/>
                <a:cs typeface="Times New Roman" panose="02020603050405020304" pitchFamily="18" charset="0"/>
              </a:rPr>
              <a:t>4. </a:t>
            </a:r>
            <a:r>
              <a:rPr lang="zh-CN" altLang="en-US" sz="2400" dirty="0">
                <a:latin typeface="Calibri" panose="020F0502020204030204" pitchFamily="34" charset="0"/>
                <a:cs typeface="Times New Roman" panose="02020603050405020304" pitchFamily="18" charset="0"/>
              </a:rPr>
              <a:t>面试题：给定</a:t>
            </a:r>
            <a:r>
              <a:rPr lang="en-US" altLang="zh-CN" sz="2400" dirty="0">
                <a:latin typeface="Calibri" panose="020F0502020204030204" pitchFamily="34" charset="0"/>
                <a:cs typeface="Times New Roman" panose="02020603050405020304" pitchFamily="18" charset="0"/>
              </a:rPr>
              <a:t>N</a:t>
            </a:r>
            <a:r>
              <a:rPr lang="zh-CN" altLang="en-US" sz="2400" dirty="0">
                <a:latin typeface="Calibri" panose="020F0502020204030204" pitchFamily="34" charset="0"/>
                <a:cs typeface="Times New Roman" panose="02020603050405020304" pitchFamily="18" charset="0"/>
              </a:rPr>
              <a:t>个不同的数（例如：</a:t>
            </a:r>
            <a:r>
              <a:rPr lang="en-US" altLang="zh-CN" sz="2400" dirty="0">
                <a:latin typeface="Calibri" panose="020F0502020204030204" pitchFamily="34" charset="0"/>
                <a:cs typeface="Times New Roman" panose="02020603050405020304" pitchFamily="18" charset="0"/>
              </a:rPr>
              <a:t>53</a:t>
            </a:r>
            <a:r>
              <a:rPr lang="zh-CN" altLang="en-US" sz="2400" dirty="0">
                <a:latin typeface="Calibri" panose="020F0502020204030204" pitchFamily="34" charset="0"/>
                <a:cs typeface="Times New Roman" panose="02020603050405020304" pitchFamily="18" charset="0"/>
              </a:rPr>
              <a:t>，</a:t>
            </a:r>
            <a:r>
              <a:rPr lang="en-US" altLang="zh-CN" sz="2400" dirty="0">
                <a:latin typeface="Calibri" panose="020F0502020204030204" pitchFamily="34" charset="0"/>
                <a:cs typeface="Times New Roman" panose="02020603050405020304" pitchFamily="18" charset="0"/>
              </a:rPr>
              <a:t>18</a:t>
            </a:r>
            <a:r>
              <a:rPr lang="zh-CN" altLang="en-US" sz="2400" dirty="0">
                <a:latin typeface="Calibri" panose="020F0502020204030204" pitchFamily="34" charset="0"/>
                <a:cs typeface="Times New Roman" panose="02020603050405020304" pitchFamily="18" charset="0"/>
              </a:rPr>
              <a:t>，</a:t>
            </a:r>
            <a:r>
              <a:rPr lang="en-US" altLang="zh-CN" sz="2400" dirty="0">
                <a:latin typeface="Calibri" panose="020F0502020204030204" pitchFamily="34" charset="0"/>
                <a:cs typeface="Times New Roman" panose="02020603050405020304" pitchFamily="18" charset="0"/>
              </a:rPr>
              <a:t>27</a:t>
            </a:r>
            <a:r>
              <a:rPr lang="zh-CN" altLang="en-US" sz="2400" dirty="0">
                <a:latin typeface="Calibri" panose="020F0502020204030204" pitchFamily="34" charset="0"/>
                <a:cs typeface="Times New Roman" panose="02020603050405020304" pitchFamily="18" charset="0"/>
              </a:rPr>
              <a:t>，</a:t>
            </a:r>
            <a:r>
              <a:rPr lang="en-US" altLang="zh-CN" sz="2400" dirty="0">
                <a:latin typeface="Calibri" panose="020F0502020204030204" pitchFamily="34" charset="0"/>
                <a:cs typeface="Times New Roman" panose="02020603050405020304" pitchFamily="18" charset="0"/>
              </a:rPr>
              <a:t>10</a:t>
            </a:r>
            <a:r>
              <a:rPr lang="zh-CN" altLang="en-US" sz="2400" dirty="0">
                <a:latin typeface="Calibri" panose="020F0502020204030204" pitchFamily="34" charset="0"/>
                <a:cs typeface="Times New Roman" panose="02020603050405020304" pitchFamily="18" charset="0"/>
              </a:rPr>
              <a:t>，</a:t>
            </a:r>
            <a:r>
              <a:rPr lang="en-US" altLang="zh-CN" sz="2400" dirty="0">
                <a:latin typeface="Calibri" panose="020F0502020204030204" pitchFamily="34" charset="0"/>
                <a:cs typeface="Times New Roman" panose="02020603050405020304" pitchFamily="18" charset="0"/>
              </a:rPr>
              <a:t>92</a:t>
            </a:r>
            <a:r>
              <a:rPr lang="zh-CN" altLang="en-US" sz="2400" dirty="0">
                <a:latin typeface="Calibri" panose="020F0502020204030204" pitchFamily="34" charset="0"/>
                <a:cs typeface="Times New Roman" panose="02020603050405020304" pitchFamily="18" charset="0"/>
              </a:rPr>
              <a:t>，</a:t>
            </a:r>
            <a:r>
              <a:rPr lang="en-US" altLang="zh-CN" sz="2400" dirty="0">
                <a:latin typeface="Calibri" panose="020F0502020204030204" pitchFamily="34" charset="0"/>
                <a:cs typeface="Times New Roman" panose="02020603050405020304" pitchFamily="18" charset="0"/>
              </a:rPr>
              <a:t>7</a:t>
            </a:r>
            <a:r>
              <a:rPr lang="zh-CN" altLang="en-US" sz="2400" dirty="0">
                <a:latin typeface="Calibri" panose="020F0502020204030204" pitchFamily="34" charset="0"/>
                <a:cs typeface="Times New Roman" panose="02020603050405020304" pitchFamily="18" charset="0"/>
              </a:rPr>
              <a:t>，</a:t>
            </a:r>
            <a:r>
              <a:rPr lang="en-US" altLang="zh-CN" sz="2400" dirty="0">
                <a:latin typeface="Calibri" panose="020F0502020204030204" pitchFamily="34" charset="0"/>
                <a:cs typeface="Times New Roman" panose="02020603050405020304" pitchFamily="18" charset="0"/>
              </a:rPr>
              <a:t>15……)</a:t>
            </a:r>
            <a:r>
              <a:rPr lang="zh-CN" altLang="en-US" sz="2400" dirty="0">
                <a:latin typeface="Calibri" panose="020F0502020204030204" pitchFamily="34" charset="0"/>
                <a:cs typeface="Times New Roman" panose="02020603050405020304" pitchFamily="18" charset="0"/>
              </a:rPr>
              <a:t>，提取这</a:t>
            </a:r>
            <a:r>
              <a:rPr lang="en-US" altLang="zh-CN" sz="2400" dirty="0">
                <a:latin typeface="Calibri" panose="020F0502020204030204" pitchFamily="34" charset="0"/>
                <a:cs typeface="Times New Roman" panose="02020603050405020304" pitchFamily="18" charset="0"/>
              </a:rPr>
              <a:t>N</a:t>
            </a:r>
            <a:r>
              <a:rPr lang="zh-CN" altLang="en-US" sz="2400" dirty="0">
                <a:latin typeface="Calibri" panose="020F0502020204030204" pitchFamily="34" charset="0"/>
                <a:cs typeface="Times New Roman" panose="02020603050405020304" pitchFamily="18" charset="0"/>
              </a:rPr>
              <a:t>个数里最大的</a:t>
            </a:r>
            <a:r>
              <a:rPr lang="en-US" altLang="zh-CN" sz="2400" dirty="0">
                <a:latin typeface="Calibri" panose="020F0502020204030204" pitchFamily="34" charset="0"/>
                <a:cs typeface="Times New Roman" panose="02020603050405020304" pitchFamily="18" charset="0"/>
              </a:rPr>
              <a:t>M</a:t>
            </a:r>
            <a:r>
              <a:rPr lang="zh-CN" altLang="en-US" sz="2400" dirty="0">
                <a:latin typeface="Calibri" panose="020F0502020204030204" pitchFamily="34" charset="0"/>
                <a:cs typeface="Times New Roman" panose="02020603050405020304" pitchFamily="18" charset="0"/>
              </a:rPr>
              <a:t>个数。</a:t>
            </a:r>
          </a:p>
          <a:p>
            <a:pPr eaLnBrk="1" latinLnBrk="0" hangingPunct="1">
              <a:lnSpc>
                <a:spcPct val="200000"/>
              </a:lnSpc>
            </a:pPr>
            <a:r>
              <a:rPr lang="zh-CN" altLang="en-US" sz="2400" dirty="0"/>
              <a:t>思路：（</a:t>
            </a:r>
            <a:r>
              <a:rPr lang="en-US" altLang="zh-CN" sz="2400" dirty="0"/>
              <a:t>1</a:t>
            </a:r>
            <a:r>
              <a:rPr lang="zh-CN" altLang="en-US" sz="2400" dirty="0"/>
              <a:t>）输入并转换为数值，形成列表；</a:t>
            </a:r>
          </a:p>
          <a:p>
            <a:pPr eaLnBrk="1" latinLnBrk="0" hangingPunct="1">
              <a:lnSpc>
                <a:spcPct val="200000"/>
              </a:lnSpc>
            </a:pPr>
            <a:r>
              <a:rPr lang="zh-CN" altLang="en-US" sz="2400" dirty="0"/>
              <a:t>         （</a:t>
            </a:r>
            <a:r>
              <a:rPr lang="en-US" altLang="zh-CN" sz="2400" dirty="0"/>
              <a:t>2</a:t>
            </a:r>
            <a:r>
              <a:rPr lang="zh-CN" altLang="en-US" sz="2400" dirty="0"/>
              <a:t>）</a:t>
            </a:r>
            <a:r>
              <a:rPr lang="en-US" altLang="zh-CN" sz="2400" dirty="0"/>
              <a:t>N</a:t>
            </a:r>
            <a:r>
              <a:rPr lang="zh-CN" altLang="en-US" sz="2400" dirty="0"/>
              <a:t>个数排序；</a:t>
            </a:r>
          </a:p>
          <a:p>
            <a:pPr eaLnBrk="1" latinLnBrk="0" hangingPunct="1">
              <a:lnSpc>
                <a:spcPct val="200000"/>
              </a:lnSpc>
            </a:pPr>
            <a:r>
              <a:rPr lang="zh-CN" altLang="en-US" sz="2400" dirty="0"/>
              <a:t>         （</a:t>
            </a:r>
            <a:r>
              <a:rPr lang="en-US" altLang="zh-CN" sz="2400" dirty="0"/>
              <a:t>3</a:t>
            </a:r>
            <a:r>
              <a:rPr lang="zh-CN" altLang="en-US" sz="2400" dirty="0"/>
              <a:t>）从头输出前</a:t>
            </a:r>
            <a:r>
              <a:rPr lang="en-US" altLang="zh-CN" sz="2400" dirty="0"/>
              <a:t>M</a:t>
            </a:r>
            <a:r>
              <a:rPr lang="zh-CN" altLang="en-US" sz="2400" dirty="0"/>
              <a:t>个。</a:t>
            </a:r>
          </a:p>
        </p:txBody>
      </p:sp>
      <p:sp>
        <p:nvSpPr>
          <p:cNvPr id="9" name="矩形 8"/>
          <p:cNvSpPr/>
          <p:nvPr/>
        </p:nvSpPr>
        <p:spPr>
          <a:xfrm>
            <a:off x="6934200" y="6172200"/>
            <a:ext cx="1960152" cy="400110"/>
          </a:xfrm>
          <a:prstGeom prst="rect">
            <a:avLst/>
          </a:prstGeom>
        </p:spPr>
        <p:txBody>
          <a:bodyPr wrap="none">
            <a:spAutoFit/>
          </a:bodyPr>
          <a:lstStyle/>
          <a:p>
            <a:r>
              <a:rPr lang="zh-CN" altLang="en-US" dirty="0">
                <a:solidFill>
                  <a:srgbClr val="C00000"/>
                </a:solidFill>
              </a:rPr>
              <a:t>1</a:t>
            </a:r>
            <a:r>
              <a:rPr lang="en-US" altLang="zh-CN" dirty="0">
                <a:solidFill>
                  <a:srgbClr val="C00000"/>
                </a:solidFill>
              </a:rPr>
              <a:t>4</a:t>
            </a:r>
            <a:r>
              <a:rPr lang="zh-CN" altLang="en-US" dirty="0">
                <a:solidFill>
                  <a:srgbClr val="C00000"/>
                </a:solidFill>
              </a:rPr>
              <a:t>_</a:t>
            </a:r>
            <a:r>
              <a:rPr lang="en-US" altLang="zh-CN" dirty="0" err="1">
                <a:solidFill>
                  <a:srgbClr val="C00000"/>
                </a:solidFill>
              </a:rPr>
              <a:t>calMax</a:t>
            </a:r>
            <a:r>
              <a:rPr lang="zh-CN" altLang="en-US" dirty="0">
                <a:solidFill>
                  <a:srgbClr val="C00000"/>
                </a:solidFill>
              </a:rPr>
              <a:t>.py</a:t>
            </a:r>
          </a:p>
        </p:txBody>
      </p:sp>
    </p:spTree>
    <p:extLst>
      <p:ext uri="{BB962C8B-B14F-4D97-AF65-F5344CB8AC3E}">
        <p14:creationId xmlns:p14="http://schemas.microsoft.com/office/powerpoint/2010/main" val="1550462890"/>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6934200" y="6172200"/>
            <a:ext cx="1960152" cy="400110"/>
          </a:xfrm>
          <a:prstGeom prst="rect">
            <a:avLst/>
          </a:prstGeom>
        </p:spPr>
        <p:txBody>
          <a:bodyPr wrap="none">
            <a:spAutoFit/>
          </a:bodyPr>
          <a:lstStyle/>
          <a:p>
            <a:r>
              <a:rPr lang="zh-CN" altLang="en-US" dirty="0">
                <a:solidFill>
                  <a:srgbClr val="C00000"/>
                </a:solidFill>
              </a:rPr>
              <a:t>1</a:t>
            </a:r>
            <a:r>
              <a:rPr lang="en-US" altLang="zh-CN" dirty="0">
                <a:solidFill>
                  <a:srgbClr val="C00000"/>
                </a:solidFill>
              </a:rPr>
              <a:t>4</a:t>
            </a:r>
            <a:r>
              <a:rPr lang="zh-CN" altLang="en-US" dirty="0">
                <a:solidFill>
                  <a:srgbClr val="C00000"/>
                </a:solidFill>
              </a:rPr>
              <a:t>_</a:t>
            </a:r>
            <a:r>
              <a:rPr lang="en-US" altLang="zh-CN" dirty="0" err="1">
                <a:solidFill>
                  <a:srgbClr val="C00000"/>
                </a:solidFill>
              </a:rPr>
              <a:t>calMax</a:t>
            </a:r>
            <a:r>
              <a:rPr lang="zh-CN" altLang="en-US" dirty="0">
                <a:solidFill>
                  <a:srgbClr val="C00000"/>
                </a:solidFill>
              </a:rPr>
              <a:t>.py</a:t>
            </a:r>
          </a:p>
        </p:txBody>
      </p:sp>
      <p:pic>
        <p:nvPicPr>
          <p:cNvPr id="3" name="图片 2"/>
          <p:cNvPicPr>
            <a:picLocks noChangeAspect="1"/>
          </p:cNvPicPr>
          <p:nvPr/>
        </p:nvPicPr>
        <p:blipFill>
          <a:blip r:embed="rId3"/>
          <a:stretch>
            <a:fillRect/>
          </a:stretch>
        </p:blipFill>
        <p:spPr>
          <a:xfrm>
            <a:off x="609600" y="1911220"/>
            <a:ext cx="5457526" cy="3817203"/>
          </a:xfrm>
          <a:prstGeom prst="rect">
            <a:avLst/>
          </a:prstGeom>
        </p:spPr>
      </p:pic>
      <p:sp>
        <p:nvSpPr>
          <p:cNvPr id="4" name="矩形 3"/>
          <p:cNvSpPr/>
          <p:nvPr/>
        </p:nvSpPr>
        <p:spPr>
          <a:xfrm>
            <a:off x="394970" y="990600"/>
            <a:ext cx="7711440" cy="721608"/>
          </a:xfrm>
          <a:prstGeom prst="rect">
            <a:avLst/>
          </a:prstGeom>
        </p:spPr>
        <p:txBody>
          <a:bodyPr wrap="square">
            <a:spAutoFit/>
          </a:bodyPr>
          <a:lstStyle/>
          <a:p>
            <a:pPr eaLnBrk="1" latinLnBrk="0" hangingPunct="1">
              <a:lnSpc>
                <a:spcPct val="200000"/>
              </a:lnSpc>
            </a:pPr>
            <a:r>
              <a:rPr lang="en-US" altLang="zh-CN" sz="2400" dirty="0">
                <a:latin typeface="Calibri" panose="020F0502020204030204" pitchFamily="34" charset="0"/>
                <a:cs typeface="Times New Roman" panose="02020603050405020304" pitchFamily="18" charset="0"/>
              </a:rPr>
              <a:t>4. </a:t>
            </a:r>
            <a:r>
              <a:rPr lang="zh-CN" altLang="en-US" sz="2400" dirty="0">
                <a:latin typeface="Calibri" panose="020F0502020204030204" pitchFamily="34" charset="0"/>
                <a:cs typeface="Times New Roman" panose="02020603050405020304" pitchFamily="18" charset="0"/>
              </a:rPr>
              <a:t>面试题：</a:t>
            </a:r>
            <a:r>
              <a:rPr lang="zh-CN" sz="2400" dirty="0">
                <a:latin typeface="Calibri" panose="020F0502020204030204" pitchFamily="34" charset="0"/>
                <a:cs typeface="Times New Roman" panose="02020603050405020304" pitchFamily="18" charset="0"/>
              </a:rPr>
              <a:t>解答</a:t>
            </a:r>
            <a:endParaRPr lang="zh-CN" sz="2400" dirty="0"/>
          </a:p>
        </p:txBody>
      </p:sp>
      <p:sp>
        <p:nvSpPr>
          <p:cNvPr id="2" name="标题 1">
            <a:extLst>
              <a:ext uri="{FF2B5EF4-FFF2-40B4-BE49-F238E27FC236}">
                <a16:creationId xmlns:a16="http://schemas.microsoft.com/office/drawing/2014/main" id="{E0C8A485-479E-448C-A761-CC66DCEDE4D4}"/>
              </a:ext>
            </a:extLst>
          </p:cNvPr>
          <p:cNvSpPr>
            <a:spLocks noGrp="1"/>
          </p:cNvSpPr>
          <p:nvPr>
            <p:ph type="title"/>
          </p:nvPr>
        </p:nvSpPr>
        <p:spPr/>
        <p:txBody>
          <a:bodyPr/>
          <a:lstStyle/>
          <a:p>
            <a:endParaRPr lang="zh-CN" altLang="en-US"/>
          </a:p>
        </p:txBody>
      </p:sp>
      <p:sp>
        <p:nvSpPr>
          <p:cNvPr id="7" name="标题 1">
            <a:extLst>
              <a:ext uri="{FF2B5EF4-FFF2-40B4-BE49-F238E27FC236}">
                <a16:creationId xmlns:a16="http://schemas.microsoft.com/office/drawing/2014/main" id="{ACE50363-9748-4EA4-B1F0-30B60AAC3E9A}"/>
              </a:ext>
            </a:extLst>
          </p:cNvPr>
          <p:cNvSpPr txBox="1">
            <a:spLocks/>
          </p:cNvSpPr>
          <p:nvPr/>
        </p:nvSpPr>
        <p:spPr bwMode="auto">
          <a:xfrm>
            <a:off x="183008" y="142528"/>
            <a:ext cx="8853488" cy="838200"/>
          </a:xfrm>
          <a:prstGeom prst="rect">
            <a:avLst/>
          </a:prstGeom>
          <a:solidFill>
            <a:srgbClr val="99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Verdana" pitchFamily="34" charset="0"/>
                <a:cs typeface="Times New Roman" pitchFamily="18" charset="0"/>
              </a:defRPr>
            </a:lvl2pPr>
            <a:lvl3pPr algn="ctr" rtl="0" eaLnBrk="0" fontAlgn="base" hangingPunct="0">
              <a:spcBef>
                <a:spcPct val="0"/>
              </a:spcBef>
              <a:spcAft>
                <a:spcPct val="0"/>
              </a:spcAft>
              <a:defRPr sz="4000" b="1">
                <a:solidFill>
                  <a:schemeClr val="bg1"/>
                </a:solidFill>
                <a:latin typeface="Verdana" pitchFamily="34" charset="0"/>
                <a:cs typeface="Times New Roman" pitchFamily="18" charset="0"/>
              </a:defRPr>
            </a:lvl3pPr>
            <a:lvl4pPr algn="ctr" rtl="0" eaLnBrk="0" fontAlgn="base" hangingPunct="0">
              <a:spcBef>
                <a:spcPct val="0"/>
              </a:spcBef>
              <a:spcAft>
                <a:spcPct val="0"/>
              </a:spcAft>
              <a:defRPr sz="4000" b="1">
                <a:solidFill>
                  <a:schemeClr val="bg1"/>
                </a:solidFill>
                <a:latin typeface="Verdana" pitchFamily="34" charset="0"/>
                <a:cs typeface="Times New Roman" pitchFamily="18" charset="0"/>
              </a:defRPr>
            </a:lvl4pPr>
            <a:lvl5pPr algn="ctr" rtl="0" eaLnBrk="0" fontAlgn="base" hangingPunct="0">
              <a:spcBef>
                <a:spcPct val="0"/>
              </a:spcBef>
              <a:spcAft>
                <a:spcPct val="0"/>
              </a:spcAft>
              <a:defRPr sz="4000" b="1">
                <a:solidFill>
                  <a:schemeClr val="bg1"/>
                </a:solidFill>
                <a:latin typeface="Verdana" pitchFamily="34" charset="0"/>
                <a:cs typeface="Times New Roman" pitchFamily="18" charset="0"/>
              </a:defRPr>
            </a:lvl5pPr>
            <a:lvl6pPr marL="457200" algn="ctr" rtl="0" fontAlgn="base">
              <a:spcBef>
                <a:spcPct val="0"/>
              </a:spcBef>
              <a:spcAft>
                <a:spcPct val="0"/>
              </a:spcAft>
              <a:defRPr sz="4000" b="1">
                <a:solidFill>
                  <a:schemeClr val="bg1"/>
                </a:solidFill>
                <a:latin typeface="Verdana" pitchFamily="34" charset="0"/>
                <a:cs typeface="Times New Roman" pitchFamily="18" charset="0"/>
              </a:defRPr>
            </a:lvl6pPr>
            <a:lvl7pPr marL="914400" algn="ctr" rtl="0" fontAlgn="base">
              <a:spcBef>
                <a:spcPct val="0"/>
              </a:spcBef>
              <a:spcAft>
                <a:spcPct val="0"/>
              </a:spcAft>
              <a:defRPr sz="4000" b="1">
                <a:solidFill>
                  <a:schemeClr val="bg1"/>
                </a:solidFill>
                <a:latin typeface="Verdana" pitchFamily="34" charset="0"/>
                <a:cs typeface="Times New Roman" pitchFamily="18" charset="0"/>
              </a:defRPr>
            </a:lvl7pPr>
            <a:lvl8pPr marL="1371600" algn="ctr" rtl="0" fontAlgn="base">
              <a:spcBef>
                <a:spcPct val="0"/>
              </a:spcBef>
              <a:spcAft>
                <a:spcPct val="0"/>
              </a:spcAft>
              <a:defRPr sz="4000" b="1">
                <a:solidFill>
                  <a:schemeClr val="bg1"/>
                </a:solidFill>
                <a:latin typeface="Verdana" pitchFamily="34" charset="0"/>
                <a:cs typeface="Times New Roman" pitchFamily="18" charset="0"/>
              </a:defRPr>
            </a:lvl8pPr>
            <a:lvl9pPr marL="1828800" algn="ctr" rtl="0" fontAlgn="base">
              <a:spcBef>
                <a:spcPct val="0"/>
              </a:spcBef>
              <a:spcAft>
                <a:spcPct val="0"/>
              </a:spcAft>
              <a:defRPr sz="4000" b="1">
                <a:solidFill>
                  <a:schemeClr val="bg1"/>
                </a:solidFill>
                <a:latin typeface="Verdana" pitchFamily="34" charset="0"/>
                <a:cs typeface="Times New Roman" pitchFamily="18" charset="0"/>
              </a:defRPr>
            </a:lvl9pPr>
          </a:lstStyle>
          <a:p>
            <a:r>
              <a:rPr lang="zh-CN" altLang="en-US" dirty="0">
                <a:ea typeface="宋体" panose="02010600030101010101" pitchFamily="2" charset="-122"/>
              </a:rPr>
              <a:t>练习题</a:t>
            </a:r>
            <a:r>
              <a:rPr lang="en-US" altLang="zh-CN" dirty="0">
                <a:ea typeface="宋体" panose="02010600030101010101" pitchFamily="2" charset="-122"/>
              </a:rPr>
              <a:t>4-</a:t>
            </a:r>
            <a:r>
              <a:rPr lang="zh-CN" altLang="en-US" kern="0" dirty="0">
                <a:ea typeface="宋体" panose="02010600030101010101" pitchFamily="2" charset="-122"/>
              </a:rPr>
              <a:t>专业硕士</a:t>
            </a:r>
            <a:r>
              <a:rPr lang="en-US" altLang="zh-CN" kern="0" dirty="0">
                <a:ea typeface="宋体" panose="02010600030101010101" pitchFamily="2" charset="-122"/>
              </a:rPr>
              <a:t>-</a:t>
            </a:r>
            <a:r>
              <a:rPr lang="zh-CN" altLang="en-US" kern="0" dirty="0">
                <a:ea typeface="宋体" panose="02010600030101010101" pitchFamily="2" charset="-122"/>
              </a:rPr>
              <a:t>实习基地面试题</a:t>
            </a:r>
          </a:p>
        </p:txBody>
      </p:sp>
    </p:spTree>
    <p:extLst>
      <p:ext uri="{BB962C8B-B14F-4D97-AF65-F5344CB8AC3E}">
        <p14:creationId xmlns:p14="http://schemas.microsoft.com/office/powerpoint/2010/main" val="2309956304"/>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p:txBody>
          <a:bodyPr/>
          <a:lstStyle/>
          <a:p>
            <a:r>
              <a:rPr lang="zh-CN" altLang="en-US" dirty="0">
                <a:ea typeface="宋体" panose="02010600030101010101" pitchFamily="2" charset="-122"/>
              </a:rPr>
              <a:t>练习题</a:t>
            </a:r>
            <a:r>
              <a:rPr lang="en-US" altLang="zh-CN" dirty="0">
                <a:ea typeface="宋体" panose="02010600030101010101" pitchFamily="2" charset="-122"/>
              </a:rPr>
              <a:t>5</a:t>
            </a:r>
            <a:endParaRPr lang="zh-CN" altLang="en-US" dirty="0">
              <a:ea typeface="宋体" panose="02010600030101010101" pitchFamily="2" charset="-122"/>
            </a:endParaRPr>
          </a:p>
        </p:txBody>
      </p:sp>
      <p:sp>
        <p:nvSpPr>
          <p:cNvPr id="2" name="矩形 1"/>
          <p:cNvSpPr/>
          <p:nvPr/>
        </p:nvSpPr>
        <p:spPr>
          <a:xfrm>
            <a:off x="381000" y="1143000"/>
            <a:ext cx="8458200" cy="830997"/>
          </a:xfrm>
          <a:prstGeom prst="rect">
            <a:avLst/>
          </a:prstGeom>
        </p:spPr>
        <p:txBody>
          <a:bodyPr wrap="square">
            <a:spAutoFit/>
          </a:bodyPr>
          <a:lstStyle/>
          <a:p>
            <a:r>
              <a:rPr lang="en-US" altLang="zh-CN" sz="2400" dirty="0">
                <a:latin typeface="Calibri" panose="020F0502020204030204" pitchFamily="34" charset="0"/>
                <a:cs typeface="Times New Roman" panose="02020603050405020304" pitchFamily="18" charset="0"/>
              </a:rPr>
              <a:t>5. </a:t>
            </a:r>
            <a:r>
              <a:rPr lang="zh-CN" altLang="en-US" sz="2400" dirty="0">
                <a:latin typeface="Calibri" panose="020F0502020204030204" pitchFamily="34" charset="0"/>
                <a:cs typeface="Times New Roman" panose="02020603050405020304" pitchFamily="18" charset="0"/>
              </a:rPr>
              <a:t>给定随机字符串（例如：‘</a:t>
            </a:r>
            <a:r>
              <a:rPr lang="en-US" altLang="zh-CN" sz="2400" dirty="0" err="1">
                <a:latin typeface="Calibri" panose="020F0502020204030204" pitchFamily="34" charset="0"/>
                <a:cs typeface="Times New Roman" panose="02020603050405020304" pitchFamily="18" charset="0"/>
              </a:rPr>
              <a:t>abaaaeeccddfbgaa</a:t>
            </a:r>
            <a:r>
              <a:rPr lang="zh-CN" altLang="en-US" sz="2400" dirty="0">
                <a:latin typeface="Calibri" panose="020F0502020204030204" pitchFamily="34" charset="0"/>
                <a:cs typeface="Times New Roman" panose="02020603050405020304" pitchFamily="18" charset="0"/>
              </a:rPr>
              <a:t>’），提取出现频率最高的字符。</a:t>
            </a:r>
            <a:endParaRPr lang="zh-CN" altLang="en-US" sz="2400" dirty="0"/>
          </a:p>
        </p:txBody>
      </p:sp>
      <p:pic>
        <p:nvPicPr>
          <p:cNvPr id="3" name="图片 2"/>
          <p:cNvPicPr>
            <a:picLocks noChangeAspect="1"/>
          </p:cNvPicPr>
          <p:nvPr/>
        </p:nvPicPr>
        <p:blipFill>
          <a:blip r:embed="rId3"/>
          <a:stretch>
            <a:fillRect/>
          </a:stretch>
        </p:blipFill>
        <p:spPr>
          <a:xfrm>
            <a:off x="533400" y="2109952"/>
            <a:ext cx="6265290" cy="2971800"/>
          </a:xfrm>
          <a:prstGeom prst="rect">
            <a:avLst/>
          </a:prstGeom>
        </p:spPr>
      </p:pic>
      <p:pic>
        <p:nvPicPr>
          <p:cNvPr id="4" name="图片 3"/>
          <p:cNvPicPr>
            <a:picLocks noChangeAspect="1"/>
          </p:cNvPicPr>
          <p:nvPr/>
        </p:nvPicPr>
        <p:blipFill>
          <a:blip r:embed="rId4"/>
          <a:stretch>
            <a:fillRect/>
          </a:stretch>
        </p:blipFill>
        <p:spPr>
          <a:xfrm>
            <a:off x="4800601" y="2104698"/>
            <a:ext cx="3648966" cy="384102"/>
          </a:xfrm>
          <a:prstGeom prst="rect">
            <a:avLst/>
          </a:prstGeom>
        </p:spPr>
      </p:pic>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object 3"/>
          <p:cNvSpPr txBox="1">
            <a:spLocks noGrp="1"/>
          </p:cNvSpPr>
          <p:nvPr>
            <p:ph type="title"/>
          </p:nvPr>
        </p:nvSpPr>
        <p:spPr>
          <a:xfrm>
            <a:off x="152400" y="152400"/>
            <a:ext cx="8853488" cy="838200"/>
          </a:xfrm>
          <a:prstGeom prst="rect">
            <a:avLst/>
          </a:prstGeom>
        </p:spPr>
        <p:txBody>
          <a:bodyPr vert="horz" wrap="square" lIns="0" tIns="0" rIns="0" bIns="0" rtlCol="0">
            <a:noAutofit/>
          </a:bodyPr>
          <a:lstStyle/>
          <a:p>
            <a:pPr marL="12700">
              <a:lnSpc>
                <a:spcPct val="100000"/>
              </a:lnSpc>
            </a:pPr>
            <a:r>
              <a:rPr lang="zh-CN" altLang="en-US" dirty="0">
                <a:latin typeface="Microsoft JhengHei"/>
                <a:cs typeface="Microsoft JhengHei"/>
              </a:rPr>
              <a:t>第三类问题：字符串处理</a:t>
            </a:r>
            <a:endParaRPr sz="4000" dirty="0">
              <a:latin typeface="Microsoft JhengHei"/>
              <a:cs typeface="Microsoft JhengHei"/>
            </a:endParaRPr>
          </a:p>
        </p:txBody>
      </p:sp>
      <p:sp>
        <p:nvSpPr>
          <p:cNvPr id="5" name="矩形 4"/>
          <p:cNvSpPr/>
          <p:nvPr/>
        </p:nvSpPr>
        <p:spPr>
          <a:xfrm>
            <a:off x="899592" y="1628800"/>
            <a:ext cx="7632848" cy="4401205"/>
          </a:xfrm>
          <a:prstGeom prst="rect">
            <a:avLst/>
          </a:prstGeom>
        </p:spPr>
        <p:txBody>
          <a:bodyPr wrap="square">
            <a:spAutoFit/>
          </a:bodyPr>
          <a:lstStyle/>
          <a:p>
            <a:r>
              <a:rPr lang="zh-CN" altLang="en-US" sz="2800" dirty="0"/>
              <a:t>编程思路和解决模式：</a:t>
            </a:r>
            <a:endParaRPr lang="en-US" altLang="zh-CN" sz="2800" dirty="0"/>
          </a:p>
          <a:p>
            <a:endParaRPr lang="en-US" altLang="zh-CN" sz="2800" dirty="0"/>
          </a:p>
          <a:p>
            <a:r>
              <a:rPr lang="en-US" altLang="zh-CN" sz="2800" dirty="0"/>
              <a:t>(</a:t>
            </a:r>
            <a:r>
              <a:rPr lang="zh-CN" altLang="en-US" sz="2800" dirty="0"/>
              <a:t>a</a:t>
            </a:r>
            <a:r>
              <a:rPr lang="en-US" altLang="zh-CN" sz="2800" dirty="0"/>
              <a:t>)</a:t>
            </a:r>
            <a:r>
              <a:rPr lang="zh-CN" altLang="en-US" sz="2800" dirty="0"/>
              <a:t>问题实例：</a:t>
            </a:r>
            <a:endParaRPr lang="en-US" altLang="zh-CN" sz="2800" dirty="0"/>
          </a:p>
          <a:p>
            <a:r>
              <a:rPr lang="en-US" altLang="zh-CN" sz="2800" dirty="0"/>
              <a:t>     </a:t>
            </a:r>
            <a:r>
              <a:rPr lang="zh-CN" altLang="en-US" sz="2800" dirty="0"/>
              <a:t>统计字符出现次数；大小写转换，密码加密解密。</a:t>
            </a:r>
            <a:endParaRPr lang="en-US" altLang="zh-CN" sz="2800" dirty="0"/>
          </a:p>
          <a:p>
            <a:endParaRPr lang="zh-CN" altLang="en-US" sz="2800" dirty="0"/>
          </a:p>
          <a:p>
            <a:r>
              <a:rPr lang="zh-CN" altLang="en-US" sz="2800" dirty="0"/>
              <a:t>(b)思考模式：</a:t>
            </a:r>
            <a:endParaRPr lang="en-US" altLang="zh-CN" sz="2800" dirty="0"/>
          </a:p>
          <a:p>
            <a:r>
              <a:rPr lang="zh-CN" altLang="en-US" sz="2800" dirty="0"/>
              <a:t>   思考模式： 循环分析，逐个字符判断，字符转码，分支判断，多变量累加，统计输出。；</a:t>
            </a:r>
            <a:endParaRPr lang="en-US" altLang="zh-CN" sz="2800" dirty="0"/>
          </a:p>
          <a:p>
            <a:endParaRPr lang="zh-CN" altLang="en-US" sz="2800" dirty="0"/>
          </a:p>
        </p:txBody>
      </p:sp>
    </p:spTree>
    <p:extLst>
      <p:ext uri="{BB962C8B-B14F-4D97-AF65-F5344CB8AC3E}">
        <p14:creationId xmlns:p14="http://schemas.microsoft.com/office/powerpoint/2010/main" val="2012963951"/>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p:txBody>
          <a:bodyPr/>
          <a:lstStyle/>
          <a:p>
            <a:r>
              <a:rPr lang="en-US" altLang="zh-CN" sz="3600" dirty="0">
                <a:ea typeface="宋体" panose="02010600030101010101" pitchFamily="2" charset="-122"/>
              </a:rPr>
              <a:t> </a:t>
            </a:r>
            <a:r>
              <a:rPr lang="zh-CN" altLang="en-US" sz="3600" dirty="0">
                <a:ea typeface="宋体" panose="02010600030101010101" pitchFamily="2" charset="-122"/>
              </a:rPr>
              <a:t>字符串操作</a:t>
            </a:r>
          </a:p>
        </p:txBody>
      </p:sp>
      <p:sp>
        <p:nvSpPr>
          <p:cNvPr id="4" name="矩形 3"/>
          <p:cNvSpPr/>
          <p:nvPr/>
        </p:nvSpPr>
        <p:spPr>
          <a:xfrm>
            <a:off x="152400" y="1143000"/>
            <a:ext cx="8853488" cy="830997"/>
          </a:xfrm>
          <a:prstGeom prst="rect">
            <a:avLst/>
          </a:prstGeom>
        </p:spPr>
        <p:txBody>
          <a:bodyPr wrap="square">
            <a:spAutoFit/>
          </a:bodyPr>
          <a:lstStyle/>
          <a:p>
            <a:r>
              <a:rPr lang="en-US" altLang="zh-CN" sz="2400" dirty="0"/>
              <a:t>1.</a:t>
            </a:r>
            <a:r>
              <a:rPr lang="zh-CN" altLang="zh-CN" sz="2400" dirty="0"/>
              <a:t>给定一字符串，统计该字符串中字母、数字、空格和其他字符</a:t>
            </a:r>
            <a:r>
              <a:rPr lang="zh-CN" altLang="en-US" sz="2400" dirty="0"/>
              <a:t>。</a:t>
            </a:r>
            <a:r>
              <a:rPr lang="zh-CN" altLang="zh-CN" sz="2400" dirty="0"/>
              <a:t>出现的字数</a:t>
            </a:r>
            <a:r>
              <a:rPr lang="en-US" altLang="zh-CN" sz="2400" dirty="0"/>
              <a:t>.</a:t>
            </a:r>
            <a:endParaRPr lang="zh-CN" altLang="en-US" sz="2400" dirty="0"/>
          </a:p>
        </p:txBody>
      </p:sp>
      <p:sp>
        <p:nvSpPr>
          <p:cNvPr id="2" name="Rectangle 1"/>
          <p:cNvSpPr>
            <a:spLocks noChangeArrowheads="1"/>
          </p:cNvSpPr>
          <p:nvPr/>
        </p:nvSpPr>
        <p:spPr bwMode="auto">
          <a:xfrm>
            <a:off x="2133600" y="1513636"/>
            <a:ext cx="6719589" cy="46166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rgbClr val="000000"/>
                </a:solidFill>
                <a:effectLst/>
                <a:latin typeface="宋体" panose="02010600030101010101" pitchFamily="2" charset="-122"/>
              </a:rPr>
              <a:t>str = </a:t>
            </a:r>
            <a:r>
              <a:rPr kumimoji="0" lang="zh-CN" altLang="zh-CN" sz="2400" b="1" i="0" u="none" strike="noStrike" cap="none" normalizeH="0" baseline="0" dirty="0">
                <a:ln>
                  <a:noFill/>
                </a:ln>
                <a:solidFill>
                  <a:srgbClr val="008080"/>
                </a:solidFill>
                <a:effectLst/>
                <a:latin typeface="宋体" panose="02010600030101010101" pitchFamily="2" charset="-122"/>
              </a:rPr>
              <a:t>'this is  a test. 123  45678~ end!'</a:t>
            </a:r>
            <a:endParaRPr kumimoji="0" lang="zh-CN" altLang="zh-CN"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3748727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p:txBody>
          <a:bodyPr/>
          <a:lstStyle/>
          <a:p>
            <a:r>
              <a:rPr lang="en-US" altLang="zh-CN" sz="3600" dirty="0">
                <a:ea typeface="宋体" panose="02010600030101010101" pitchFamily="2" charset="-122"/>
              </a:rPr>
              <a:t> </a:t>
            </a:r>
            <a:r>
              <a:rPr lang="zh-CN" altLang="en-US" sz="3600" dirty="0">
                <a:ea typeface="宋体" panose="02010600030101010101" pitchFamily="2" charset="-122"/>
              </a:rPr>
              <a:t>字符串操作</a:t>
            </a:r>
          </a:p>
        </p:txBody>
      </p:sp>
      <p:sp>
        <p:nvSpPr>
          <p:cNvPr id="4" name="矩形 3"/>
          <p:cNvSpPr/>
          <p:nvPr/>
        </p:nvSpPr>
        <p:spPr>
          <a:xfrm>
            <a:off x="152400" y="1143000"/>
            <a:ext cx="8853488" cy="830997"/>
          </a:xfrm>
          <a:prstGeom prst="rect">
            <a:avLst/>
          </a:prstGeom>
        </p:spPr>
        <p:txBody>
          <a:bodyPr wrap="square">
            <a:spAutoFit/>
          </a:bodyPr>
          <a:lstStyle/>
          <a:p>
            <a:r>
              <a:rPr lang="en-US" altLang="zh-CN" sz="2400" dirty="0"/>
              <a:t>1.</a:t>
            </a:r>
            <a:r>
              <a:rPr lang="zh-CN" altLang="zh-CN" sz="2400" dirty="0"/>
              <a:t>给定一字符串，统计该字符串中字母、数字、空格和其他字符</a:t>
            </a:r>
            <a:r>
              <a:rPr lang="zh-CN" altLang="en-US" sz="2400" dirty="0"/>
              <a:t>。</a:t>
            </a:r>
            <a:r>
              <a:rPr lang="zh-CN" altLang="zh-CN" sz="2400" dirty="0"/>
              <a:t>出现的字数</a:t>
            </a:r>
            <a:r>
              <a:rPr lang="en-US" altLang="zh-CN" sz="2400" dirty="0"/>
              <a:t>.</a:t>
            </a:r>
            <a:endParaRPr lang="zh-CN" altLang="en-US" sz="2400" dirty="0"/>
          </a:p>
        </p:txBody>
      </p:sp>
      <p:sp>
        <p:nvSpPr>
          <p:cNvPr id="2" name="Rectangle 1"/>
          <p:cNvSpPr>
            <a:spLocks noChangeArrowheads="1"/>
          </p:cNvSpPr>
          <p:nvPr/>
        </p:nvSpPr>
        <p:spPr bwMode="auto">
          <a:xfrm>
            <a:off x="2133600" y="1513636"/>
            <a:ext cx="6719589" cy="46166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rgbClr val="000000"/>
                </a:solidFill>
                <a:effectLst/>
                <a:latin typeface="宋体" panose="02010600030101010101" pitchFamily="2" charset="-122"/>
              </a:rPr>
              <a:t>str = </a:t>
            </a:r>
            <a:r>
              <a:rPr kumimoji="0" lang="zh-CN" altLang="zh-CN" sz="2400" b="1" i="0" u="none" strike="noStrike" cap="none" normalizeH="0" baseline="0" dirty="0">
                <a:ln>
                  <a:noFill/>
                </a:ln>
                <a:solidFill>
                  <a:srgbClr val="008080"/>
                </a:solidFill>
                <a:effectLst/>
                <a:latin typeface="宋体" panose="02010600030101010101" pitchFamily="2" charset="-122"/>
              </a:rPr>
              <a:t>'this is  a test. 123  45678~ end!'</a:t>
            </a:r>
            <a:endParaRPr kumimoji="0" lang="zh-CN" altLang="zh-CN" sz="2400" b="0" i="0" u="none" strike="noStrike" cap="none" normalizeH="0" baseline="0" dirty="0">
              <a:ln>
                <a:noFill/>
              </a:ln>
              <a:solidFill>
                <a:schemeClr val="tx1"/>
              </a:solidFill>
              <a:effectLst/>
              <a:latin typeface="Arial" panose="020B0604020202020204" pitchFamily="34" charset="0"/>
            </a:endParaRPr>
          </a:p>
        </p:txBody>
      </p:sp>
      <p:pic>
        <p:nvPicPr>
          <p:cNvPr id="9" name="图片 8"/>
          <p:cNvPicPr>
            <a:picLocks noChangeAspect="1"/>
          </p:cNvPicPr>
          <p:nvPr/>
        </p:nvPicPr>
        <p:blipFill>
          <a:blip r:embed="rId3"/>
          <a:stretch>
            <a:fillRect/>
          </a:stretch>
        </p:blipFill>
        <p:spPr>
          <a:xfrm>
            <a:off x="270146" y="2126397"/>
            <a:ext cx="6385963" cy="4426803"/>
          </a:xfrm>
          <a:prstGeom prst="rect">
            <a:avLst/>
          </a:prstGeom>
        </p:spPr>
      </p:pic>
      <p:pic>
        <p:nvPicPr>
          <p:cNvPr id="11" name="图片 10"/>
          <p:cNvPicPr>
            <a:picLocks noChangeAspect="1"/>
          </p:cNvPicPr>
          <p:nvPr/>
        </p:nvPicPr>
        <p:blipFill>
          <a:blip r:embed="rId4"/>
          <a:stretch>
            <a:fillRect/>
          </a:stretch>
        </p:blipFill>
        <p:spPr>
          <a:xfrm>
            <a:off x="4018585" y="2971800"/>
            <a:ext cx="4987303" cy="2038155"/>
          </a:xfrm>
          <a:prstGeom prst="rect">
            <a:avLst/>
          </a:prstGeom>
        </p:spPr>
      </p:pic>
      <p:sp>
        <p:nvSpPr>
          <p:cNvPr id="12" name="矩形 11"/>
          <p:cNvSpPr/>
          <p:nvPr/>
        </p:nvSpPr>
        <p:spPr>
          <a:xfrm>
            <a:off x="6096000" y="5448809"/>
            <a:ext cx="2299989" cy="400110"/>
          </a:xfrm>
          <a:prstGeom prst="rect">
            <a:avLst/>
          </a:prstGeom>
        </p:spPr>
        <p:txBody>
          <a:bodyPr wrap="none">
            <a:spAutoFit/>
          </a:bodyPr>
          <a:lstStyle/>
          <a:p>
            <a:r>
              <a:rPr lang="en-US" altLang="zh-CN" dirty="0">
                <a:solidFill>
                  <a:srgbClr val="C00000"/>
                </a:solidFill>
              </a:rPr>
              <a:t>11_str_count</a:t>
            </a:r>
            <a:r>
              <a:rPr lang="zh-CN" altLang="en-US" dirty="0">
                <a:solidFill>
                  <a:srgbClr val="C00000"/>
                </a:solidFill>
              </a:rPr>
              <a:t>.py</a:t>
            </a:r>
          </a:p>
        </p:txBody>
      </p:sp>
    </p:spTree>
    <p:extLst>
      <p:ext uri="{BB962C8B-B14F-4D97-AF65-F5344CB8AC3E}">
        <p14:creationId xmlns:p14="http://schemas.microsoft.com/office/powerpoint/2010/main" val="175499480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animBg="1"/>
      <p:bldP spid="1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p:txBody>
          <a:bodyPr/>
          <a:lstStyle/>
          <a:p>
            <a:r>
              <a:rPr lang="zh-CN" altLang="en-US" dirty="0">
                <a:ea typeface="宋体" panose="02010600030101010101" pitchFamily="2" charset="-122"/>
              </a:rPr>
              <a:t>习题课</a:t>
            </a:r>
            <a:r>
              <a:rPr lang="en-US" altLang="zh-CN" dirty="0">
                <a:ea typeface="宋体" panose="02010600030101010101" pitchFamily="2" charset="-122"/>
              </a:rPr>
              <a:t>3</a:t>
            </a:r>
          </a:p>
        </p:txBody>
      </p:sp>
      <p:sp>
        <p:nvSpPr>
          <p:cNvPr id="2" name="矩形 1"/>
          <p:cNvSpPr/>
          <p:nvPr/>
        </p:nvSpPr>
        <p:spPr>
          <a:xfrm>
            <a:off x="126365" y="990600"/>
            <a:ext cx="8930005" cy="829945"/>
          </a:xfrm>
          <a:prstGeom prst="rect">
            <a:avLst/>
          </a:prstGeom>
        </p:spPr>
        <p:txBody>
          <a:bodyPr wrap="square">
            <a:spAutoFit/>
          </a:bodyPr>
          <a:lstStyle/>
          <a:p>
            <a:pPr algn="l"/>
            <a:r>
              <a:rPr sz="2400" b="1" dirty="0" err="1">
                <a:solidFill>
                  <a:srgbClr val="FF0000"/>
                </a:solidFill>
                <a:latin typeface="Calibri" panose="020F0502020204030204" pitchFamily="34" charset="0"/>
                <a:cs typeface="Times New Roman" panose="02020603050405020304" pitchFamily="18" charset="0"/>
              </a:rPr>
              <a:t>题目：输入一行字符，分别统计出其中英文字母、空格、数字和其它字符的个数</a:t>
            </a:r>
            <a:r>
              <a:rPr sz="2400" b="1" dirty="0">
                <a:solidFill>
                  <a:srgbClr val="FF0000"/>
                </a:solidFill>
                <a:latin typeface="Calibri" panose="020F0502020204030204" pitchFamily="34" charset="0"/>
                <a:cs typeface="Times New Roman" panose="02020603050405020304" pitchFamily="18" charset="0"/>
              </a:rPr>
              <a:t>。</a:t>
            </a:r>
            <a:endParaRPr lang="en-US" sz="2400" b="1" dirty="0">
              <a:solidFill>
                <a:srgbClr val="FF0000"/>
              </a:solidFill>
              <a:latin typeface="Calibri" panose="020F0502020204030204" pitchFamily="34" charset="0"/>
              <a:cs typeface="Times New Roman" panose="02020603050405020304" pitchFamily="18" charset="0"/>
            </a:endParaRPr>
          </a:p>
        </p:txBody>
      </p:sp>
      <p:sp>
        <p:nvSpPr>
          <p:cNvPr id="4" name="矩形 3"/>
          <p:cNvSpPr/>
          <p:nvPr/>
        </p:nvSpPr>
        <p:spPr>
          <a:xfrm>
            <a:off x="7053009" y="6433057"/>
            <a:ext cx="2003434" cy="400110"/>
          </a:xfrm>
          <a:prstGeom prst="rect">
            <a:avLst/>
          </a:prstGeom>
        </p:spPr>
        <p:txBody>
          <a:bodyPr wrap="none">
            <a:spAutoFit/>
          </a:bodyPr>
          <a:lstStyle/>
          <a:p>
            <a:r>
              <a:rPr lang="en-US" altLang="zh-CN" dirty="0">
                <a:solidFill>
                  <a:srgbClr val="C00000"/>
                </a:solidFill>
              </a:rPr>
              <a:t>10_change</a:t>
            </a:r>
            <a:r>
              <a:rPr lang="zh-CN" altLang="en-US" dirty="0">
                <a:solidFill>
                  <a:srgbClr val="C00000"/>
                </a:solidFill>
              </a:rPr>
              <a:t>.py</a:t>
            </a:r>
          </a:p>
        </p:txBody>
      </p:sp>
      <p:sp>
        <p:nvSpPr>
          <p:cNvPr id="5" name="文本框 4"/>
          <p:cNvSpPr txBox="1"/>
          <p:nvPr/>
        </p:nvSpPr>
        <p:spPr>
          <a:xfrm>
            <a:off x="126365" y="1712595"/>
            <a:ext cx="9447530" cy="5015865"/>
          </a:xfrm>
          <a:prstGeom prst="rect">
            <a:avLst/>
          </a:prstGeom>
          <a:noFill/>
        </p:spPr>
        <p:txBody>
          <a:bodyPr wrap="square" rtlCol="0" anchor="t">
            <a:spAutoFit/>
          </a:bodyPr>
          <a:lstStyle/>
          <a:p>
            <a:r>
              <a:rPr lang="zh-CN" altLang="en-US" sz="1600"/>
              <a:t>InPut = input('输入任意字符:')</a:t>
            </a:r>
          </a:p>
          <a:p>
            <a:r>
              <a:rPr lang="zh-CN" altLang="en-US" sz="1600"/>
              <a:t>letters = []</a:t>
            </a:r>
          </a:p>
          <a:p>
            <a:r>
              <a:rPr lang="zh-CN" altLang="en-US" sz="1600"/>
              <a:t>spaces = []</a:t>
            </a:r>
          </a:p>
          <a:p>
            <a:r>
              <a:rPr lang="zh-CN" altLang="en-US" sz="1600"/>
              <a:t>digits = []</a:t>
            </a:r>
          </a:p>
          <a:p>
            <a:r>
              <a:rPr lang="zh-CN" altLang="en-US" sz="1600"/>
              <a:t>others = []</a:t>
            </a:r>
          </a:p>
          <a:p>
            <a:r>
              <a:rPr lang="zh-CN" altLang="en-US" sz="1600"/>
              <a:t>for i in iter(InPut):</a:t>
            </a:r>
          </a:p>
          <a:p>
            <a:r>
              <a:rPr lang="zh-CN" altLang="en-US" sz="1600"/>
              <a:t>    if i.isalpha() == True:</a:t>
            </a:r>
          </a:p>
          <a:p>
            <a:r>
              <a:rPr lang="zh-CN" altLang="en-US" sz="1600"/>
              <a:t>        letters.append(i)</a:t>
            </a:r>
          </a:p>
          <a:p>
            <a:r>
              <a:rPr lang="zh-CN" altLang="en-US" sz="1600"/>
              <a:t>    elif i.isspace() == True:</a:t>
            </a:r>
          </a:p>
          <a:p>
            <a:r>
              <a:rPr lang="zh-CN" altLang="en-US" sz="1600"/>
              <a:t>        spaces.append(i)</a:t>
            </a:r>
          </a:p>
          <a:p>
            <a:r>
              <a:rPr lang="zh-CN" altLang="en-US" sz="1600"/>
              <a:t>    elif i.isdigit() == True:</a:t>
            </a:r>
          </a:p>
          <a:p>
            <a:r>
              <a:rPr lang="zh-CN" altLang="en-US" sz="1600"/>
              <a:t>        digits.append(i)</a:t>
            </a:r>
          </a:p>
          <a:p>
            <a:r>
              <a:rPr lang="zh-CN" altLang="en-US" sz="1600"/>
              <a:t>    else:</a:t>
            </a:r>
          </a:p>
          <a:p>
            <a:r>
              <a:rPr lang="zh-CN" altLang="en-US" sz="1600"/>
              <a:t>        others.append(i)</a:t>
            </a:r>
          </a:p>
          <a:p>
            <a:r>
              <a:rPr lang="zh-CN" altLang="en-US" sz="1600"/>
              <a:t>print('''</a:t>
            </a:r>
          </a:p>
          <a:p>
            <a:r>
              <a:rPr lang="zh-CN" altLang="en-US" sz="1600"/>
              <a:t>字母: {}, 个数: {};</a:t>
            </a:r>
          </a:p>
          <a:p>
            <a:r>
              <a:rPr lang="zh-CN" altLang="en-US" sz="1600"/>
              <a:t>空字符: {}, 个数: {};</a:t>
            </a:r>
          </a:p>
          <a:p>
            <a:r>
              <a:rPr lang="zh-CN" altLang="en-US" sz="1600"/>
              <a:t>数字: {}, 个数: {};</a:t>
            </a:r>
          </a:p>
          <a:p>
            <a:r>
              <a:rPr lang="zh-CN" altLang="en-US" sz="1600"/>
              <a:t>其他: {}, 个数: {}'''.format(letters, len(letters), spaces, len(spaces), digits, len(digits), others, len(others)))</a:t>
            </a:r>
          </a:p>
        </p:txBody>
      </p:sp>
    </p:spTree>
    <p:extLst>
      <p:ext uri="{BB962C8B-B14F-4D97-AF65-F5344CB8AC3E}">
        <p14:creationId xmlns:p14="http://schemas.microsoft.com/office/powerpoint/2010/main" val="175715841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circle(in)">
                                      <p:cBhvr>
                                        <p:cTn id="10"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内容占位符 2"/>
          <p:cNvSpPr>
            <a:spLocks noGrp="1"/>
          </p:cNvSpPr>
          <p:nvPr>
            <p:ph idx="1"/>
          </p:nvPr>
        </p:nvSpPr>
        <p:spPr>
          <a:xfrm>
            <a:off x="304800" y="1066800"/>
            <a:ext cx="8610600" cy="562000"/>
          </a:xfrm>
        </p:spPr>
        <p:txBody>
          <a:bodyPr/>
          <a:lstStyle/>
          <a:p>
            <a:pPr marL="0" indent="0" eaLnBrk="1" hangingPunct="1">
              <a:buNone/>
            </a:pPr>
            <a:r>
              <a:rPr lang="en-US" altLang="zh-CN" sz="2400" dirty="0">
                <a:ea typeface="宋体" panose="02010600030101010101" pitchFamily="2" charset="-122"/>
              </a:rPr>
              <a:t>2. </a:t>
            </a:r>
            <a:r>
              <a:rPr lang="zh-CN" altLang="en-US" sz="2400" dirty="0">
                <a:ea typeface="宋体" panose="02010600030101010101" pitchFamily="2" charset="-122"/>
              </a:rPr>
              <a:t>查找字符串子串出现的次数及位置。</a:t>
            </a:r>
            <a:endParaRPr lang="en-US" altLang="zh-CN" sz="1400" dirty="0">
              <a:latin typeface="Courier New" panose="02070309020205020404" pitchFamily="49" charset="0"/>
              <a:ea typeface="宋体" panose="02010600030101010101" pitchFamily="2" charset="-122"/>
            </a:endParaRPr>
          </a:p>
          <a:p>
            <a:pPr eaLnBrk="1" hangingPunct="1">
              <a:buFontTx/>
              <a:buNone/>
            </a:pPr>
            <a:endParaRPr lang="en-US" altLang="zh-CN" sz="1400" dirty="0">
              <a:latin typeface="Courier New" panose="02070309020205020404" pitchFamily="49" charset="0"/>
              <a:ea typeface="宋体" panose="02010600030101010101" pitchFamily="2" charset="-122"/>
            </a:endParaRPr>
          </a:p>
          <a:p>
            <a:pPr eaLnBrk="1" hangingPunct="1">
              <a:buFontTx/>
              <a:buNone/>
            </a:pPr>
            <a:endParaRPr lang="en-US" altLang="zh-CN" sz="1400" dirty="0">
              <a:latin typeface="Courier New" panose="02070309020205020404" pitchFamily="49" charset="0"/>
              <a:ea typeface="宋体" panose="02010600030101010101" pitchFamily="2" charset="-122"/>
            </a:endParaRPr>
          </a:p>
        </p:txBody>
      </p:sp>
      <p:sp>
        <p:nvSpPr>
          <p:cNvPr id="6" name="object 3"/>
          <p:cNvSpPr txBox="1">
            <a:spLocks noGrp="1"/>
          </p:cNvSpPr>
          <p:nvPr>
            <p:ph type="title"/>
          </p:nvPr>
        </p:nvSpPr>
        <p:spPr>
          <a:xfrm>
            <a:off x="152400" y="152400"/>
            <a:ext cx="8853488" cy="838200"/>
          </a:xfrm>
          <a:prstGeom prst="rect">
            <a:avLst/>
          </a:prstGeom>
        </p:spPr>
        <p:txBody>
          <a:bodyPr vert="horz" wrap="square" lIns="0" tIns="0" rIns="0" bIns="0" rtlCol="0">
            <a:noAutofit/>
          </a:bodyPr>
          <a:lstStyle/>
          <a:p>
            <a:pPr marL="12700">
              <a:lnSpc>
                <a:spcPct val="100000"/>
              </a:lnSpc>
            </a:pPr>
            <a:r>
              <a:rPr lang="zh-CN" altLang="en-US" dirty="0">
                <a:latin typeface="Microsoft JhengHei"/>
                <a:cs typeface="Microsoft JhengHei"/>
              </a:rPr>
              <a:t>字符串操作</a:t>
            </a:r>
            <a:endParaRPr sz="4000" dirty="0">
              <a:latin typeface="Microsoft JhengHei"/>
              <a:cs typeface="Microsoft JhengHei"/>
            </a:endParaRPr>
          </a:p>
        </p:txBody>
      </p:sp>
      <p:sp>
        <p:nvSpPr>
          <p:cNvPr id="2" name="Rectangle 1"/>
          <p:cNvSpPr>
            <a:spLocks noChangeArrowheads="1"/>
          </p:cNvSpPr>
          <p:nvPr/>
        </p:nvSpPr>
        <p:spPr bwMode="auto">
          <a:xfrm>
            <a:off x="320769" y="1504945"/>
            <a:ext cx="8427695" cy="4001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string = </a:t>
            </a:r>
            <a:r>
              <a:rPr kumimoji="0" lang="zh-CN" altLang="zh-CN" b="1" i="0" u="none" strike="noStrike" cap="none" normalizeH="0" baseline="0" dirty="0">
                <a:ln>
                  <a:noFill/>
                </a:ln>
                <a:solidFill>
                  <a:srgbClr val="008080"/>
                </a:solidFill>
                <a:effectLst/>
                <a:latin typeface="宋体" panose="02010600030101010101" pitchFamily="2" charset="-122"/>
                <a:ea typeface="宋体" panose="02010600030101010101" pitchFamily="2" charset="-122"/>
              </a:rPr>
              <a:t>'this is  a test. 123  45678~ end! It is a good idea!'</a:t>
            </a:r>
            <a:endParaRPr kumimoji="0" lang="zh-CN" altLang="zh-CN"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3229890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9939">
                                            <p:txEl>
                                              <p:pRg st="0" end="0"/>
                                            </p:txEl>
                                          </p:spTgt>
                                        </p:tgtEl>
                                        <p:attrNameLst>
                                          <p:attrName>style.visibility</p:attrName>
                                        </p:attrNameLst>
                                      </p:cBhvr>
                                      <p:to>
                                        <p:strVal val="visible"/>
                                      </p:to>
                                    </p:set>
                                    <p:animEffect transition="in" filter="fade">
                                      <p:cBhvr>
                                        <p:cTn id="7" dur="1000"/>
                                        <p:tgtEl>
                                          <p:spTgt spid="39939">
                                            <p:txEl>
                                              <p:pRg st="0" end="0"/>
                                            </p:txEl>
                                          </p:spTgt>
                                        </p:tgtEl>
                                      </p:cBhvr>
                                    </p:animEffect>
                                    <p:anim calcmode="lin" valueType="num">
                                      <p:cBhvr>
                                        <p:cTn id="8" dur="1000" fill="hold"/>
                                        <p:tgtEl>
                                          <p:spTgt spid="3993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9939">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9" grpId="0" build="p"/>
      <p:bldP spid="2"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内容占位符 2"/>
          <p:cNvSpPr>
            <a:spLocks noGrp="1"/>
          </p:cNvSpPr>
          <p:nvPr>
            <p:ph idx="1"/>
          </p:nvPr>
        </p:nvSpPr>
        <p:spPr>
          <a:xfrm>
            <a:off x="304800" y="1066800"/>
            <a:ext cx="8610600" cy="562000"/>
          </a:xfrm>
        </p:spPr>
        <p:txBody>
          <a:bodyPr/>
          <a:lstStyle/>
          <a:p>
            <a:pPr marL="0" indent="0" eaLnBrk="1" hangingPunct="1">
              <a:buNone/>
            </a:pPr>
            <a:r>
              <a:rPr lang="en-US" altLang="zh-CN" sz="2400" dirty="0">
                <a:ea typeface="宋体" panose="02010600030101010101" pitchFamily="2" charset="-122"/>
              </a:rPr>
              <a:t>2. </a:t>
            </a:r>
            <a:r>
              <a:rPr lang="zh-CN" altLang="en-US" sz="2400" dirty="0">
                <a:ea typeface="宋体" panose="02010600030101010101" pitchFamily="2" charset="-122"/>
              </a:rPr>
              <a:t>查找字符串子串出现的次数及位置。</a:t>
            </a:r>
            <a:endParaRPr lang="en-US" altLang="zh-CN" sz="1400" dirty="0">
              <a:latin typeface="Courier New" panose="02070309020205020404" pitchFamily="49" charset="0"/>
              <a:ea typeface="宋体" panose="02010600030101010101" pitchFamily="2" charset="-122"/>
            </a:endParaRPr>
          </a:p>
          <a:p>
            <a:pPr eaLnBrk="1" hangingPunct="1">
              <a:buFontTx/>
              <a:buNone/>
            </a:pPr>
            <a:endParaRPr lang="en-US" altLang="zh-CN" sz="1400" dirty="0">
              <a:latin typeface="Courier New" panose="02070309020205020404" pitchFamily="49" charset="0"/>
              <a:ea typeface="宋体" panose="02010600030101010101" pitchFamily="2" charset="-122"/>
            </a:endParaRPr>
          </a:p>
          <a:p>
            <a:pPr eaLnBrk="1" hangingPunct="1">
              <a:buFontTx/>
              <a:buNone/>
            </a:pPr>
            <a:endParaRPr lang="en-US" altLang="zh-CN" sz="1400" dirty="0">
              <a:latin typeface="Courier New" panose="02070309020205020404" pitchFamily="49" charset="0"/>
              <a:ea typeface="宋体" panose="02010600030101010101" pitchFamily="2" charset="-122"/>
            </a:endParaRPr>
          </a:p>
        </p:txBody>
      </p:sp>
      <p:sp>
        <p:nvSpPr>
          <p:cNvPr id="6" name="object 3"/>
          <p:cNvSpPr txBox="1">
            <a:spLocks noGrp="1"/>
          </p:cNvSpPr>
          <p:nvPr>
            <p:ph type="title"/>
          </p:nvPr>
        </p:nvSpPr>
        <p:spPr>
          <a:xfrm>
            <a:off x="152400" y="152400"/>
            <a:ext cx="8853488" cy="838200"/>
          </a:xfrm>
          <a:prstGeom prst="rect">
            <a:avLst/>
          </a:prstGeom>
        </p:spPr>
        <p:txBody>
          <a:bodyPr vert="horz" wrap="square" lIns="0" tIns="0" rIns="0" bIns="0" rtlCol="0">
            <a:noAutofit/>
          </a:bodyPr>
          <a:lstStyle/>
          <a:p>
            <a:pPr marL="12700">
              <a:lnSpc>
                <a:spcPct val="100000"/>
              </a:lnSpc>
            </a:pPr>
            <a:r>
              <a:rPr lang="zh-CN" altLang="en-US" dirty="0">
                <a:latin typeface="Microsoft JhengHei"/>
                <a:cs typeface="Microsoft JhengHei"/>
              </a:rPr>
              <a:t>字符串操作</a:t>
            </a:r>
            <a:endParaRPr sz="4000" dirty="0">
              <a:latin typeface="Microsoft JhengHei"/>
              <a:cs typeface="Microsoft JhengHei"/>
            </a:endParaRPr>
          </a:p>
        </p:txBody>
      </p:sp>
      <p:sp>
        <p:nvSpPr>
          <p:cNvPr id="7" name="矩形 6"/>
          <p:cNvSpPr/>
          <p:nvPr/>
        </p:nvSpPr>
        <p:spPr>
          <a:xfrm>
            <a:off x="6553200" y="6054123"/>
            <a:ext cx="2109232" cy="400110"/>
          </a:xfrm>
          <a:prstGeom prst="rect">
            <a:avLst/>
          </a:prstGeom>
        </p:spPr>
        <p:txBody>
          <a:bodyPr wrap="none">
            <a:spAutoFit/>
          </a:bodyPr>
          <a:lstStyle/>
          <a:p>
            <a:r>
              <a:rPr lang="en-US" altLang="zh-CN" dirty="0">
                <a:solidFill>
                  <a:srgbClr val="C00000"/>
                </a:solidFill>
              </a:rPr>
              <a:t>11</a:t>
            </a:r>
            <a:r>
              <a:rPr lang="zh-CN" altLang="en-US" dirty="0">
                <a:solidFill>
                  <a:srgbClr val="C00000"/>
                </a:solidFill>
              </a:rPr>
              <a:t>_</a:t>
            </a:r>
            <a:r>
              <a:rPr lang="en-US" altLang="zh-CN" dirty="0" err="1">
                <a:solidFill>
                  <a:srgbClr val="C00000"/>
                </a:solidFill>
              </a:rPr>
              <a:t>find_idx</a:t>
            </a:r>
            <a:r>
              <a:rPr lang="zh-CN" altLang="en-US" dirty="0">
                <a:solidFill>
                  <a:srgbClr val="C00000"/>
                </a:solidFill>
              </a:rPr>
              <a:t>.py</a:t>
            </a:r>
          </a:p>
        </p:txBody>
      </p:sp>
      <p:sp>
        <p:nvSpPr>
          <p:cNvPr id="2" name="Rectangle 1"/>
          <p:cNvSpPr>
            <a:spLocks noChangeArrowheads="1"/>
          </p:cNvSpPr>
          <p:nvPr/>
        </p:nvSpPr>
        <p:spPr bwMode="auto">
          <a:xfrm>
            <a:off x="320769" y="1504945"/>
            <a:ext cx="8427695" cy="4001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string = </a:t>
            </a:r>
            <a:r>
              <a:rPr kumimoji="0" lang="zh-CN" altLang="zh-CN" b="1" i="0" u="none" strike="noStrike" cap="none" normalizeH="0" baseline="0" dirty="0">
                <a:ln>
                  <a:noFill/>
                </a:ln>
                <a:solidFill>
                  <a:srgbClr val="008080"/>
                </a:solidFill>
                <a:effectLst/>
                <a:latin typeface="宋体" panose="02010600030101010101" pitchFamily="2" charset="-122"/>
                <a:ea typeface="宋体" panose="02010600030101010101" pitchFamily="2" charset="-122"/>
              </a:rPr>
              <a:t>'this is  a test. 123  45678~ end! It is a good idea!'</a:t>
            </a:r>
            <a:endParaRPr kumimoji="0" lang="zh-CN" altLang="zh-CN" b="0" i="0" u="none" strike="noStrike" cap="none" normalizeH="0" baseline="0" dirty="0">
              <a:ln>
                <a:noFill/>
              </a:ln>
              <a:solidFill>
                <a:schemeClr val="tx1"/>
              </a:solidFill>
              <a:effectLst/>
              <a:latin typeface="Arial" panose="020B0604020202020204" pitchFamily="34" charset="0"/>
            </a:endParaRPr>
          </a:p>
        </p:txBody>
      </p:sp>
      <p:pic>
        <p:nvPicPr>
          <p:cNvPr id="4" name="图片 3"/>
          <p:cNvPicPr>
            <a:picLocks noChangeAspect="1"/>
          </p:cNvPicPr>
          <p:nvPr/>
        </p:nvPicPr>
        <p:blipFill>
          <a:blip r:embed="rId3"/>
          <a:stretch>
            <a:fillRect/>
          </a:stretch>
        </p:blipFill>
        <p:spPr>
          <a:xfrm>
            <a:off x="609600" y="2105602"/>
            <a:ext cx="7162800" cy="3959253"/>
          </a:xfrm>
          <a:prstGeom prst="rect">
            <a:avLst/>
          </a:prstGeom>
        </p:spPr>
      </p:pic>
    </p:spTree>
    <p:extLst>
      <p:ext uri="{BB962C8B-B14F-4D97-AF65-F5344CB8AC3E}">
        <p14:creationId xmlns:p14="http://schemas.microsoft.com/office/powerpoint/2010/main" val="3014912457"/>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9939">
                                            <p:txEl>
                                              <p:pRg st="0" end="0"/>
                                            </p:txEl>
                                          </p:spTgt>
                                        </p:tgtEl>
                                        <p:attrNameLst>
                                          <p:attrName>style.visibility</p:attrName>
                                        </p:attrNameLst>
                                      </p:cBhvr>
                                      <p:to>
                                        <p:strVal val="visible"/>
                                      </p:to>
                                    </p:set>
                                    <p:animEffect transition="in" filter="fade">
                                      <p:cBhvr>
                                        <p:cTn id="7" dur="1000"/>
                                        <p:tgtEl>
                                          <p:spTgt spid="39939">
                                            <p:txEl>
                                              <p:pRg st="0" end="0"/>
                                            </p:txEl>
                                          </p:spTgt>
                                        </p:tgtEl>
                                      </p:cBhvr>
                                    </p:animEffect>
                                    <p:anim calcmode="lin" valueType="num">
                                      <p:cBhvr>
                                        <p:cTn id="8" dur="1000" fill="hold"/>
                                        <p:tgtEl>
                                          <p:spTgt spid="3993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9939">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anim calcmode="lin" valueType="num">
                                      <p:cBhvr>
                                        <p:cTn id="20" dur="1000" fill="hold"/>
                                        <p:tgtEl>
                                          <p:spTgt spid="7"/>
                                        </p:tgtEl>
                                        <p:attrNameLst>
                                          <p:attrName>ppt_x</p:attrName>
                                        </p:attrNameLst>
                                      </p:cBhvr>
                                      <p:tavLst>
                                        <p:tav tm="0">
                                          <p:val>
                                            <p:strVal val="#ppt_x"/>
                                          </p:val>
                                        </p:tav>
                                        <p:tav tm="100000">
                                          <p:val>
                                            <p:strVal val="#ppt_x"/>
                                          </p:val>
                                        </p:tav>
                                      </p:tavLst>
                                    </p:anim>
                                    <p:anim calcmode="lin" valueType="num">
                                      <p:cBhvr>
                                        <p:cTn id="21" dur="1000" fill="hold"/>
                                        <p:tgtEl>
                                          <p:spTgt spid="7"/>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fade">
                                      <p:cBhvr>
                                        <p:cTn id="24" dur="1000"/>
                                        <p:tgtEl>
                                          <p:spTgt spid="4"/>
                                        </p:tgtEl>
                                      </p:cBhvr>
                                    </p:animEffect>
                                    <p:anim calcmode="lin" valueType="num">
                                      <p:cBhvr>
                                        <p:cTn id="25" dur="1000" fill="hold"/>
                                        <p:tgtEl>
                                          <p:spTgt spid="4"/>
                                        </p:tgtEl>
                                        <p:attrNameLst>
                                          <p:attrName>ppt_x</p:attrName>
                                        </p:attrNameLst>
                                      </p:cBhvr>
                                      <p:tavLst>
                                        <p:tav tm="0">
                                          <p:val>
                                            <p:strVal val="#ppt_x"/>
                                          </p:val>
                                        </p:tav>
                                        <p:tav tm="100000">
                                          <p:val>
                                            <p:strVal val="#ppt_x"/>
                                          </p:val>
                                        </p:tav>
                                      </p:tavLst>
                                    </p:anim>
                                    <p:anim calcmode="lin" valueType="num">
                                      <p:cBhvr>
                                        <p:cTn id="2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9" grpId="0" build="p"/>
      <p:bldP spid="7" grpId="0"/>
      <p:bldP spid="2"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内容占位符 2"/>
          <p:cNvSpPr>
            <a:spLocks noGrp="1"/>
          </p:cNvSpPr>
          <p:nvPr>
            <p:ph idx="1"/>
          </p:nvPr>
        </p:nvSpPr>
        <p:spPr>
          <a:xfrm>
            <a:off x="304800" y="1066800"/>
            <a:ext cx="8610600" cy="838200"/>
          </a:xfrm>
        </p:spPr>
        <p:txBody>
          <a:bodyPr/>
          <a:lstStyle/>
          <a:p>
            <a:pPr marL="0" indent="0" eaLnBrk="1" hangingPunct="1">
              <a:buNone/>
            </a:pPr>
            <a:r>
              <a:rPr lang="en-US" altLang="zh-CN" sz="2400" dirty="0">
                <a:ea typeface="宋体" panose="02010600030101010101" pitchFamily="2" charset="-122"/>
              </a:rPr>
              <a:t>3. </a:t>
            </a:r>
            <a:r>
              <a:rPr lang="zh-CN" altLang="zh-CN" sz="2400" dirty="0"/>
              <a:t>加密算法，对信息中的每个英文字母循环替换为字母表序列该字母后面的第三个字母</a:t>
            </a:r>
            <a:r>
              <a:rPr lang="zh-CN" altLang="en-US" sz="2400" dirty="0"/>
              <a:t>，数字除</a:t>
            </a:r>
            <a:r>
              <a:rPr lang="en-US" altLang="zh-CN" sz="2400" dirty="0"/>
              <a:t>3</a:t>
            </a:r>
            <a:r>
              <a:rPr lang="zh-CN" altLang="en-US" sz="2400" dirty="0"/>
              <a:t>取余，其他字符不变。</a:t>
            </a:r>
            <a:endParaRPr lang="en-US" altLang="zh-CN" sz="2400" dirty="0">
              <a:latin typeface="Courier New" panose="02070309020205020404" pitchFamily="49" charset="0"/>
              <a:ea typeface="宋体" panose="02010600030101010101" pitchFamily="2" charset="-122"/>
            </a:endParaRPr>
          </a:p>
          <a:p>
            <a:pPr eaLnBrk="1" hangingPunct="1">
              <a:buFontTx/>
              <a:buNone/>
            </a:pPr>
            <a:endParaRPr lang="en-US" altLang="zh-CN" sz="2400" dirty="0">
              <a:latin typeface="Courier New" panose="02070309020205020404" pitchFamily="49" charset="0"/>
              <a:ea typeface="宋体" panose="02010600030101010101" pitchFamily="2" charset="-122"/>
            </a:endParaRPr>
          </a:p>
          <a:p>
            <a:pPr eaLnBrk="1" hangingPunct="1">
              <a:buFontTx/>
              <a:buNone/>
            </a:pPr>
            <a:endParaRPr lang="en-US" altLang="zh-CN" sz="2400" dirty="0">
              <a:latin typeface="Courier New" panose="02070309020205020404" pitchFamily="49" charset="0"/>
              <a:ea typeface="宋体" panose="02010600030101010101" pitchFamily="2" charset="-122"/>
            </a:endParaRPr>
          </a:p>
        </p:txBody>
      </p:sp>
      <p:sp>
        <p:nvSpPr>
          <p:cNvPr id="6" name="object 3"/>
          <p:cNvSpPr txBox="1">
            <a:spLocks noGrp="1"/>
          </p:cNvSpPr>
          <p:nvPr>
            <p:ph type="title"/>
          </p:nvPr>
        </p:nvSpPr>
        <p:spPr>
          <a:xfrm>
            <a:off x="152400" y="152400"/>
            <a:ext cx="8853488" cy="838200"/>
          </a:xfrm>
          <a:prstGeom prst="rect">
            <a:avLst/>
          </a:prstGeom>
        </p:spPr>
        <p:txBody>
          <a:bodyPr vert="horz" wrap="square" lIns="0" tIns="0" rIns="0" bIns="0" rtlCol="0">
            <a:noAutofit/>
          </a:bodyPr>
          <a:lstStyle/>
          <a:p>
            <a:pPr marL="12700">
              <a:lnSpc>
                <a:spcPct val="100000"/>
              </a:lnSpc>
            </a:pPr>
            <a:r>
              <a:rPr lang="zh-CN" altLang="en-US" dirty="0">
                <a:latin typeface="Microsoft JhengHei"/>
                <a:cs typeface="Microsoft JhengHei"/>
              </a:rPr>
              <a:t>字符串操作</a:t>
            </a:r>
            <a:endParaRPr sz="4000" dirty="0">
              <a:latin typeface="Microsoft JhengHei"/>
              <a:cs typeface="Microsoft JhengHei"/>
            </a:endParaRPr>
          </a:p>
        </p:txBody>
      </p:sp>
      <p:sp>
        <p:nvSpPr>
          <p:cNvPr id="8" name="Rectangle 1"/>
          <p:cNvSpPr>
            <a:spLocks noChangeArrowheads="1"/>
          </p:cNvSpPr>
          <p:nvPr/>
        </p:nvSpPr>
        <p:spPr bwMode="auto">
          <a:xfrm>
            <a:off x="304800" y="1813231"/>
            <a:ext cx="8427695" cy="80021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300" b="0" i="0" u="none" strike="noStrike" cap="none" normalizeH="0" baseline="0" dirty="0">
                <a:ln>
                  <a:noFill/>
                </a:ln>
                <a:solidFill>
                  <a:srgbClr val="000000"/>
                </a:solidFill>
                <a:effectLst/>
                <a:latin typeface="宋体" panose="02010600030101010101" pitchFamily="2" charset="-122"/>
              </a:rPr>
              <a:t>string = </a:t>
            </a:r>
            <a:endParaRPr kumimoji="0" lang="en-US" altLang="zh-CN" sz="2300" b="0" i="0" u="none" strike="noStrike" cap="none" normalizeH="0" baseline="0" dirty="0">
              <a:ln>
                <a:noFill/>
              </a:ln>
              <a:solidFill>
                <a:srgbClr val="000000"/>
              </a:solidFill>
              <a:effectLst/>
              <a:latin typeface="宋体" panose="02010600030101010101"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300" b="1" i="0" u="none" strike="noStrike" cap="none" normalizeH="0" baseline="0" dirty="0">
                <a:ln>
                  <a:noFill/>
                </a:ln>
                <a:solidFill>
                  <a:srgbClr val="008080"/>
                </a:solidFill>
                <a:effectLst/>
                <a:latin typeface="宋体" panose="02010600030101010101" pitchFamily="2" charset="-122"/>
              </a:rPr>
              <a:t>'this is  a test. 123  45678~ end! It is a good idea!'</a:t>
            </a:r>
            <a:endParaRPr kumimoji="0" lang="zh-CN" altLang="zh-CN" sz="23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0755998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9939">
                                            <p:txEl>
                                              <p:pRg st="0" end="0"/>
                                            </p:txEl>
                                          </p:spTgt>
                                        </p:tgtEl>
                                        <p:attrNameLst>
                                          <p:attrName>style.visibility</p:attrName>
                                        </p:attrNameLst>
                                      </p:cBhvr>
                                      <p:to>
                                        <p:strVal val="visible"/>
                                      </p:to>
                                    </p:set>
                                    <p:animEffect transition="in" filter="wipe(down)">
                                      <p:cBhvr>
                                        <p:cTn id="7" dur="500"/>
                                        <p:tgtEl>
                                          <p:spTgt spid="39939">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down)">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9" grpId="0" build="p"/>
      <p:bldP spid="8"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内容占位符 2"/>
          <p:cNvSpPr>
            <a:spLocks noGrp="1"/>
          </p:cNvSpPr>
          <p:nvPr>
            <p:ph idx="1"/>
          </p:nvPr>
        </p:nvSpPr>
        <p:spPr>
          <a:xfrm>
            <a:off x="304800" y="1066800"/>
            <a:ext cx="8610600" cy="838200"/>
          </a:xfrm>
        </p:spPr>
        <p:txBody>
          <a:bodyPr/>
          <a:lstStyle/>
          <a:p>
            <a:pPr marL="0" indent="0" eaLnBrk="1" hangingPunct="1">
              <a:buNone/>
            </a:pPr>
            <a:r>
              <a:rPr lang="en-US" altLang="zh-CN" sz="2400" dirty="0">
                <a:ea typeface="宋体" panose="02010600030101010101" pitchFamily="2" charset="-122"/>
              </a:rPr>
              <a:t>3. </a:t>
            </a:r>
            <a:r>
              <a:rPr lang="zh-CN" altLang="zh-CN" sz="2400" dirty="0"/>
              <a:t>加密算法，对信息中的每个英文字母循环替换为字母表序列该字母后面的第三个字母</a:t>
            </a:r>
            <a:r>
              <a:rPr lang="zh-CN" altLang="en-US" sz="2400" dirty="0"/>
              <a:t>，数字除</a:t>
            </a:r>
            <a:r>
              <a:rPr lang="en-US" altLang="zh-CN" sz="2400" dirty="0"/>
              <a:t>3</a:t>
            </a:r>
            <a:r>
              <a:rPr lang="zh-CN" altLang="en-US" sz="2400" dirty="0"/>
              <a:t>取余，其他字符不变。</a:t>
            </a:r>
            <a:endParaRPr lang="en-US" altLang="zh-CN" sz="2400" dirty="0">
              <a:latin typeface="Courier New" panose="02070309020205020404" pitchFamily="49" charset="0"/>
              <a:ea typeface="宋体" panose="02010600030101010101" pitchFamily="2" charset="-122"/>
            </a:endParaRPr>
          </a:p>
          <a:p>
            <a:pPr eaLnBrk="1" hangingPunct="1">
              <a:buFontTx/>
              <a:buNone/>
            </a:pPr>
            <a:endParaRPr lang="en-US" altLang="zh-CN" sz="2400" dirty="0">
              <a:latin typeface="Courier New" panose="02070309020205020404" pitchFamily="49" charset="0"/>
              <a:ea typeface="宋体" panose="02010600030101010101" pitchFamily="2" charset="-122"/>
            </a:endParaRPr>
          </a:p>
          <a:p>
            <a:pPr eaLnBrk="1" hangingPunct="1">
              <a:buFontTx/>
              <a:buNone/>
            </a:pPr>
            <a:endParaRPr lang="en-US" altLang="zh-CN" sz="2400" dirty="0">
              <a:latin typeface="Courier New" panose="02070309020205020404" pitchFamily="49" charset="0"/>
              <a:ea typeface="宋体" panose="02010600030101010101" pitchFamily="2" charset="-122"/>
            </a:endParaRPr>
          </a:p>
        </p:txBody>
      </p:sp>
      <p:sp>
        <p:nvSpPr>
          <p:cNvPr id="6" name="object 3"/>
          <p:cNvSpPr txBox="1">
            <a:spLocks noGrp="1"/>
          </p:cNvSpPr>
          <p:nvPr>
            <p:ph type="title"/>
          </p:nvPr>
        </p:nvSpPr>
        <p:spPr>
          <a:xfrm>
            <a:off x="152400" y="152400"/>
            <a:ext cx="8853488" cy="838200"/>
          </a:xfrm>
          <a:prstGeom prst="rect">
            <a:avLst/>
          </a:prstGeom>
        </p:spPr>
        <p:txBody>
          <a:bodyPr vert="horz" wrap="square" lIns="0" tIns="0" rIns="0" bIns="0" rtlCol="0">
            <a:noAutofit/>
          </a:bodyPr>
          <a:lstStyle/>
          <a:p>
            <a:pPr marL="12700">
              <a:lnSpc>
                <a:spcPct val="100000"/>
              </a:lnSpc>
            </a:pPr>
            <a:r>
              <a:rPr lang="zh-CN" altLang="en-US" dirty="0">
                <a:latin typeface="Microsoft JhengHei"/>
                <a:cs typeface="Microsoft JhengHei"/>
              </a:rPr>
              <a:t>字符串操作</a:t>
            </a:r>
            <a:endParaRPr sz="4000" dirty="0">
              <a:latin typeface="Microsoft JhengHei"/>
              <a:cs typeface="Microsoft JhengHei"/>
            </a:endParaRPr>
          </a:p>
        </p:txBody>
      </p:sp>
      <p:sp>
        <p:nvSpPr>
          <p:cNvPr id="7" name="矩形 6"/>
          <p:cNvSpPr/>
          <p:nvPr/>
        </p:nvSpPr>
        <p:spPr>
          <a:xfrm>
            <a:off x="6215285" y="5943600"/>
            <a:ext cx="2768065" cy="400110"/>
          </a:xfrm>
          <a:prstGeom prst="rect">
            <a:avLst/>
          </a:prstGeom>
        </p:spPr>
        <p:txBody>
          <a:bodyPr wrap="none">
            <a:spAutoFit/>
          </a:bodyPr>
          <a:lstStyle/>
          <a:p>
            <a:r>
              <a:rPr lang="en-US" altLang="zh-CN" dirty="0">
                <a:solidFill>
                  <a:srgbClr val="C00000"/>
                </a:solidFill>
              </a:rPr>
              <a:t>11_change_code.py</a:t>
            </a:r>
            <a:endParaRPr lang="zh-CN" altLang="en-US" dirty="0">
              <a:solidFill>
                <a:srgbClr val="C00000"/>
              </a:solidFill>
            </a:endParaRPr>
          </a:p>
        </p:txBody>
      </p:sp>
      <p:sp>
        <p:nvSpPr>
          <p:cNvPr id="8" name="Rectangle 1"/>
          <p:cNvSpPr>
            <a:spLocks noChangeArrowheads="1"/>
          </p:cNvSpPr>
          <p:nvPr/>
        </p:nvSpPr>
        <p:spPr bwMode="auto">
          <a:xfrm>
            <a:off x="304800" y="1813231"/>
            <a:ext cx="8427695" cy="80021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300" b="0" i="0" u="none" strike="noStrike" cap="none" normalizeH="0" baseline="0" dirty="0">
                <a:ln>
                  <a:noFill/>
                </a:ln>
                <a:solidFill>
                  <a:srgbClr val="000000"/>
                </a:solidFill>
                <a:effectLst/>
                <a:latin typeface="宋体" panose="02010600030101010101" pitchFamily="2" charset="-122"/>
              </a:rPr>
              <a:t>string = </a:t>
            </a:r>
            <a:endParaRPr kumimoji="0" lang="en-US" altLang="zh-CN" sz="2300" b="0" i="0" u="none" strike="noStrike" cap="none" normalizeH="0" baseline="0" dirty="0">
              <a:ln>
                <a:noFill/>
              </a:ln>
              <a:solidFill>
                <a:srgbClr val="000000"/>
              </a:solidFill>
              <a:effectLst/>
              <a:latin typeface="宋体" panose="02010600030101010101"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300" b="1" i="0" u="none" strike="noStrike" cap="none" normalizeH="0" baseline="0" dirty="0">
                <a:ln>
                  <a:noFill/>
                </a:ln>
                <a:solidFill>
                  <a:srgbClr val="008080"/>
                </a:solidFill>
                <a:effectLst/>
                <a:latin typeface="宋体" panose="02010600030101010101" pitchFamily="2" charset="-122"/>
              </a:rPr>
              <a:t>'this is  a test. 123  45678~ end! It is a good idea!'</a:t>
            </a:r>
            <a:endParaRPr kumimoji="0" lang="zh-CN" altLang="zh-CN" sz="2300" b="0" i="0" u="none" strike="noStrike" cap="none" normalizeH="0" baseline="0" dirty="0">
              <a:ln>
                <a:noFill/>
              </a:ln>
              <a:solidFill>
                <a:schemeClr val="tx1"/>
              </a:solidFill>
              <a:effectLst/>
              <a:latin typeface="Arial" panose="020B0604020202020204" pitchFamily="34" charset="0"/>
            </a:endParaRPr>
          </a:p>
        </p:txBody>
      </p:sp>
      <p:pic>
        <p:nvPicPr>
          <p:cNvPr id="5" name="图片 4"/>
          <p:cNvPicPr>
            <a:picLocks noChangeAspect="1"/>
          </p:cNvPicPr>
          <p:nvPr/>
        </p:nvPicPr>
        <p:blipFill>
          <a:blip r:embed="rId3"/>
          <a:stretch>
            <a:fillRect/>
          </a:stretch>
        </p:blipFill>
        <p:spPr>
          <a:xfrm>
            <a:off x="457200" y="2796190"/>
            <a:ext cx="8153400" cy="2552950"/>
          </a:xfrm>
          <a:prstGeom prst="rect">
            <a:avLst/>
          </a:prstGeom>
        </p:spPr>
      </p:pic>
    </p:spTree>
    <p:extLst>
      <p:ext uri="{BB962C8B-B14F-4D97-AF65-F5344CB8AC3E}">
        <p14:creationId xmlns:p14="http://schemas.microsoft.com/office/powerpoint/2010/main" val="246488009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9939">
                                            <p:txEl>
                                              <p:pRg st="0" end="0"/>
                                            </p:txEl>
                                          </p:spTgt>
                                        </p:tgtEl>
                                        <p:attrNameLst>
                                          <p:attrName>style.visibility</p:attrName>
                                        </p:attrNameLst>
                                      </p:cBhvr>
                                      <p:to>
                                        <p:strVal val="visible"/>
                                      </p:to>
                                    </p:set>
                                    <p:animEffect transition="in" filter="wipe(down)">
                                      <p:cBhvr>
                                        <p:cTn id="7" dur="500"/>
                                        <p:tgtEl>
                                          <p:spTgt spid="39939">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down)">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down)">
                                      <p:cBhvr>
                                        <p:cTn id="15" dur="500"/>
                                        <p:tgtEl>
                                          <p:spTgt spid="7"/>
                                        </p:tgtEl>
                                      </p:cBhvr>
                                    </p:animEffect>
                                  </p:childTnLst>
                                </p:cTn>
                              </p:par>
                              <p:par>
                                <p:cTn id="16" presetID="22" presetClass="entr" presetSubtype="4" fill="hold"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down)">
                                      <p:cBhvr>
                                        <p:cTn id="1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9" grpId="0" build="p"/>
      <p:bldP spid="7" grpId="0"/>
      <p:bldP spid="8"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内容占位符 2"/>
          <p:cNvSpPr>
            <a:spLocks noGrp="1"/>
          </p:cNvSpPr>
          <p:nvPr>
            <p:ph idx="1"/>
          </p:nvPr>
        </p:nvSpPr>
        <p:spPr>
          <a:xfrm>
            <a:off x="304800" y="1066800"/>
            <a:ext cx="8610600" cy="417367"/>
          </a:xfrm>
        </p:spPr>
        <p:txBody>
          <a:bodyPr/>
          <a:lstStyle/>
          <a:p>
            <a:pPr marL="0" indent="0" eaLnBrk="1" hangingPunct="1">
              <a:buNone/>
            </a:pPr>
            <a:r>
              <a:rPr lang="en-US" altLang="zh-CN" sz="2400" dirty="0">
                <a:ea typeface="宋体" panose="02010600030101010101" pitchFamily="2" charset="-122"/>
              </a:rPr>
              <a:t>4. </a:t>
            </a:r>
            <a:r>
              <a:rPr lang="zh-CN" altLang="en-US" sz="2400" dirty="0">
                <a:ea typeface="宋体" panose="02010600030101010101" pitchFamily="2" charset="-122"/>
              </a:rPr>
              <a:t>读取</a:t>
            </a:r>
            <a:r>
              <a:rPr lang="en-US" altLang="zh-CN" sz="2400" dirty="0">
                <a:ea typeface="宋体" panose="02010600030101010101" pitchFamily="2" charset="-122"/>
              </a:rPr>
              <a:t>textword.txt</a:t>
            </a:r>
            <a:r>
              <a:rPr lang="zh-CN" altLang="en-US" sz="2400" dirty="0">
                <a:ea typeface="宋体" panose="02010600030101010101" pitchFamily="2" charset="-122"/>
              </a:rPr>
              <a:t>文件，统计其中的单词出现的频率</a:t>
            </a:r>
            <a:r>
              <a:rPr lang="zh-CN" altLang="en-US" sz="2400" dirty="0"/>
              <a:t>。</a:t>
            </a:r>
            <a:endParaRPr lang="en-US" altLang="zh-CN" sz="2400" dirty="0">
              <a:latin typeface="Courier New" panose="02070309020205020404" pitchFamily="49" charset="0"/>
              <a:ea typeface="宋体" panose="02010600030101010101" pitchFamily="2" charset="-122"/>
            </a:endParaRPr>
          </a:p>
          <a:p>
            <a:pPr eaLnBrk="1" hangingPunct="1">
              <a:buFontTx/>
              <a:buNone/>
            </a:pPr>
            <a:endParaRPr lang="en-US" altLang="zh-CN" sz="2400" dirty="0">
              <a:latin typeface="Courier New" panose="02070309020205020404" pitchFamily="49" charset="0"/>
              <a:ea typeface="宋体" panose="02010600030101010101" pitchFamily="2" charset="-122"/>
            </a:endParaRPr>
          </a:p>
          <a:p>
            <a:pPr eaLnBrk="1" hangingPunct="1">
              <a:buFontTx/>
              <a:buNone/>
            </a:pPr>
            <a:endParaRPr lang="en-US" altLang="zh-CN" sz="2400" dirty="0">
              <a:latin typeface="Courier New" panose="02070309020205020404" pitchFamily="49" charset="0"/>
              <a:ea typeface="宋体" panose="02010600030101010101" pitchFamily="2" charset="-122"/>
            </a:endParaRPr>
          </a:p>
        </p:txBody>
      </p:sp>
      <p:sp>
        <p:nvSpPr>
          <p:cNvPr id="6" name="object 3"/>
          <p:cNvSpPr txBox="1">
            <a:spLocks noGrp="1"/>
          </p:cNvSpPr>
          <p:nvPr>
            <p:ph type="title"/>
          </p:nvPr>
        </p:nvSpPr>
        <p:spPr>
          <a:xfrm>
            <a:off x="152400" y="152400"/>
            <a:ext cx="8853488" cy="838200"/>
          </a:xfrm>
          <a:prstGeom prst="rect">
            <a:avLst/>
          </a:prstGeom>
        </p:spPr>
        <p:txBody>
          <a:bodyPr vert="horz" wrap="square" lIns="0" tIns="0" rIns="0" bIns="0" rtlCol="0">
            <a:noAutofit/>
          </a:bodyPr>
          <a:lstStyle/>
          <a:p>
            <a:pPr marL="12700">
              <a:lnSpc>
                <a:spcPct val="100000"/>
              </a:lnSpc>
            </a:pPr>
            <a:r>
              <a:rPr lang="zh-CN" altLang="en-US" dirty="0">
                <a:latin typeface="Microsoft JhengHei"/>
                <a:cs typeface="Microsoft JhengHei"/>
              </a:rPr>
              <a:t>字符串操作</a:t>
            </a:r>
            <a:endParaRPr sz="4000" dirty="0">
              <a:latin typeface="Microsoft JhengHei"/>
              <a:cs typeface="Microsoft JhengHei"/>
            </a:endParaRPr>
          </a:p>
        </p:txBody>
      </p:sp>
    </p:spTree>
    <p:extLst>
      <p:ext uri="{BB962C8B-B14F-4D97-AF65-F5344CB8AC3E}">
        <p14:creationId xmlns:p14="http://schemas.microsoft.com/office/powerpoint/2010/main" val="104943690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9939">
                                            <p:txEl>
                                              <p:pRg st="0" end="0"/>
                                            </p:txEl>
                                          </p:spTgt>
                                        </p:tgtEl>
                                        <p:attrNameLst>
                                          <p:attrName>style.visibility</p:attrName>
                                        </p:attrNameLst>
                                      </p:cBhvr>
                                      <p:to>
                                        <p:strVal val="visible"/>
                                      </p:to>
                                    </p:set>
                                    <p:animEffect transition="in" filter="circle(in)">
                                      <p:cBhvr>
                                        <p:cTn id="7" dur="2000"/>
                                        <p:tgtEl>
                                          <p:spTgt spid="3993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9"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内容占位符 2"/>
          <p:cNvSpPr>
            <a:spLocks noGrp="1"/>
          </p:cNvSpPr>
          <p:nvPr>
            <p:ph idx="1"/>
          </p:nvPr>
        </p:nvSpPr>
        <p:spPr>
          <a:xfrm>
            <a:off x="304800" y="1066800"/>
            <a:ext cx="8610600" cy="417367"/>
          </a:xfrm>
        </p:spPr>
        <p:txBody>
          <a:bodyPr/>
          <a:lstStyle/>
          <a:p>
            <a:pPr marL="0" indent="0" eaLnBrk="1" hangingPunct="1">
              <a:buNone/>
            </a:pPr>
            <a:r>
              <a:rPr lang="en-US" altLang="zh-CN" sz="2400" dirty="0">
                <a:ea typeface="宋体" panose="02010600030101010101" pitchFamily="2" charset="-122"/>
              </a:rPr>
              <a:t>4. </a:t>
            </a:r>
            <a:r>
              <a:rPr lang="zh-CN" altLang="en-US" sz="2400" dirty="0">
                <a:ea typeface="宋体" panose="02010600030101010101" pitchFamily="2" charset="-122"/>
              </a:rPr>
              <a:t>读取</a:t>
            </a:r>
            <a:r>
              <a:rPr lang="en-US" altLang="zh-CN" sz="2400" dirty="0">
                <a:ea typeface="宋体" panose="02010600030101010101" pitchFamily="2" charset="-122"/>
              </a:rPr>
              <a:t>textword.txt</a:t>
            </a:r>
            <a:r>
              <a:rPr lang="zh-CN" altLang="en-US" sz="2400" dirty="0">
                <a:ea typeface="宋体" panose="02010600030101010101" pitchFamily="2" charset="-122"/>
              </a:rPr>
              <a:t>文件，统计其中的单词出现的频率</a:t>
            </a:r>
            <a:r>
              <a:rPr lang="zh-CN" altLang="en-US" sz="2400" dirty="0"/>
              <a:t>。</a:t>
            </a:r>
            <a:endParaRPr lang="en-US" altLang="zh-CN" sz="2400" dirty="0">
              <a:latin typeface="Courier New" panose="02070309020205020404" pitchFamily="49" charset="0"/>
              <a:ea typeface="宋体" panose="02010600030101010101" pitchFamily="2" charset="-122"/>
            </a:endParaRPr>
          </a:p>
          <a:p>
            <a:pPr eaLnBrk="1" hangingPunct="1">
              <a:buFontTx/>
              <a:buNone/>
            </a:pPr>
            <a:endParaRPr lang="en-US" altLang="zh-CN" sz="2400" dirty="0">
              <a:latin typeface="Courier New" panose="02070309020205020404" pitchFamily="49" charset="0"/>
              <a:ea typeface="宋体" panose="02010600030101010101" pitchFamily="2" charset="-122"/>
            </a:endParaRPr>
          </a:p>
          <a:p>
            <a:pPr eaLnBrk="1" hangingPunct="1">
              <a:buFontTx/>
              <a:buNone/>
            </a:pPr>
            <a:endParaRPr lang="en-US" altLang="zh-CN" sz="2400" dirty="0">
              <a:latin typeface="Courier New" panose="02070309020205020404" pitchFamily="49" charset="0"/>
              <a:ea typeface="宋体" panose="02010600030101010101" pitchFamily="2" charset="-122"/>
            </a:endParaRPr>
          </a:p>
        </p:txBody>
      </p:sp>
      <p:sp>
        <p:nvSpPr>
          <p:cNvPr id="6" name="object 3"/>
          <p:cNvSpPr txBox="1">
            <a:spLocks noGrp="1"/>
          </p:cNvSpPr>
          <p:nvPr>
            <p:ph type="title"/>
          </p:nvPr>
        </p:nvSpPr>
        <p:spPr>
          <a:xfrm>
            <a:off x="152400" y="152400"/>
            <a:ext cx="8853488" cy="838200"/>
          </a:xfrm>
          <a:prstGeom prst="rect">
            <a:avLst/>
          </a:prstGeom>
        </p:spPr>
        <p:txBody>
          <a:bodyPr vert="horz" wrap="square" lIns="0" tIns="0" rIns="0" bIns="0" rtlCol="0">
            <a:noAutofit/>
          </a:bodyPr>
          <a:lstStyle/>
          <a:p>
            <a:pPr marL="12700">
              <a:lnSpc>
                <a:spcPct val="100000"/>
              </a:lnSpc>
            </a:pPr>
            <a:r>
              <a:rPr lang="zh-CN" altLang="en-US" dirty="0">
                <a:latin typeface="Microsoft JhengHei"/>
                <a:cs typeface="Microsoft JhengHei"/>
              </a:rPr>
              <a:t>字符串操作</a:t>
            </a:r>
            <a:endParaRPr sz="4000" dirty="0">
              <a:latin typeface="Microsoft JhengHei"/>
              <a:cs typeface="Microsoft JhengHei"/>
            </a:endParaRPr>
          </a:p>
        </p:txBody>
      </p:sp>
      <p:sp>
        <p:nvSpPr>
          <p:cNvPr id="7" name="矩形 6"/>
          <p:cNvSpPr/>
          <p:nvPr/>
        </p:nvSpPr>
        <p:spPr>
          <a:xfrm>
            <a:off x="6215285" y="5943600"/>
            <a:ext cx="2755241" cy="400110"/>
          </a:xfrm>
          <a:prstGeom prst="rect">
            <a:avLst/>
          </a:prstGeom>
        </p:spPr>
        <p:txBody>
          <a:bodyPr wrap="none">
            <a:spAutoFit/>
          </a:bodyPr>
          <a:lstStyle/>
          <a:p>
            <a:r>
              <a:rPr lang="en-US" altLang="zh-CN" dirty="0">
                <a:solidFill>
                  <a:srgbClr val="C00000"/>
                </a:solidFill>
              </a:rPr>
              <a:t>11_word_count1.py</a:t>
            </a:r>
            <a:endParaRPr lang="zh-CN" altLang="en-US" dirty="0">
              <a:solidFill>
                <a:srgbClr val="C00000"/>
              </a:solidFill>
            </a:endParaRPr>
          </a:p>
        </p:txBody>
      </p:sp>
      <p:pic>
        <p:nvPicPr>
          <p:cNvPr id="2" name="图片 1"/>
          <p:cNvPicPr>
            <a:picLocks noChangeAspect="1"/>
          </p:cNvPicPr>
          <p:nvPr/>
        </p:nvPicPr>
        <p:blipFill>
          <a:blip r:embed="rId3"/>
          <a:stretch>
            <a:fillRect/>
          </a:stretch>
        </p:blipFill>
        <p:spPr>
          <a:xfrm>
            <a:off x="248357" y="1676400"/>
            <a:ext cx="8736066" cy="4038600"/>
          </a:xfrm>
          <a:prstGeom prst="rect">
            <a:avLst/>
          </a:prstGeom>
        </p:spPr>
      </p:pic>
    </p:spTree>
    <p:extLst>
      <p:ext uri="{BB962C8B-B14F-4D97-AF65-F5344CB8AC3E}">
        <p14:creationId xmlns:p14="http://schemas.microsoft.com/office/powerpoint/2010/main" val="99671557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9939">
                                            <p:txEl>
                                              <p:pRg st="0" end="0"/>
                                            </p:txEl>
                                          </p:spTgt>
                                        </p:tgtEl>
                                        <p:attrNameLst>
                                          <p:attrName>style.visibility</p:attrName>
                                        </p:attrNameLst>
                                      </p:cBhvr>
                                      <p:to>
                                        <p:strVal val="visible"/>
                                      </p:to>
                                    </p:set>
                                    <p:animEffect transition="in" filter="circle(in)">
                                      <p:cBhvr>
                                        <p:cTn id="7" dur="2000"/>
                                        <p:tgtEl>
                                          <p:spTgt spid="399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circle(in)">
                                      <p:cBhvr>
                                        <p:cTn id="12" dur="2000"/>
                                        <p:tgtEl>
                                          <p:spTgt spid="7"/>
                                        </p:tgtEl>
                                      </p:cBhvr>
                                    </p:animEffect>
                                  </p:childTnLst>
                                </p:cTn>
                              </p:par>
                              <p:par>
                                <p:cTn id="13" presetID="6" presetClass="entr" presetSubtype="16" fill="hold"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circle(in)">
                                      <p:cBhvr>
                                        <p:cTn id="15"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9" grpId="0" build="p"/>
      <p:bldP spid="7"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内容占位符 2"/>
          <p:cNvSpPr>
            <a:spLocks noGrp="1"/>
          </p:cNvSpPr>
          <p:nvPr>
            <p:ph idx="1"/>
          </p:nvPr>
        </p:nvSpPr>
        <p:spPr>
          <a:xfrm>
            <a:off x="304800" y="1066800"/>
            <a:ext cx="8610600" cy="417367"/>
          </a:xfrm>
        </p:spPr>
        <p:txBody>
          <a:bodyPr/>
          <a:lstStyle/>
          <a:p>
            <a:pPr marL="0" indent="0" eaLnBrk="1" hangingPunct="1">
              <a:buNone/>
            </a:pPr>
            <a:r>
              <a:rPr lang="en-US" altLang="zh-CN" sz="2400" dirty="0">
                <a:ea typeface="宋体" panose="02010600030101010101" pitchFamily="2" charset="-122"/>
              </a:rPr>
              <a:t>5. </a:t>
            </a:r>
            <a:r>
              <a:rPr lang="zh-CN" altLang="en-US" sz="2400" dirty="0">
                <a:ea typeface="宋体" panose="02010600030101010101" pitchFamily="2" charset="-122"/>
              </a:rPr>
              <a:t>将上述统计的词频，用词云方式展示</a:t>
            </a:r>
            <a:endParaRPr lang="en-US" altLang="zh-CN" sz="2400" dirty="0">
              <a:latin typeface="Courier New" panose="02070309020205020404" pitchFamily="49" charset="0"/>
              <a:ea typeface="宋体" panose="02010600030101010101" pitchFamily="2" charset="-122"/>
            </a:endParaRPr>
          </a:p>
          <a:p>
            <a:pPr eaLnBrk="1" hangingPunct="1">
              <a:buFontTx/>
              <a:buNone/>
            </a:pPr>
            <a:endParaRPr lang="en-US" altLang="zh-CN" sz="2400" dirty="0">
              <a:latin typeface="Courier New" panose="02070309020205020404" pitchFamily="49" charset="0"/>
              <a:ea typeface="宋体" panose="02010600030101010101" pitchFamily="2" charset="-122"/>
            </a:endParaRPr>
          </a:p>
        </p:txBody>
      </p:sp>
      <p:sp>
        <p:nvSpPr>
          <p:cNvPr id="6" name="object 3"/>
          <p:cNvSpPr txBox="1">
            <a:spLocks noGrp="1"/>
          </p:cNvSpPr>
          <p:nvPr>
            <p:ph type="title"/>
          </p:nvPr>
        </p:nvSpPr>
        <p:spPr>
          <a:xfrm>
            <a:off x="152400" y="152400"/>
            <a:ext cx="8853488" cy="838200"/>
          </a:xfrm>
          <a:prstGeom prst="rect">
            <a:avLst/>
          </a:prstGeom>
        </p:spPr>
        <p:txBody>
          <a:bodyPr vert="horz" wrap="square" lIns="0" tIns="0" rIns="0" bIns="0" rtlCol="0">
            <a:noAutofit/>
          </a:bodyPr>
          <a:lstStyle/>
          <a:p>
            <a:pPr marL="12700">
              <a:lnSpc>
                <a:spcPct val="100000"/>
              </a:lnSpc>
            </a:pPr>
            <a:r>
              <a:rPr lang="zh-CN" altLang="en-US" dirty="0">
                <a:latin typeface="Microsoft JhengHei"/>
                <a:cs typeface="Microsoft JhengHei"/>
              </a:rPr>
              <a:t>字符串操作</a:t>
            </a:r>
            <a:endParaRPr sz="4000" dirty="0">
              <a:latin typeface="Microsoft JhengHei"/>
              <a:cs typeface="Microsoft JhengHei"/>
            </a:endParaRPr>
          </a:p>
        </p:txBody>
      </p:sp>
      <p:pic>
        <p:nvPicPr>
          <p:cNvPr id="4" name="图片 3"/>
          <p:cNvPicPr>
            <a:picLocks noChangeAspect="1"/>
          </p:cNvPicPr>
          <p:nvPr/>
        </p:nvPicPr>
        <p:blipFill>
          <a:blip r:embed="rId3"/>
          <a:stretch>
            <a:fillRect/>
          </a:stretch>
        </p:blipFill>
        <p:spPr>
          <a:xfrm>
            <a:off x="502993" y="1557797"/>
            <a:ext cx="7574207" cy="1740897"/>
          </a:xfrm>
          <a:prstGeom prst="rect">
            <a:avLst/>
          </a:prstGeom>
        </p:spPr>
      </p:pic>
      <p:pic>
        <p:nvPicPr>
          <p:cNvPr id="8" name="图片 7"/>
          <p:cNvPicPr>
            <a:picLocks noChangeAspect="1"/>
          </p:cNvPicPr>
          <p:nvPr/>
        </p:nvPicPr>
        <p:blipFill>
          <a:blip r:embed="rId4"/>
          <a:stretch>
            <a:fillRect/>
          </a:stretch>
        </p:blipFill>
        <p:spPr>
          <a:xfrm>
            <a:off x="304800" y="1557798"/>
            <a:ext cx="6367802" cy="4919202"/>
          </a:xfrm>
          <a:prstGeom prst="rect">
            <a:avLst/>
          </a:prstGeom>
        </p:spPr>
      </p:pic>
      <p:sp>
        <p:nvSpPr>
          <p:cNvPr id="10" name="矩形 9"/>
          <p:cNvSpPr/>
          <p:nvPr/>
        </p:nvSpPr>
        <p:spPr>
          <a:xfrm>
            <a:off x="6160159" y="6070451"/>
            <a:ext cx="2755241" cy="400110"/>
          </a:xfrm>
          <a:prstGeom prst="rect">
            <a:avLst/>
          </a:prstGeom>
        </p:spPr>
        <p:txBody>
          <a:bodyPr wrap="none">
            <a:spAutoFit/>
          </a:bodyPr>
          <a:lstStyle/>
          <a:p>
            <a:r>
              <a:rPr lang="en-US" altLang="zh-CN" dirty="0">
                <a:solidFill>
                  <a:srgbClr val="C00000"/>
                </a:solidFill>
              </a:rPr>
              <a:t>11_word_count2.py</a:t>
            </a:r>
            <a:endParaRPr lang="zh-CN" altLang="en-US" dirty="0">
              <a:solidFill>
                <a:srgbClr val="C00000"/>
              </a:solidFill>
            </a:endParaRPr>
          </a:p>
        </p:txBody>
      </p:sp>
      <p:pic>
        <p:nvPicPr>
          <p:cNvPr id="9" name="图片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70918" y="3926889"/>
            <a:ext cx="3424238" cy="1708660"/>
          </a:xfrm>
          <a:prstGeom prst="rect">
            <a:avLst/>
          </a:prstGeom>
        </p:spPr>
      </p:pic>
    </p:spTree>
    <p:extLst>
      <p:ext uri="{BB962C8B-B14F-4D97-AF65-F5344CB8AC3E}">
        <p14:creationId xmlns:p14="http://schemas.microsoft.com/office/powerpoint/2010/main" val="301664709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39939">
                                            <p:txEl>
                                              <p:pRg st="0" end="0"/>
                                            </p:txEl>
                                          </p:spTgt>
                                        </p:tgtEl>
                                        <p:attrNameLst>
                                          <p:attrName>style.visibility</p:attrName>
                                        </p:attrNameLst>
                                      </p:cBhvr>
                                      <p:to>
                                        <p:strVal val="visible"/>
                                      </p:to>
                                    </p:set>
                                    <p:animEffect transition="in" filter="wheel(1)">
                                      <p:cBhvr>
                                        <p:cTn id="7" dur="2000"/>
                                        <p:tgtEl>
                                          <p:spTgt spid="399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heel(1)">
                                      <p:cBhvr>
                                        <p:cTn id="12" dur="20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heel(1)">
                                      <p:cBhvr>
                                        <p:cTn id="17" dur="2000"/>
                                        <p:tgtEl>
                                          <p:spTgt spid="8"/>
                                        </p:tgtEl>
                                      </p:cBhvr>
                                    </p:animEffect>
                                  </p:childTnLst>
                                </p:cTn>
                              </p:par>
                              <p:par>
                                <p:cTn id="18" presetID="21" presetClass="entr" presetSubtype="1"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wheel(1)">
                                      <p:cBhvr>
                                        <p:cTn id="20" dur="200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21" presetClass="entr" presetSubtype="1"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heel(1)">
                                      <p:cBhvr>
                                        <p:cTn id="25"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9" grpId="0" build="p"/>
      <p:bldP spid="10"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dirty="0"/>
              <a:t>The End</a:t>
            </a:r>
          </a:p>
        </p:txBody>
      </p:sp>
      <p:sp>
        <p:nvSpPr>
          <p:cNvPr id="3" name="灯片编号占位符 2"/>
          <p:cNvSpPr>
            <a:spLocks noGrp="1"/>
          </p:cNvSpPr>
          <p:nvPr>
            <p:ph type="sldNum" sz="quarter" idx="10"/>
          </p:nvPr>
        </p:nvSpPr>
        <p:spPr/>
        <p:txBody>
          <a:bodyPr/>
          <a:lstStyle/>
          <a:p>
            <a:pPr>
              <a:defRPr/>
            </a:pPr>
            <a:fld id="{83918BB4-D321-4424-A622-B27A36F7E38E}" type="slidenum">
              <a:rPr lang="en-US" altLang="zh-CN" smtClean="0"/>
              <a:t>47</a:t>
            </a:fld>
            <a:endParaRPr lang="en-US" altLang="zh-CN"/>
          </a:p>
        </p:txBody>
      </p:sp>
    </p:spTree>
    <p:extLst>
      <p:ext uri="{BB962C8B-B14F-4D97-AF65-F5344CB8AC3E}">
        <p14:creationId xmlns:p14="http://schemas.microsoft.com/office/powerpoint/2010/main" val="2909206919"/>
      </p:ext>
    </p:extLst>
  </p:cSld>
  <p:clrMapOvr>
    <a:masterClrMapping/>
  </p:clrMapOvr>
  <p:transition spd="med"/>
</p:sld>
</file>

<file path=ppt/theme/theme1.xml><?xml version="1.0" encoding="utf-8"?>
<a:theme xmlns:a="http://schemas.openxmlformats.org/drawingml/2006/main" name="Blends">
  <a:themeElements>
    <a:clrScheme name="Blends 8">
      <a:dk1>
        <a:srgbClr val="000000"/>
      </a:dk1>
      <a:lt1>
        <a:srgbClr val="FFFFFF"/>
      </a:lt1>
      <a:dk2>
        <a:srgbClr val="800080"/>
      </a:dk2>
      <a:lt2>
        <a:srgbClr val="1C1C1C"/>
      </a:lt2>
      <a:accent1>
        <a:srgbClr val="777777"/>
      </a:accent1>
      <a:accent2>
        <a:srgbClr val="FFCF01"/>
      </a:accent2>
      <a:accent3>
        <a:srgbClr val="FFFFFF"/>
      </a:accent3>
      <a:accent4>
        <a:srgbClr val="000000"/>
      </a:accent4>
      <a:accent5>
        <a:srgbClr val="BDBDBD"/>
      </a:accent5>
      <a:accent6>
        <a:srgbClr val="E7BB01"/>
      </a:accent6>
      <a:hlink>
        <a:srgbClr val="800080"/>
      </a:hlink>
      <a:folHlink>
        <a:srgbClr val="800080"/>
      </a:folHlink>
    </a:clrScheme>
    <a:fontScheme name="Blends">
      <a:majorFont>
        <a:latin typeface="Verdana"/>
        <a:ea typeface=""/>
        <a:cs typeface="Times New Roman"/>
      </a:majorFont>
      <a:minorFont>
        <a:latin typeface="Verdana"/>
        <a:ea typeface=""/>
        <a:cs typeface="Times New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1196975" marR="0" indent="-282575" algn="l" defTabSz="914400" rtl="0" eaLnBrk="1" fontAlgn="base" latinLnBrk="0" hangingPunct="1">
          <a:lnSpc>
            <a:spcPct val="100000"/>
          </a:lnSpc>
          <a:spcBef>
            <a:spcPts val="500"/>
          </a:spcBef>
          <a:spcAft>
            <a:spcPct val="0"/>
          </a:spcAft>
          <a:buClr>
            <a:srgbClr val="800080"/>
          </a:buClr>
          <a:buSzPct val="55000"/>
          <a:buFont typeface="Wingdings" pitchFamily="2" charset="2"/>
          <a:buChar char="n"/>
          <a:tabLst/>
          <a:defRPr kumimoji="0" lang="en-US" sz="2000" b="0" i="0" u="none" strike="noStrike" cap="none" normalizeH="0" baseline="0" smtClean="0">
            <a:ln>
              <a:noFill/>
            </a:ln>
            <a:solidFill>
              <a:schemeClr val="tx1"/>
            </a:solidFill>
            <a:effectLst/>
            <a:latin typeface="Verdana" pitchFamily="34" charset="0"/>
            <a:cs typeface="Times New Roman" pitchFamily="18"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1196975" marR="0" indent="-282575" algn="l" defTabSz="914400" rtl="0" eaLnBrk="1" fontAlgn="base" latinLnBrk="0" hangingPunct="1">
          <a:lnSpc>
            <a:spcPct val="100000"/>
          </a:lnSpc>
          <a:spcBef>
            <a:spcPts val="500"/>
          </a:spcBef>
          <a:spcAft>
            <a:spcPct val="0"/>
          </a:spcAft>
          <a:buClr>
            <a:srgbClr val="800080"/>
          </a:buClr>
          <a:buSzPct val="55000"/>
          <a:buFont typeface="Wingdings" pitchFamily="2" charset="2"/>
          <a:buChar char="n"/>
          <a:tabLst/>
          <a:defRPr kumimoji="0" lang="en-US" sz="2000" b="0" i="0" u="none" strike="noStrike" cap="none" normalizeH="0" baseline="0" smtClean="0">
            <a:ln>
              <a:noFill/>
            </a:ln>
            <a:solidFill>
              <a:schemeClr val="tx1"/>
            </a:solidFill>
            <a:effectLst/>
            <a:latin typeface="Verdana" pitchFamily="34" charset="0"/>
            <a:cs typeface="Times New Roman" pitchFamily="18"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8">
        <a:dk1>
          <a:srgbClr val="000000"/>
        </a:dk1>
        <a:lt1>
          <a:srgbClr val="FFFFFF"/>
        </a:lt1>
        <a:dk2>
          <a:srgbClr val="800080"/>
        </a:dk2>
        <a:lt2>
          <a:srgbClr val="1C1C1C"/>
        </a:lt2>
        <a:accent1>
          <a:srgbClr val="777777"/>
        </a:accent1>
        <a:accent2>
          <a:srgbClr val="FFCF01"/>
        </a:accent2>
        <a:accent3>
          <a:srgbClr val="FFFFFF"/>
        </a:accent3>
        <a:accent4>
          <a:srgbClr val="000000"/>
        </a:accent4>
        <a:accent5>
          <a:srgbClr val="BDBDBD"/>
        </a:accent5>
        <a:accent6>
          <a:srgbClr val="E7BB01"/>
        </a:accent6>
        <a:hlink>
          <a:srgbClr val="800080"/>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C:\Programs\MsOffice\Templates\Presentation Designs\Straight Edge.pot</Template>
  <TotalTime>64805</TotalTime>
  <Words>1851</Words>
  <Application>Microsoft Office PowerPoint</Application>
  <PresentationFormat>全屏显示(4:3)</PresentationFormat>
  <Paragraphs>238</Paragraphs>
  <Slides>47</Slides>
  <Notes>36</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47</vt:i4>
      </vt:variant>
    </vt:vector>
  </HeadingPairs>
  <TitlesOfParts>
    <vt:vector size="59" baseType="lpstr">
      <vt:lpstr>Adobe 黑体 Std R</vt:lpstr>
      <vt:lpstr>Microsoft JhengHei</vt:lpstr>
      <vt:lpstr>楷体_GB2312</vt:lpstr>
      <vt:lpstr>宋体</vt:lpstr>
      <vt:lpstr>Arial</vt:lpstr>
      <vt:lpstr>Calibri</vt:lpstr>
      <vt:lpstr>Courier New</vt:lpstr>
      <vt:lpstr>Tahoma</vt:lpstr>
      <vt:lpstr>Times New Roman</vt:lpstr>
      <vt:lpstr>Verdana</vt:lpstr>
      <vt:lpstr>Wingdings</vt:lpstr>
      <vt:lpstr>Blends</vt:lpstr>
      <vt:lpstr>基础编程练习1——循环与判断</vt:lpstr>
      <vt:lpstr>第一类问题：循环计算</vt:lpstr>
      <vt:lpstr>第一类问题：循环计算—实时输出</vt:lpstr>
      <vt:lpstr>第一类问题：循环计算—实时输出</vt:lpstr>
      <vt:lpstr>第一类问题：循环计算—单变量累计</vt:lpstr>
      <vt:lpstr>第一类问题：循环计算—单变量累计</vt:lpstr>
      <vt:lpstr>第二类问题：循环判断—If语句</vt:lpstr>
      <vt:lpstr>第二类问题：循环判断—If语句</vt:lpstr>
      <vt:lpstr>第二类问题：循环判断—当型循环</vt:lpstr>
      <vt:lpstr>第二类问题：循环判断—当型循环</vt:lpstr>
      <vt:lpstr>第二类问题：循环判断—当型循环</vt:lpstr>
      <vt:lpstr>第二类问题：循环判断—当型循环</vt:lpstr>
      <vt:lpstr>第二类问题：循环判断—多变量累计</vt:lpstr>
      <vt:lpstr>第二类问题：循环判断—多变量累计</vt:lpstr>
      <vt:lpstr>第二类问题：循环判断</vt:lpstr>
      <vt:lpstr>第三类问题：循环判断</vt:lpstr>
      <vt:lpstr>第三类问题：循环判断</vt:lpstr>
      <vt:lpstr>练习题</vt:lpstr>
      <vt:lpstr>练习题</vt:lpstr>
      <vt:lpstr>练习题</vt:lpstr>
      <vt:lpstr>练习题</vt:lpstr>
      <vt:lpstr>练习题</vt:lpstr>
      <vt:lpstr>练习题</vt:lpstr>
      <vt:lpstr>练习题</vt:lpstr>
      <vt:lpstr>练习题</vt:lpstr>
      <vt:lpstr>练习题</vt:lpstr>
      <vt:lpstr>练习题</vt:lpstr>
      <vt:lpstr>练习题</vt:lpstr>
      <vt:lpstr>练习题</vt:lpstr>
      <vt:lpstr>练习题</vt:lpstr>
      <vt:lpstr>作业题2</vt:lpstr>
      <vt:lpstr>练习题3</vt:lpstr>
      <vt:lpstr>作业题4-专业硕士-实习基地面试题</vt:lpstr>
      <vt:lpstr>PowerPoint 演示文稿</vt:lpstr>
      <vt:lpstr>练习题5</vt:lpstr>
      <vt:lpstr>第三类问题：字符串处理</vt:lpstr>
      <vt:lpstr> 字符串操作</vt:lpstr>
      <vt:lpstr> 字符串操作</vt:lpstr>
      <vt:lpstr>习题课3</vt:lpstr>
      <vt:lpstr>字符串操作</vt:lpstr>
      <vt:lpstr>字符串操作</vt:lpstr>
      <vt:lpstr>字符串操作</vt:lpstr>
      <vt:lpstr>字符串操作</vt:lpstr>
      <vt:lpstr>字符串操作</vt:lpstr>
      <vt:lpstr>字符串操作</vt:lpstr>
      <vt:lpstr>字符串操作</vt:lpstr>
      <vt:lpstr>The End</vt:lpstr>
    </vt:vector>
  </TitlesOfParts>
  <Company>University of Washington, CS 4 HS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Programming with Python</dc:title>
  <dc:creator>Marty Stepp</dc:creator>
  <cp:lastModifiedBy>le wong</cp:lastModifiedBy>
  <cp:revision>1999</cp:revision>
  <cp:lastPrinted>2009-04-22T19:24:48Z</cp:lastPrinted>
  <dcterms:created xsi:type="dcterms:W3CDTF">2009-04-22T19:24:48Z</dcterms:created>
  <dcterms:modified xsi:type="dcterms:W3CDTF">2024-06-18T23:30:28Z</dcterms:modified>
</cp:coreProperties>
</file>